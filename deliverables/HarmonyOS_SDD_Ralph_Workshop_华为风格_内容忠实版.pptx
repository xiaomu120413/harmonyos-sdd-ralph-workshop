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6a08902b7294f97" /><Relationship Type="http://schemas.openxmlformats.org/officeDocument/2006/relationships/extended-properties" Target="/docProps/app.xml" Id="R4bf1c1c23e084e23" /><Relationship Type="http://schemas.openxmlformats.org/officeDocument/2006/relationships/officeDocument" Target="/ppt/presentation.xml" Id="Rd3833afb74144fd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acb86b63d124116"/>
  </p:sldMasterIdLst>
  <p:notesMasterIdLst>
    <p:notesMasterId xmlns:r="http://schemas.openxmlformats.org/officeDocument/2006/relationships" r:id="Rfd4f763b007f4d50"/>
  </p:notesMasterIdLst>
  <p:sldIdLst>
    <p:sldId xmlns:r="http://schemas.openxmlformats.org/officeDocument/2006/relationships" id="256" r:id="R6142ee1cd2364a03"/>
    <p:sldId xmlns:r="http://schemas.openxmlformats.org/officeDocument/2006/relationships" id="257" r:id="Rc98c133abfd64fcf"/>
    <p:sldId xmlns:r="http://schemas.openxmlformats.org/officeDocument/2006/relationships" id="258" r:id="R76ad71493bf34479"/>
    <p:sldId xmlns:r="http://schemas.openxmlformats.org/officeDocument/2006/relationships" id="259" r:id="R23690369f8d541b3"/>
    <p:sldId xmlns:r="http://schemas.openxmlformats.org/officeDocument/2006/relationships" id="260" r:id="Rc6c4fe01aac54747"/>
    <p:sldId xmlns:r="http://schemas.openxmlformats.org/officeDocument/2006/relationships" id="261" r:id="R8e77ea5d88714cf2"/>
    <p:sldId xmlns:r="http://schemas.openxmlformats.org/officeDocument/2006/relationships" id="262" r:id="R1a1b29e030734504"/>
    <p:sldId xmlns:r="http://schemas.openxmlformats.org/officeDocument/2006/relationships" id="263" r:id="R8fc27cfa2ba2446d"/>
    <p:sldId xmlns:r="http://schemas.openxmlformats.org/officeDocument/2006/relationships" id="264" r:id="Rbd2b1abdc9594bd6"/>
    <p:sldId xmlns:r="http://schemas.openxmlformats.org/officeDocument/2006/relationships" id="265" r:id="R4c1303dedf424c5f"/>
    <p:sldId xmlns:r="http://schemas.openxmlformats.org/officeDocument/2006/relationships" id="266" r:id="R210de96dc5dc4ca4"/>
    <p:sldId xmlns:r="http://schemas.openxmlformats.org/officeDocument/2006/relationships" id="267" r:id="R9ef27d7060fb4210"/>
    <p:sldId xmlns:r="http://schemas.openxmlformats.org/officeDocument/2006/relationships" id="268" r:id="R90e92c12fde14b40"/>
    <p:sldId xmlns:r="http://schemas.openxmlformats.org/officeDocument/2006/relationships" id="269" r:id="R8436802911324962"/>
    <p:sldId xmlns:r="http://schemas.openxmlformats.org/officeDocument/2006/relationships" id="270" r:id="R02a60a8665054468"/>
    <p:sldId xmlns:r="http://schemas.openxmlformats.org/officeDocument/2006/relationships" id="271" r:id="Ra8e47882c09d4eb9"/>
    <p:sldId xmlns:r="http://schemas.openxmlformats.org/officeDocument/2006/relationships" id="272" r:id="R43a92883f34b414d"/>
    <p:sldId xmlns:r="http://schemas.openxmlformats.org/officeDocument/2006/relationships" id="273" r:id="R27d858a34d2640a5"/>
    <p:sldId xmlns:r="http://schemas.openxmlformats.org/officeDocument/2006/relationships" id="274" r:id="R1aa5ccb9afca4101"/>
    <p:sldId xmlns:r="http://schemas.openxmlformats.org/officeDocument/2006/relationships" id="275" r:id="R8242d6e58b7849fc"/>
    <p:sldId xmlns:r="http://schemas.openxmlformats.org/officeDocument/2006/relationships" id="276" r:id="R99c12a14f5364ffb"/>
    <p:sldId xmlns:r="http://schemas.openxmlformats.org/officeDocument/2006/relationships" id="277" r:id="R8b341136fda144ee"/>
    <p:sldId xmlns:r="http://schemas.openxmlformats.org/officeDocument/2006/relationships" id="278" r:id="R0afcd57e79914e35"/>
    <p:sldId xmlns:r="http://schemas.openxmlformats.org/officeDocument/2006/relationships" id="279" r:id="Rd5ea9f96367f4b03"/>
    <p:sldId xmlns:r="http://schemas.openxmlformats.org/officeDocument/2006/relationships" id="280" r:id="R4f75cd59ebbb49ea"/>
    <p:sldId xmlns:r="http://schemas.openxmlformats.org/officeDocument/2006/relationships" id="281" r:id="R4b171f8d077346aa"/>
    <p:sldId xmlns:r="http://schemas.openxmlformats.org/officeDocument/2006/relationships" id="282" r:id="R145ce3b2178546f8"/>
    <p:sldId xmlns:r="http://schemas.openxmlformats.org/officeDocument/2006/relationships" id="283" r:id="Rf9ac9b44e46c4005"/>
    <p:sldId xmlns:r="http://schemas.openxmlformats.org/officeDocument/2006/relationships" id="284" r:id="Ra15b35869e5047f5"/>
    <p:sldId xmlns:r="http://schemas.openxmlformats.org/officeDocument/2006/relationships" id="285" r:id="R62817fd2fa914f2c"/>
    <p:sldId xmlns:r="http://schemas.openxmlformats.org/officeDocument/2006/relationships" id="286" r:id="R2dabf4a002154e39"/>
    <p:sldId xmlns:r="http://schemas.openxmlformats.org/officeDocument/2006/relationships" id="287" r:id="R836a391ca80945ad"/>
    <p:sldId xmlns:r="http://schemas.openxmlformats.org/officeDocument/2006/relationships" id="288" r:id="R22b3c4a8187d4c1b"/>
    <p:sldId xmlns:r="http://schemas.openxmlformats.org/officeDocument/2006/relationships" id="289" r:id="Reaf381e4a8fd4179"/>
    <p:sldId xmlns:r="http://schemas.openxmlformats.org/officeDocument/2006/relationships" id="290" r:id="R23ff2bd57a5d4c5d"/>
    <p:sldId xmlns:r="http://schemas.openxmlformats.org/officeDocument/2006/relationships" id="291" r:id="Rf385ab5a7e6847f6"/>
    <p:sldId xmlns:r="http://schemas.openxmlformats.org/officeDocument/2006/relationships" id="292" r:id="R8655acde01614788"/>
    <p:sldId xmlns:r="http://schemas.openxmlformats.org/officeDocument/2006/relationships" id="293" r:id="R0b1327b35ffb497f"/>
    <p:sldId xmlns:r="http://schemas.openxmlformats.org/officeDocument/2006/relationships" id="294" r:id="Rc2d4b74440894a2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7f3d7d32933479d" /><Relationship Type="http://schemas.openxmlformats.org/officeDocument/2006/relationships/slideMaster" Target="/ppt/slideMasters/slideMaster1.xml" Id="R2acb86b63d124116" /><Relationship Type="http://schemas.openxmlformats.org/officeDocument/2006/relationships/notesMaster" Target="/ppt/notesMasters/notesMaster1.xml" Id="Rfd4f763b007f4d50" /><Relationship Type="http://schemas.openxmlformats.org/officeDocument/2006/relationships/presProps" Target="/ppt/presProps.xml" Id="R98191a58624b4a99" /><Relationship Type="http://schemas.openxmlformats.org/officeDocument/2006/relationships/tableStyles" Target="/ppt/tableStyles.xml" Id="R59f1035da0d84a41" /><Relationship Type="http://schemas.openxmlformats.org/officeDocument/2006/relationships/slide" Target="/ppt/slides/slide1.xml" Id="R6142ee1cd2364a03" /><Relationship Type="http://schemas.openxmlformats.org/officeDocument/2006/relationships/slide" Target="/ppt/slides/slide2.xml" Id="Rc98c133abfd64fcf" /><Relationship Type="http://schemas.openxmlformats.org/officeDocument/2006/relationships/slide" Target="/ppt/slides/slide3.xml" Id="R76ad71493bf34479" /><Relationship Type="http://schemas.openxmlformats.org/officeDocument/2006/relationships/slide" Target="/ppt/slides/slide4.xml" Id="R23690369f8d541b3" /><Relationship Type="http://schemas.openxmlformats.org/officeDocument/2006/relationships/slide" Target="/ppt/slides/slide5.xml" Id="Rc6c4fe01aac54747" /><Relationship Type="http://schemas.openxmlformats.org/officeDocument/2006/relationships/slide" Target="/ppt/slides/slide6.xml" Id="R8e77ea5d88714cf2" /><Relationship Type="http://schemas.openxmlformats.org/officeDocument/2006/relationships/slide" Target="/ppt/slides/slide7.xml" Id="R1a1b29e030734504" /><Relationship Type="http://schemas.openxmlformats.org/officeDocument/2006/relationships/slide" Target="/ppt/slides/slide8.xml" Id="R8fc27cfa2ba2446d" /><Relationship Type="http://schemas.openxmlformats.org/officeDocument/2006/relationships/slide" Target="/ppt/slides/slide9.xml" Id="Rbd2b1abdc9594bd6" /><Relationship Type="http://schemas.openxmlformats.org/officeDocument/2006/relationships/slide" Target="/ppt/slides/slide10.xml" Id="R4c1303dedf424c5f" /><Relationship Type="http://schemas.openxmlformats.org/officeDocument/2006/relationships/slide" Target="/ppt/slides/slide11.xml" Id="R210de96dc5dc4ca4" /><Relationship Type="http://schemas.openxmlformats.org/officeDocument/2006/relationships/slide" Target="/ppt/slides/slide12.xml" Id="R9ef27d7060fb4210" /><Relationship Type="http://schemas.openxmlformats.org/officeDocument/2006/relationships/slide" Target="/ppt/slides/slide13.xml" Id="R90e92c12fde14b40" /><Relationship Type="http://schemas.openxmlformats.org/officeDocument/2006/relationships/slide" Target="/ppt/slides/slide14.xml" Id="R8436802911324962" /><Relationship Type="http://schemas.openxmlformats.org/officeDocument/2006/relationships/slide" Target="/ppt/slides/slide15.xml" Id="R02a60a8665054468" /><Relationship Type="http://schemas.openxmlformats.org/officeDocument/2006/relationships/slide" Target="/ppt/slides/slide16.xml" Id="Ra8e47882c09d4eb9" /><Relationship Type="http://schemas.openxmlformats.org/officeDocument/2006/relationships/slide" Target="/ppt/slides/slide17.xml" Id="R43a92883f34b414d" /><Relationship Type="http://schemas.openxmlformats.org/officeDocument/2006/relationships/slide" Target="/ppt/slides/slide18.xml" Id="R27d858a34d2640a5" /><Relationship Type="http://schemas.openxmlformats.org/officeDocument/2006/relationships/slide" Target="/ppt/slides/slide19.xml" Id="R1aa5ccb9afca4101" /><Relationship Type="http://schemas.openxmlformats.org/officeDocument/2006/relationships/slide" Target="/ppt/slides/slide20.xml" Id="R8242d6e58b7849fc" /><Relationship Type="http://schemas.openxmlformats.org/officeDocument/2006/relationships/slide" Target="/ppt/slides/slide21.xml" Id="R99c12a14f5364ffb" /><Relationship Type="http://schemas.openxmlformats.org/officeDocument/2006/relationships/slide" Target="/ppt/slides/slide22.xml" Id="R8b341136fda144ee" /><Relationship Type="http://schemas.openxmlformats.org/officeDocument/2006/relationships/slide" Target="/ppt/slides/slide23.xml" Id="R0afcd57e79914e35" /><Relationship Type="http://schemas.openxmlformats.org/officeDocument/2006/relationships/slide" Target="/ppt/slides/slide24.xml" Id="Rd5ea9f96367f4b03" /><Relationship Type="http://schemas.openxmlformats.org/officeDocument/2006/relationships/slide" Target="/ppt/slides/slide25.xml" Id="R4f75cd59ebbb49ea" /><Relationship Type="http://schemas.openxmlformats.org/officeDocument/2006/relationships/slide" Target="/ppt/slides/slide26.xml" Id="R4b171f8d077346aa" /><Relationship Type="http://schemas.openxmlformats.org/officeDocument/2006/relationships/slide" Target="/ppt/slides/slide27.xml" Id="R145ce3b2178546f8" /><Relationship Type="http://schemas.openxmlformats.org/officeDocument/2006/relationships/slide" Target="/ppt/slides/slide28.xml" Id="Rf9ac9b44e46c4005" /><Relationship Type="http://schemas.openxmlformats.org/officeDocument/2006/relationships/slide" Target="/ppt/slides/slide29.xml" Id="Ra15b35869e5047f5" /><Relationship Type="http://schemas.openxmlformats.org/officeDocument/2006/relationships/slide" Target="/ppt/slides/slide30.xml" Id="R62817fd2fa914f2c" /><Relationship Type="http://schemas.openxmlformats.org/officeDocument/2006/relationships/slide" Target="/ppt/slides/slide31.xml" Id="R2dabf4a002154e39" /><Relationship Type="http://schemas.openxmlformats.org/officeDocument/2006/relationships/slide" Target="/ppt/slides/slide32.xml" Id="R836a391ca80945ad" /><Relationship Type="http://schemas.openxmlformats.org/officeDocument/2006/relationships/slide" Target="/ppt/slides/slide33.xml" Id="R22b3c4a8187d4c1b" /><Relationship Type="http://schemas.openxmlformats.org/officeDocument/2006/relationships/slide" Target="/ppt/slides/slide34.xml" Id="Reaf381e4a8fd4179" /><Relationship Type="http://schemas.openxmlformats.org/officeDocument/2006/relationships/slide" Target="/ppt/slides/slide35.xml" Id="R23ff2bd57a5d4c5d" /><Relationship Type="http://schemas.openxmlformats.org/officeDocument/2006/relationships/slide" Target="/ppt/slides/slide36.xml" Id="Rf385ab5a7e6847f6" /><Relationship Type="http://schemas.openxmlformats.org/officeDocument/2006/relationships/slide" Target="/ppt/slides/slide37.xml" Id="R8655acde01614788" /><Relationship Type="http://schemas.openxmlformats.org/officeDocument/2006/relationships/slide" Target="/ppt/slides/slide38.xml" Id="R0b1327b35ffb497f" /><Relationship Type="http://schemas.openxmlformats.org/officeDocument/2006/relationships/slide" Target="/ppt/slides/slide39.xml" Id="Rc2d4b74440894a2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d0450ba19c64a8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18dd2cd230649fd" /><Relationship Type="http://schemas.openxmlformats.org/officeDocument/2006/relationships/notesMaster" Target="/ppt/notesMasters/notesMaster1.xml" Id="R419d285817f8491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55e493fd5fa42a5" /><Relationship Type="http://schemas.openxmlformats.org/officeDocument/2006/relationships/notesMaster" Target="/ppt/notesMasters/notesMaster1.xml" Id="R1a19979bf11e42c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c058572f1e349bb" /><Relationship Type="http://schemas.openxmlformats.org/officeDocument/2006/relationships/notesMaster" Target="/ppt/notesMasters/notesMaster1.xml" Id="R5dc081f7779a42d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1693f7a5d634f3d" /><Relationship Type="http://schemas.openxmlformats.org/officeDocument/2006/relationships/notesMaster" Target="/ppt/notesMasters/notesMaster1.xml" Id="Re8f3e33ad1fa437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1123bd4bafc4b29" /><Relationship Type="http://schemas.openxmlformats.org/officeDocument/2006/relationships/notesMaster" Target="/ppt/notesMasters/notesMaster1.xml" Id="R91d71ae3debb474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b5e1849bdd34875" /><Relationship Type="http://schemas.openxmlformats.org/officeDocument/2006/relationships/notesMaster" Target="/ppt/notesMasters/notesMaster1.xml" Id="R3e01d026a5f746a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1296b69621e4dcc" /><Relationship Type="http://schemas.openxmlformats.org/officeDocument/2006/relationships/notesMaster" Target="/ppt/notesMasters/notesMaster1.xml" Id="R5471f3ee6e15482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ecc4e965da94cf9" /><Relationship Type="http://schemas.openxmlformats.org/officeDocument/2006/relationships/notesMaster" Target="/ppt/notesMasters/notesMaster1.xml" Id="R9a4edd89e06d440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d96eff493f14ee8" /><Relationship Type="http://schemas.openxmlformats.org/officeDocument/2006/relationships/notesMaster" Target="/ppt/notesMasters/notesMaster1.xml" Id="R2f9e036539d74a4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588a247ab294911" /><Relationship Type="http://schemas.openxmlformats.org/officeDocument/2006/relationships/notesMaster" Target="/ppt/notesMasters/notesMaster1.xml" Id="R09215cfe7a534d2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df6506ac089454e" /><Relationship Type="http://schemas.openxmlformats.org/officeDocument/2006/relationships/notesMaster" Target="/ppt/notesMasters/notesMaster1.xml" Id="R8940073dc07941b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05efc40b52d4689" /><Relationship Type="http://schemas.openxmlformats.org/officeDocument/2006/relationships/notesMaster" Target="/ppt/notesMasters/notesMaster1.xml" Id="R83c41b721dc6412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26ee29fddcc479f" /><Relationship Type="http://schemas.openxmlformats.org/officeDocument/2006/relationships/notesMaster" Target="/ppt/notesMasters/notesMaster1.xml" Id="R53924868eff6471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89e063c2ad2421d" /><Relationship Type="http://schemas.openxmlformats.org/officeDocument/2006/relationships/notesMaster" Target="/ppt/notesMasters/notesMaster1.xml" Id="R429d1a285c0b437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040957649ba4f35" /><Relationship Type="http://schemas.openxmlformats.org/officeDocument/2006/relationships/notesMaster" Target="/ppt/notesMasters/notesMaster1.xml" Id="R87f3d0cc762646c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7a27035e48394c3c" /><Relationship Type="http://schemas.openxmlformats.org/officeDocument/2006/relationships/notesMaster" Target="/ppt/notesMasters/notesMaster1.xml" Id="R95285f2dbf4a4f96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a8a993c6e3bd4d9b" /><Relationship Type="http://schemas.openxmlformats.org/officeDocument/2006/relationships/notesMaster" Target="/ppt/notesMasters/notesMaster1.xml" Id="Rc61eb287da5d48dc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05bc5681745e42f1" /><Relationship Type="http://schemas.openxmlformats.org/officeDocument/2006/relationships/notesMaster" Target="/ppt/notesMasters/notesMaster1.xml" Id="Rfe8a9fd324414093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3c713bd42e9e4d3b" /><Relationship Type="http://schemas.openxmlformats.org/officeDocument/2006/relationships/notesMaster" Target="/ppt/notesMasters/notesMaster1.xml" Id="Rb1927bc719784a70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ba9088c2b4e6434f" /><Relationship Type="http://schemas.openxmlformats.org/officeDocument/2006/relationships/notesMaster" Target="/ppt/notesMasters/notesMaster1.xml" Id="Rd97562dbad184f5d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0df1f89e404842bb" /><Relationship Type="http://schemas.openxmlformats.org/officeDocument/2006/relationships/notesMaster" Target="/ppt/notesMasters/notesMaster1.xml" Id="Re222b777e2544421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c23d89ad6ace4cc2" /><Relationship Type="http://schemas.openxmlformats.org/officeDocument/2006/relationships/notesMaster" Target="/ppt/notesMasters/notesMaster1.xml" Id="R1a5e8a9c3a504e11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c34ef11edf694ad3" /><Relationship Type="http://schemas.openxmlformats.org/officeDocument/2006/relationships/notesMaster" Target="/ppt/notesMasters/notesMaster1.xml" Id="Rfdf0ca1d2e134d0f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03b3016c4ae947d0" /><Relationship Type="http://schemas.openxmlformats.org/officeDocument/2006/relationships/notesMaster" Target="/ppt/notesMasters/notesMaster1.xml" Id="Rdd5dff4331ab4128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7aec1503d2094112" /><Relationship Type="http://schemas.openxmlformats.org/officeDocument/2006/relationships/notesMaster" Target="/ppt/notesMasters/notesMaster1.xml" Id="Raf45def6dc9b487c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a1b5999f3ae64839" /><Relationship Type="http://schemas.openxmlformats.org/officeDocument/2006/relationships/notesMaster" Target="/ppt/notesMasters/notesMaster1.xml" Id="Rb94ae9205cfe45c0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c9d3caadced445cc" /><Relationship Type="http://schemas.openxmlformats.org/officeDocument/2006/relationships/notesMaster" Target="/ppt/notesMasters/notesMaster1.xml" Id="Rb7c798f5ca934e00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75d5c67aaf18439b" /><Relationship Type="http://schemas.openxmlformats.org/officeDocument/2006/relationships/notesMaster" Target="/ppt/notesMasters/notesMaster1.xml" Id="R865371fa9f33446e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2e39b3e60c3c49f7" /><Relationship Type="http://schemas.openxmlformats.org/officeDocument/2006/relationships/notesMaster" Target="/ppt/notesMasters/notesMaster1.xml" Id="R10aebebc2e384d2d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d9e77e6b99c84cf3" /><Relationship Type="http://schemas.openxmlformats.org/officeDocument/2006/relationships/notesMaster" Target="/ppt/notesMasters/notesMaster1.xml" Id="R04565553abb94557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3b8bc68802cc4375" /><Relationship Type="http://schemas.openxmlformats.org/officeDocument/2006/relationships/notesMaster" Target="/ppt/notesMasters/notesMaster1.xml" Id="R3fa4d304e2954446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f1df5c46ed0a4def" /><Relationship Type="http://schemas.openxmlformats.org/officeDocument/2006/relationships/notesMaster" Target="/ppt/notesMasters/notesMaster1.xml" Id="Re75642c44d9a417b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1996720fd9e84b67" /><Relationship Type="http://schemas.openxmlformats.org/officeDocument/2006/relationships/notesMaster" Target="/ppt/notesMasters/notesMaster1.xml" Id="R36c6b6173fcc472f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08a4e55565ed4963" /><Relationship Type="http://schemas.openxmlformats.org/officeDocument/2006/relationships/notesMaster" Target="/ppt/notesMasters/notesMaster1.xml" Id="Ra89dc5cd0602400a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64aca405e00e4611" /><Relationship Type="http://schemas.openxmlformats.org/officeDocument/2006/relationships/notesMaster" Target="/ppt/notesMasters/notesMaster1.xml" Id="R757648807f0b418c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5ab13796df244d5c" /><Relationship Type="http://schemas.openxmlformats.org/officeDocument/2006/relationships/notesMaster" Target="/ppt/notesMasters/notesMaster1.xml" Id="R05b9a73adc6248fe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e9339395819b4ded" /><Relationship Type="http://schemas.openxmlformats.org/officeDocument/2006/relationships/notesMaster" Target="/ppt/notesMasters/notesMaster1.xml" Id="R878371177ba44b0c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a140554d1760430a" /><Relationship Type="http://schemas.openxmlformats.org/officeDocument/2006/relationships/notesMaster" Target="/ppt/notesMasters/notesMaster1.xml" Id="R26b9afc951e342a1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cb10758505354029" /><Relationship Type="http://schemas.openxmlformats.org/officeDocument/2006/relationships/notesMaster" Target="/ppt/notesMasters/notesMaster1.xml" Id="Rc390f3f006fe44d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画面
# 使用 AI 进阶能力实现较为复杂的需求
**从需求拆解、开发、验证，到问题定位与协同闭环**
&gt; 需求 → 规格 → 任务 → 代码 → 调试 → 证据
主视觉建议：左侧是一句模糊需求，中央是紫色受控 AI 循环，右侧是绿色设备证据包；背景只保留真实设备、测试结果和日志的低透明度拼贴。
![真实 SecurityTool 防火墙域名规则页面](harmonyos-sdd-workshop-media/mdm/firewall-domain-rule-created.jpeg)
&lt;sub&gt;这张真机图只能证明规则已出现在 UI；它不能单独证明每个账号的系统 policy/rules 已正确下发。开场让学员先说“它能证明什么、不能证明什么”。&lt;/sub&gt;
讲师备注
开场不要先解释 SDD 名词。先问：“AI 说改完了、单测也过了，但新增账号没有策略，这算完成吗？”让学员明确本课的完成定义不是代码生成，而是系统事实可证明。
课名里的“较为复杂”要在这一页说清楚：不是代码行数多，而是需求存在分叉、状态跨用户与进程、实现跨工具与会话、失败会留下部分状态、最终结果必须由设备事实验证。课名里的“进阶能力”则对应上下文工程、Workflow / Agent 分工、工具调用、长任务记忆、评估反证和协同交接。
两个案例不是为了炫技。MDM 展示复杂业务如何被拆成可实现规格；GPU 展示现象模糊时如何先取证再改。课程结束后，学员应能把方法迁移到任何 HarmonyOS 复杂需求。
演示动作
快速展示一组对照：绿色单测输出 + 真机上账号 123 未收敛的日志。此时不解释原因，只留下悬念。
通过条件
学员能复述：**AI 输出只是候选变更，测试与设备事实共同决定是否完成。**
素材
- MDM 首页真机截图
- 一段单测全绿输出
- 一段账号新增后未收敛的设备日志
---
转入下一页
本页结论收束后，下一页进入“两小时跑通一条主闭环，再做一次跨域迁移”。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C:\Users\mu\Desktop\code\harmonyos-sdd-ralph-workshop\harmonyos-sdd-ralph-workshop.md</a:t>
            </a:r>
          </a:p>
          <a:p xmlns:a="http://schemas.openxmlformats.org/drawingml/2006/main">
            <a:r>
              <a:t>- C:\Users\mu\Desktop\code\harmonyos-sdd-ralph-workshop\harmonyos-sdd-workshop-media\mdm\firewall-domain-rule-created.jpeg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承接上一页
上一页解决“使用 AI 进阶能力
实现较为复杂的需求”，这一页继续回答“两小时跑通一条主闭环，再做一次跨域迁移”。
画面
**MDM 主闭环｜TEACHING COMPOSITE**
&gt; 设备当前处于 `public` 且防火墙已开启，已覆盖账号 `[100,112]`。系统收到 `account-added(123)` 后，先等待账号事实稳定，再把 public policy / preset rules 补到最新账号集合。若账号 123 的第 2 条规则下发失败，必须恢复旧状态，不得保存目标 signature，并留下可回读证据。
```mermaid
flowchart LR
    A[账号 123 新增] --&gt; B[稳定快照]
    B --&gt; C[模式重放]
    C --&gt; D[故障注入]
    D --&gt; E[补偿与回读]
```
讲师备注
这条英雄任务由三个真实问题组合：账号快照时序、跨进程事实传播、模式重放失败补偿。课程后面遇到的“已经开启/关闭、重复事件、部分失败、systemRuleId、MCP 回读”都挂到这条主闭环上；第 28–38 页再把同一套控制方法迁移到 GPU 证据诊断，而不是开启一门新课。
冻结课堂语义：
- 新增事件第一次读到 `[100,112]` 不是稳定；直到包含触发账号 123 才可 dispatch。
- public/private 账号集合变化时重放模式；custom 只同步默认 policy，不自动扩大旧自定义规则作用域。
- 模式重放是事务：失败后尝试整体补偿，并重建恢复后的 deployment identity。
- 总开关部分失败不是同一语义，后面专门比较。
演示动作
在白板或画布上固定写出 `100 / 112 / 123`，后续所有需求、测试与日志都沿用这三个 ID。
通过条件
所有小组使用同一英雄任务，不按模块分组拆散主链。
素材
- 账号集合变化示意图
- `FirewallAccountChangeHandler.ets`
- `FirewallModeSwitchService.ets`
---
转入下一页
本页结论收束后，下一页进入“复杂任务每轮必须留下六类证据”。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C:\Users\mu\Desktop\code\harmonyos-sdd-ralph-workshop\harmonyos-sdd-ralph-workshop.md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承接上一页
上一页解决“两小时跑通一条主闭环，再做一次跨域迁移”，这一页继续回答“复杂任务每轮必须留下六类证据”。
画面
```mermaid
flowchart TD
    A[Task：本轮唯一结果] --&gt; B[RED：制造可解释失败]
    B --&gt; C[AI：最小 Diff]
    C --&gt; D[Verify：窄测与回归]
    D --&gt; E[Evidence：日志与系统事实]
    E --&gt; F{停止条件满足？}
    F -- 否 --&gt; A
    F -- 是 --&gt; G[提交结果]
```
**可选对照图（PPT 制作时与上方 Mermaid 二选一）**
![Autonomous Agent：Human、LLM、Environment、Feedback 与 Stop](harmonyos-sdd-workshop-media/anthropic/autonomous-agent-loop.png)
&lt;sub&gt;讲师读图：Agent 不是“连续生成代码”，而是在环境反馈中行动，并在检查点接受人类判断或满足停止条件。图源：Anthropic《Building Effective Agents》。&lt;/sub&gt;
每轮写入 `progress.md`：
`假设 / RED 命令与输出 / 修改文件 / GREEN 输出 / 新事实 / 剩余风险 / Stop 或 Next`
讲师备注
SDD 负责“要到哪里、边界是什么”；Ralph Loop 是“一次走多远、何时停止”的一种 Harness；MCP 只是 Verify 阶段的执行器。不要把三者画成并列方法，也不要把课程讲成某个模型或框架的使用说明。
停止条件必须可执行：窄测试绿、相关回归绿、diff 在任务允许范围、设备事实与规格一致。权限、签名、设备或 getter 阻塞时，结论是 `UNKNOWN`，记录阻塞并停止，不继续猜测。
**Anthropic 方法锚点**：`Building Effective Agents` 强调 Agent 每一步都要从环境获取 ground truth，并用 checkpoint 与 stopping condition 控制执行；其 Agent 工程最佳实践进一步强调“给 Agent 一个它能运行的检查”，否则它只能在“看起来完成”时停下。本课把这一观点具体化为四级检查：目标 RED/GREEN、相关回归、HAP 构建、真机 getter / 帧级证据。截图是可读信号，但不能替代更强的系统事实。
演示动作
展示两份短 `progress.md`：Round 1 解决账号可见性；Round 2 解决模式重放失败补偿。让学员看到“循环真正发生”。
通过条件
学员能区分 `PASS / FAIL / UNKNOWN`，并知道 UNKNOWN 不是失败，也不是可以伪装成 PASS。
素材
- 附录 D 任务卡模板
- 附录 E `progress.md` 模板
---
# 第一幕：把 MDM 原始需求变成可执行规格
转入下一页
本页结论收束后，下一页进入“先认识五个对象，再谈“防火墙开关””。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C:\Users\mu\Desktop\code\harmonyos-sdd-ralph-workshop\harmonyos-sdd-ralph-workshop.md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承接上一页
上一页解决“复杂任务每轮必须留下六类证据”，这一页继续回答“先认识五个对象，再谈“防火墙开关””。
画面
```mermaid
flowchart TB
    A[业务模式 public/private/custom] --&gt; B[用户级 Policy]
    A --&gt; C[业务规则 Intent]
    C --&gt; D[用户级 Deployment]
    D --&gt; E[系统规则 systemRuleId]
```
| 对象 | 作用 | 真相来源 |
|---|---|---|
| Account Set | 当前应该覆盖谁 | OS account API |
| Policy | `isOpen` 与默认动作 | MDM system getter |
| Intent | 用户想表达的业务规则 | Local repository |
| Deployment | Intent 在各用户的落点 | Local mapping + system ID |
讲师备注
新员工最容易把“账号”当 UI 筛选条件，把一条业务规则直接等同一个系统 rule。实际一条 `FirewallRuleIntent(localRuleId, targetUserIds=[100,123])` 会展开为多个 deployment，每个 deployment 拥有独立 `systemRuleId`。
还要把三个维度拆开：
- `isOpen`：总开关。
- `mode`：默认动作与预置规则策略。
- `rules`：显式规则集合。
提交 `deaf8f27` 的真实故障就是旧实现把模式切换与 `isOpen=true` 绑定，导致“已经关闭，切模式又打开”。它比抽象解释状态分层更适合开场。
演示动作
打开 `models/firewall/FirewallModels.ets` 或设计文档，只定位 Intent、Deployment、Policy 三个结构；暂不浏览 UI。
通过条件
学员能解释为什么恢复系统规则后，不能继续使用旧 `systemRuleId`。
素材
- `entry/src/main/ets/models/firewall/FirewallModels.ets`
- commit `0ad3c1fa`、`deaf8f27`
---
转入下一页
本页结论收束后，下一页进入“原始需求的问题不是长，而是决定被藏起来了”。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C:\Users\mu\Desktop\code\harmonyos-sdd-ralph-workshop\harmonyos-sdd-ralph-workshop.md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承接上一页
上一页解决“先认识五个对象，再谈“防火墙开关””，这一页继续回答“原始需求的问题不是长，而是决定被藏起来了”。
画面
&gt; 防火墙支持 public / private / custom 三种模式和总开关；面向全部本地账号下发；账号增删后自动同步；处理已经开启/关闭、重复操作、部分失败和页面刷新。
**SESSION FACT｜问题不是一次说清楚的**
&gt; “先不要改，先看看要怎么改，怎么实时拿到账号信息。”
这句话同时冻结了三件事：本轮禁止写代码、当前目标是找到系统事实源、输出必须是方案与验收点。
只高亮四个实现分叉：
1. “全部账号”以事件参数、缓存还是 OS 快照为准？
2. 部分失败时保留成功结果，还是整体回滚？
3. “已应用”由本地 mode、signature 还是系统回读决定？
4. Extension 完成后，UI 如何跨进程获得事实？
讲师备注
AI 直接拿到这段话时，往往会自行补齐业务决策：用当前登录账号、对所有失败统一 try/catch、操作成功后直接改 UI、用内存单例通知页面。这些实现都可能编译通过，但不一定是正确产品语义。真实 Session 里，用户先后追问“后面如果还有数据怎么办”“这样可拓展性怎么样”“这个修改感觉是在打补丁”，说明需求澄清不是一次生成文档，而是持续关闭会改变实现路径的分叉。
课程不要求学员一开始知道答案，只要求先把“会导致不同代码路径”的问题列出来。判断标准：不同答案是否会改变状态模型、系统调用顺序、回滚、测试或验收？如果会，就是必须关闭的歧义。
演示动作
先只投屏原始需求，让 AI 输出名词、状态、触发器、失败点和待决问题；再揭示 Session 原话，让学员标出新增的权限、目标和停止条件。禁止给代码和架构。
通过条件
至少得到 8 个会改变实现的待决问题；没有出现“建议使用 MVVM”之类泛化方案。
素材
- 原始需求卡
- 推荐 Prompt：附录 C
---
转入下一页
本页结论收束后，下一页进入“实践：先让 AI 找分叉，人来冻结语义”。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C:\Users\mu\Desktop\code\harmonyos-sdd-ralph-workshop\harmonyos-sdd-ralph-workshop.md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承接上一页
上一页解决“原始需求的问题不是长，而是决定被藏起来了”，这一页继续回答“实践：先让 AI 找分叉，人来冻结语义”。
画面
**输入**：英雄任务 + 当前领域对象。
**AI 允许做**：列出实现分叉，并说明每个分叉会影响哪类代码或测试。
**人必须决定**：账号事实、重复操作、部分失败、提交点、UI 展示口径。
**交付**：`spec.md / Open Decisions`，每项只有 `OPEN` 或明确答案。
Prompt 约束：
```text
不要设计方案，不要写代码。
只找会改变状态、调用顺序、补偿或验收的歧义。
每项给出至少两个互斥答案及其工程影响。
```
讲师备注
课堂揭晓的核心决定：
- 账号事件只是触发器，OS account snapshot 才是事实。
- `account-added` 当前稳定条件是“快照包含 triggerAccountId”，不是连续两次读取相同。
- 首页总开关写入覆盖全部用户，但展示只读当前/管理用户；这是 `CURRENT`，不是全局一致性证明。
- 模式切换失败整体补偿；总开关部分失败保留成功账号。这两条并不矛盾，因为事务边界由规格决定。
- UI 刷新与业务 reconcile 分离，CommonEvent 传递事实，不承担业务事务。
演示动作
2 人一组，3 分钟标记 AI 输出中的“事实问题”和“产品决策”；最后 1 分钟全班冻结课堂答案。
通过条件
不允许把仍为 `OPEN` 的高影响问题直接交给 AI 实现。
素材
- `AccountChangeCoordinator.ets`
- `FirewallPolicyService.ets`
- commit `c0c1bc9f`、`b8339196`
---
转入下一页
本页结论收束后，下一页进入“EARS 让一句“自动同步”直接长出测试”。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C:\Users\mu\Desktop\code\harmonyos-sdd-ralph-workshop\harmonyos-sdd-ralph-workshop.md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承接上一页
上一页解决“实践：先让 AI 找分叉，人来冻结语义”，这一页继续回答“EARS 让一句“自动同步”直接长出测试”。
画面
**Before**
&gt; 新增账号后自动同步防火墙。
**After — TEACHING / FR-ACC-001**
```text
WHEN 收到 account-added(123)，
WHILE 当前模式为 public 且 desiredEnabled=true，
THE SYSTEM SHALL 在包含 123 的账号快照上重放模式；
IF 5 次读取后仍不包含 123，
THEN SHALL 不 dispatch、不提交 signature，并记录 timeout。
```
讲师备注
EARS 不是为了写得像规范，而是把测试输入、前置状态、动作、结果和失败分支放进同一句话。课堂 ID 是教学资产，明确标注 `TEACHING`，避免学员误以为仓库已有这些编号。
真实实现参数：新增事件会以约 200 ms 间隔最多重试 5 次；到达包含触发账号的快照才 dispatch。删除事件当前只读一次，没有对称等待，这是后续高级 GAP。
演示动作
让学员把“重复事件不要重复下发”改写成一条 EARS；答案必须出现排序 signature 和提交条件。
通过条件
语句能直接导出至少一个成功测试和一个失败/超时测试。
素材
- `account-change-coordinator.test.ets`
- T01 RED 基线：`4b372d0d` + 从 `c0c1bc9f` 提取的目标测试
- commit `c0c1bc9f`
---
转入下一页
本页结论收束后，下一页进入“行为矩阵先冻结“什么时候回滚””。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C:\Users\mu\Desktop\code\harmonyos-sdd-ralph-workshop\harmonyos-sdd-ralph-workshop.md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承接上一页
上一页解决“EARS 让一句“自动同步”直接长出测试”，这一页继续回答“行为矩阵先冻结“什么时候回滚””。
画面
| 场景 | 系统动作 | 本地提交 | 失败语义 |
|---|---|---|---|
| 重复开启 | UI no-op | 不变 | 不再写系统 |
| 总开关部分失败 | 全用户 best-effort | 不写 `desiredEnabled` | 成功用户保留 |
| public + 新账号 | 最新快照重放 | 成功后写 mode/signature | 失败整体补偿 |
| 重复 signature | 不重放 | 不变 | 幂等跳过 |
&gt; **不是所有失败都必须回滚；事务边界先由规格决定。**
讲师备注
这是整堂课最重要的业务判断。`FirewallPage.handleToggleWithAuth` 处理“已经开/关”的 UI no-op；`FirewallPolicyService.setFirewallEnabledForAllUsers` 自身仍会认证、读取并逐用户写入。不要把 UI 层 no-op 误讲成 Service 幂等。
总开关部分失败时，100/102 成功、101 失败，成功用户不回滚，但 `desiredEnabled` 不保存，结果返回 false。模式切换不同：先快照，失败后恢复 policy/rules/mapping。完整矩阵放附录 B，PPT 只展示四个最能改变实现的场景。
演示动作
让学员给“空账号集合”和“custom 新增账号”补两行，只说预期，不写代码。
通过条件
任何人都能根据矩阵回答：失败后系统哪些变化保留、本地哪些状态能提交。
素材
- `FirewallPolicyService.ets`
- `FirewallModeSwitchService.ets`
- `service.test.ets`
---
# 第二幕：把规格变成 AI 不容易越界的设计与任务
转入下一页
本页结论收束后，下一页进入“五类状态必须分开，才能定义“已应用””。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C:\Users\mu\Desktop\code\harmonyos-sdd-ralph-workshop\harmonyos-sdd-ralph-workshop.md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承接上一页
上一页解决“行为矩阵先冻结“什么时候回滚””，这一页继续回答“五类状态必须分开，才能定义“已应用””。
画面
| 状态层 | 示例 | 能否单独证明成功 |
|---|---|---|
| User intent | `desiredEnabled=true` | 不能 |
| Local apply record | `mode=public, signature=100,112,123` | 不能 |
| System truth | 每用户 policy / rules | 可以作为最终事实 |
| UI projection | 顶部开关、模式文案 | 不能 |
醒目结论：`currentMode=public` **不等于** public 已覆盖最新账号集合。
讲师备注
还存在第 5 类“事件/运行态”：trigger、pending、inFlight、retry count。它决定何时开始 reconcile，但不能取代账号事实。
`CURRENT GAP`：`saveModeApplyState` 通过两个独立 `setValue + flush` 保存 mode 和 signature，第二次失败可能形成半提交；快照/回滚也没有完整恢复旧 apply state。课程主任务先把它写入风险清单，不假装已经解决。可作为高级任务把 mode/signature 收敛到单一原子记录。
演示动作
给出 `public + signature=100,112`，再新增账号 123，问“当前状态叫什么？”正确答案是模式意图仍为 public，但 apply coverage 已陈旧。
通过条件
学员不再用 UI 状态或本地 mode 单独判定系统已应用。
素材
- `FirewallLocalRepository.ets`
- `FirewallOverviewViewModel.ets`
---
转入下一页
本页结论收束后，下一页进入“真相源决定不变量，也暴露当前 GAP”。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C:\Users\mu\Desktop\code\harmonyos-sdd-ralph-workshop\harmonyos-sdd-ralph-workshop.md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承接上一页
上一页解决“五类状态必须分开，才能定义“已应用””，这一页继续回答“真相源决定不变量，也暴露当前 GAP”。
画面
**TEACHING：英雄任务的四条不变量**
1. 所有写操作基于一个明确、已记录的账号快照。
2. 模式切换只改变默认动作 / 规则，必须保留旧 `isOpen`。
3. 失败补偿后，本地 deployment 指向恢复后新生成的 `systemRuleId`。
4. 只有系统操作全部成功，才提交目标 mode 与 account signature。
**CURRENT GAP**：系统读取失败不能被当成“系统确实为空”。
讲师备注
仓库当前 `FirewallSystemRepository.listRules` 失败时可能回退为 `[]`，本地 mapping 读取失败也可能回退为空。这样所谓“完整快照”无法区分真实空集合与读取失败，后续 clear 可能产生破坏性动作。
因此课堂设计要增加 snapshot validity：每个 truth source 必须返回 `OK(value)` 或 `ERROR(evidence)`；只要关键读取失败，事务在写入前终止。不要让 AI 用 `catch { return [] }` 把未知变成事实。
演示动作
让 AI 搜索所有返回空数组的 catch 分支，并按“真实空 / 降级空 / 错误被吞”分类；此轮禁止改代码。
通过条件
设计文档明确列出：事实源、失败表达、写入前置条件、禁止的 fallback。
素材
- `FirewallSystemRepository.ets`
- `FirewallLocalRepository.ets`
- `FirewallModeSwitchService.createSnapshot`
---
转入下一页
本页结论收束后，下一页进入“进程边界比类图更早决定设计”。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C:\Users\mu\Desktop\code\harmonyos-sdd-ralph-workshop\harmonyos-sdd-ralph-workshop.md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承接上一页
上一页解决“真相源决定不变量，也暴露当前 GAP”，这一页继续回答“进程边界比类图更早决定设计”。
画面
```mermaid
flowchart TB
    A[EnterpriseAdmin Extension] --&gt; B[AccountChangeCoordinator]
    B --&gt; C[Handler：业务 reconcile]
    C --&gt; D[MDM API + Local Repository]
    B --&gt; E[CommonEvent：稳定账号事实]
    E --&gt; F[UIAbility / ViewModel 刷新]
```
- Extension 与 UI 不是共享内存。
- CommonEvent 负责跨进程通知，不负责事务。
- UI / ViewModel 的互斥只保护 UI 入口，不是全局 writer lock。
讲师备注
提交 `53751b2e` 将协调器改为 handler registry；`cecf6d17` 让稳定账号事实即使某个 handler 失败也继续发布，避免一个业务消费者阻断整个 UI 刷新链。
必须指出真实边界：`FirewallPage` / `FirewallOverviewViewModel` 的模式与开关互斥，只覆盖 UI 进程；Extension 触发的 account reconcile 与 UI 操作之间仍没有全局写串行器。这是 `CURRENT GAP`，不能说“Coordinator 已串行所有写操作”。
演示动作
打开 Extension、Coordinator、EntryAbility 三处代码，先用历史已有的 `accountId / signature / process` 标注日志位置，再让学员补设计跨进程 `eventId`；明确后者是遥测改进，不是历史已有字段。
通过条件
学员能回答：业务处理失败后为什么仍可能需要发布账号事实，以及 UI lock 为什么不能防止 Extension 并发写。
素材
- `AccountChangeCoordinator.ets`
- `FirewallAccountChangeHandler.ets`
- commit `53751b2e`、`cecf6d17`、`f6886182`
---
转入下一页
本页结论收束后，下一页进入“一行追踪关系，限制 AI 只改必要边界”。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C:\Users\mu\Desktop\code\harmonyos-sdd-ralph-workshop\harmonyos-sdd-ralph-workshop.md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承接上一页
上一页解决“进程边界比类图更早决定设计”，这一页继续回答“一行追踪关系，限制 AI 只改必要边界”。
画面
| 需求 | 设计决定 | 实现锚点 | 验证证据 |
|---|---|---|---|
| FR-ACC-001 | 新增账号必须等 trigger 可见 | `loadStableSnapshot` | RED/GREEN + retry log |
| FR-MODE-002 | 模式失败整体补偿 | `rollbackToSnapshot` | fault injection + getter |
| FR-ID-001 | 恢复后重映射 ID | `remapDeployments` | mapping 与系统 ID 对齐 |
页尾：**追踪矩阵不是文档装饰，它决定下一轮 AI 可以碰哪里。**
讲师备注
课堂只展示英雄任务三行；完整追踪矩阵放附录。每一行必须能回答：为什么改、哪个边界负责、先看到什么失败、最后用什么事实验收。
不允许“为了更优雅”同时重构 ViewModel、Repository、Service。若失败首先发生在 snapshot 时序，本轮文件边界就只允许 Coordinator 与对应测试。设计的价值之一，是帮 AI 拒绝无关改动。
演示动作
让学员选 FR-ACC-001，圈出允许修改的两个文件和明确禁止的 UI / Store 文件。
通过条件
一条需求可以顺向追到证据，也能从一个 diff 反向说明它服务哪个需求。
素材
- 附录 C 设计模板
- 附录 D 任务卡模板
---
转入下一页
本页结论收束后，下一页进入“实践：先做只读勘察，不让 AI 猜代码”。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C:\Users\mu\Desktop\code\harmonyos-sdd-ralph-workshop\harmonyos-sdd-ralph-workshop.md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承接上一页
上一页解决“一行追踪关系，限制 AI 只改必要边界”，这一页继续回答“实践：先做只读勘察，不让 AI 猜代码”。
画面
**T00 / Read-only Exploration**
**输入**：FR-ACC-001、仓库根目录、英雄任务。
**只允许**：搜索入口、调用链、真相源、写入点、提交点、测试和历史提交。
**禁止**：修改生产文件；凭命名推断行为；给出未经代码支持的 API。
**输出七项**：
`入口 / 事实源 / 副作用 / commit point / 现有测试 / 相关提交 / Spec Gap`
![Coding Agent 高层时序：先澄清，再携带上下文搜索、修改与测试](harmonyos-sdd-workshop-media/anthropic/coding-agent-flow.png)
&lt;sub&gt;讲师读图：把上半段“Clarify / Refine”对应需求拆解，把下半段“Search / Write / Test”对应开发验证；两段之间传递的是收敛后的上下文，不是整段聊天。图源：Anthropic《Building Effective Agents》。&lt;/sub&gt;
讲师备注
这是 AI 使用中最省返工的一步。推荐让 AI 先用 `rg` 找符号，再读最短调用链，再用 `git log -S` / `git show` 解释为什么代码现在这样。提交历史是证据，不是课程结构。
英雄任务的真实入口包括：`AccountChangeCoordinator.loadStableSnapshot/runOnce`、`FirewallAccountChangeHandler.handle`、`FirewallModeSwitchService.createSnapshot/applyModeToUsers/rollbackToSnapshot/remapDeployments`。
**Anthropic 方法锚点**：Anthropic 的 Agent 工程实践建议将 Explore、Plan、Implement 分开，避免在尚未理解代码时直接解决错误问题。T00 就是这个原则的 HarmonyOS 版本：勘察轮次保持只读，输出必须引用文件、函数、测试和历史提交；冻结 Spec Gap 与修改边界后，再用干净的实现轮次执行任务。探索过程可以很宽，但交给实现轮次的上下文必须收敛。
演示动作
现场运行一次只读 Prompt；若 AI 输出了不存在的 `firewall.get_runtime_state`，当场标红并要求提供定义位置。
通过条件
输出中的每个函数、测试和能力都能在仓库中定位；未知项标记 GAP，不得编造。
素材
- `repos/security_tool`
- commit `94ff17e7`、`c0c1bc9f`、`0b5edc5f`
---
转入下一页
本页结论收束后，下一页进入“任务卡只允许一个可观察结果”。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C:\Users\mu\Desktop\code\harmonyos-sdd-ralph-workshop\harmonyos-sdd-ralph-workshop.md</a:t>
            </a:r>
          </a:p>
          <a:p xmlns:a="http://schemas.openxmlformats.org/drawingml/2006/main">
            <a:r>
              <a:t>- C:\Users\mu\Desktop\code\harmonyos-sdd-ralph-workshop\harmonyos-sdd-workshop-media\anthropic\coding-agent-flow.png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承接上一页
上一页解决“实践：先做只读勘察，不让 AI 猜代码”，这一页继续回答“任务卡只允许一个可观察结果”。
画面
```text
T01 — account-added 等到 trigger 可见
Requirement: FR-ACC-001
Allowed: AccountChangeCoordinator + 对应测试
Forbidden: UI、Firewall Handler、Repository
RED: [100,112] → [100,112] → [100,112,123]
GREEN: handler 只执行一次，参数包含 123
STOP: 窄测/回归绿；diff 不越界；progress 已记录
```
&gt; 任务按“可验证依赖”切，不按页面、类或文件数量切。
讲师备注
推荐四张任务卡：
- T00：只读勘察。
- T01：新增账号稳定快照。
- T02：模式重放故障与补偿。
- T03：设备验收 getter / evidence contract。
当前生产 `wait()` 使用真实 `setTimeout` 且为私有实现，不能在讲义里伪装成可直接 mock 的测试。课堂有两种诚实做法：使用仓库现有 Hamock 测试结构与短等待；或先把 `Clock / RetryPolicy` 注入作为独立设计任务，再写确定性测试。
**Anthropic 方法锚点**：`Effective Harnesses for Long-Running Agents` 观察到长任务最常见的失败是一次做太多、留下半实现，或看到已有进度后提前宣布完成。其应对方式是一次只推进一个 feature，完成后留下干净状态、Git 记录和 progress。T01/T02/T03 因此不是按页面或类拆分，而是按“一个可观察结果＋一个可执行停止条件”拆分；不得通过删除测试、扩大范围或顺手重构制造假完成。
演示动作
学员将一个“实现多用户防火墙”大任务改写成上面的一张 7 行任务卡。
通过条件
本轮失败时能明确判断：是任务没完成，还是任务定义越界；不存在“顺便重构”。
素材
- `entry/src/test/firewall/account-change-coordinator.test.ets`
- 附录 D
---
# 第三幕：让受控循环真正跑两轮
转入下一页
本页结论收束后，下一页进入“Round 1：先看见一个解释得通的 RED”。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C:\Users\mu\Desktop\code\harmonyos-sdd-ralph-workshop\harmonyos-sdd-ralph-workshop.md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承接上一页
上一页解决“任务卡只允许一个可观察结果”，这一页继续回答“Round 1：先看见一个解释得通的 RED”。
画面
**目标行为**：新增账号事件到达时，旧快照不能进入 handler。
```text
Read #1  [100,112]       → reject
Read #2  [100,112]       → reject
Read #3  [100,112,123]   → dispatch once
```
RED 断言：
- 在第 1、2 次读取后 handler 调用数为 0。
- 第 3 次读取后 handler 调用数为 1。
- dispatch snapshot 包含 123。
- 超时路径不 dispatch、不 publish 旧快照。
讲师备注
不要展示一段无法运行的伪 Hamock 代码。现场材料应提前在当前仓库环境中跑过，并保留真实命令与失败输出。测试先失败的原因必须与需求一致，而不是 import、mock 或 SDK 配置错误。
当前实现所谓 stable 不是“两次读取完全相同”，而是新增场景中“包含 triggerAccountId”。`account-removed` 当前读一次即处理；可把“删除事件仍看到 123”作为高级 RED，但不要混进 T01。
演示动作
在全模块测试中运行目标用例并保存 `unit-test-red.txt`。真实 RED 是 `expect 1 equals 2`：基线只读一次就 dispatch，而测试要求等到第二次快照出现 123。让学员用一句话解释它与 FR-ACC-001 的关系。
```text
ERROR: Error in should wait until added account appears before dispatching handlers,
expect 1 equals 2
BUILD SUCCESSFUL ...
HVIGOR_EXIT=0
```
这里故意保留 Hvigor 的反直觉输出：命令横幅和退出码看起来成功，目标用例仍然失败。判定必须读取用例级错误或 `test_result.txt`。
通过条件
只有目标断言失败；环境错误、编译错误或无关用例失败不能进入实现阶段。
素材
- `account-change-coordinator.test.ets`
- commit `c0c1bc9f`
- `evidence/mdm/t01-red-green.md`
---
转入下一页
本页结论收束后，下一页进入“Round 1：AI 只补最小状态转换”。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C:\Users\mu\Desktop\code\harmonyos-sdd-ralph-workshop\harmonyos-sdd-ralph-workshop.md</a:t>
            </a:r>
          </a:p>
          <a:p xmlns:a="http://schemas.openxmlformats.org/drawingml/2006/main">
            <a:r>
              <a:t>- C:\Users\mu\Desktop\code\harmonyos-sdd-ralph-workshop\evidence\mdm\t01-red-green.md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承接上一页
上一页解决“Round 1：先看见一个解释得通的 RED”，这一页继续回答“Round 1：AI 只补最小状态转换”。
画面
```text
event = account-added(123)
repeat at most 5 times:
  snapshot = readSystemAccounts()
  if snapshot contains 123:
    return VALID(snapshot)
  wait 200ms
return TIMEOUT
```
AI 修改约束：
- 不改 handler 业务。
- 不把 trigger 直接 append 到快照。
- 读取失败与空集合保持可区分。
- timeout 不 dispatch 旧事实。
讲师备注
“把 123 加进数组”会让测试绿，却伪造 OS 事实；这正是需要人工审查的 AI 捷径。实现还要考虑协调器已有的 debounce、single-flight 和 pending 语义，不能为一个重试分支破坏全局调度。
**SESSION FACT｜错误方案必须进入课堂**
&gt; “延迟 2S 还是拿不到，你分析得不对吧。”
这句话不是要求把 2 秒改成 5 秒，而是在否定“只是系统数据刷新慢”的假设。让学员回答：延迟改变了等待时间，但是否改变了事实源、进程边界和发布机制？若没有，就不能把继续加延迟称为最小实现。
代码已经存在相应实现，课堂可以采用“遮住关键分支，让 AI 按任务卡补齐”的训练仓，或使用历史提交前的版本。若直接在当前 HEAD 上演示，应改为高级缺口，例如移除事件对称稳定条件。
演示动作
让 AI 先输出计划和预计 diff，再允许写；完成后展示实际 diff，只审查状态转换与越界文件。最后运行同一条命令，确认目标用例记录 `result=Success`；覆盖率报告器仍出现的 `00507008` 单独记为工具链 GAP，不能混进本轮业务 GREEN。
通过条件
T01 窄测试转绿，相关 coordinator 回归通过，修改文件不超出 Allowed。
素材
- `AccountChangeCoordinator.loadStableSnapshot`
- `AccountChangeCoordinator.runOnce`
- T01 GREEN：`c0c1bc9f`
- `evidence/mdm/t01-red-green.md`
---
转入下一页
本页结论收束后，下一页进入“长任务的记忆写在 progress，不在聊天记录”。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C:\Users\mu\Desktop\code\harmonyos-sdd-ralph-workshop\harmonyos-sdd-ralph-workshop.md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承接上一页
上一页解决“Round 1：AI 只补最小状态转换”，这一页继续回答“长任务的记忆写在 progress，不在聊天记录”。
画面
| Round | 假设 | 证据 | Stop / Next |
|---|---|---|---|
| 1 | 事件先于账号查询可见 | 前两读无 123，第三读出现 | GREEN；进入故障注入 |
| 2 | 模式重放失败会污染 apply state | 用户 123 第 2 条 add 失败 | 回滚后 getter 再判断 |
![Prompt Engineering 与 Context Engineering 对比](harmonyos-sdd-workshop-media/anthropic/prompt-vs-context-engineering.png)
&lt;sub&gt;讲师读图：左边只优化一次输入；右边每轮都从文档、工具、记忆和历史中筛选上下文。课堂中 `spec + current task + progress + evidence index` 就是右侧 Curation 的具体实现。图源：Anthropic《Effective Context Engineering for AI Agents》。&lt;/sub&gt;
`progress.md` 本轮新增事实：
&gt; “稳定”是 trigger 可见，不是连续读相同；删除事件尚无对称等待。
讲师备注
每轮至少记录七项：hypothesis、RED command/output、files changed、GREEN command/output、new fact、remaining risk、stop reason。这样换人、换会话或上下文压缩后，AI 仍从事实继续，而不是重新猜一遍。
不要把长聊天复制进 progress。它是外部控制面：一句事实对应一份证据，一条风险对应下一张任务卡。
**Anthropic 方法锚点**：`Effective Context Engineering for AI Agents` 将上下文视为有限注意力预算，目标不是把资料全部塞进去，而是保留能最大化当前任务成功率的最小高信号信息；对长任务，结构化记笔记比保留完整聊天更可靠。因此新会话只加载 spec、当前 task、progress、相关代码和证据索引：保留架构决定、未解决风险、修改文件和验证命令，丢弃重复搜索过程与大段原始工具输出。
演示动作
做一次上下文 A/B：A 组获得压缩后的长聊天，B 组只获得 `spec + current task + progress + related files + evidence index`。两组都要在 90 秒内写出下一步、禁止范围和缺失证据，再比较谁引入了更多未经支持的假设。
通过条件
另一组只读 `progress.md` 就能复现已完成行为、剩余风险与停止原因。
素材
- 附录 E `progress.md` 模板
- `unit-test-red.txt` / `unit-test-green.txt`
---
转入下一页
本页结论收束后，下一页进入“DEBUG：先找最早异常，不从 UI 倒推”。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C:\Users\mu\Desktop\code\harmonyos-sdd-ralph-workshop\harmonyos-sdd-ralph-workshop.md</a:t>
            </a:r>
          </a:p>
          <a:p xmlns:a="http://schemas.openxmlformats.org/drawingml/2006/main">
            <a:r>
              <a:t>- C:\Users\mu\Desktop\code\harmonyos-sdd-ralph-workshop\harmonyos-sdd-workshop-media\anthropic\prompt-vs-context-engineering.png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承接上一页
上一页解决“长任务的记忆写在 progress，不在聊天记录”，这一页继续回答“DEBUG：先找最早异常，不从 UI 倒推”。
画面
**SESSION FACT｜假设阶梯**
| 轮次 | 当前假设 | 新证据 | 判定 |
|---|---|---|---|
| 1 | 系统账号查询只是刷新慢 | 延迟 2 秒后现象不变 | 假设被推翻 |
| 2 | `SystemUserProvider` 没读到新事实 | Provider raw=`[100,114]`，snapshot signature=`100,114` | Provider 读取成立 |
| 3 | 进程内静态状态能通知页面 | Extension 与 UI 位于两个进程 | 传播边界错误 |
| 4 | 接入 CommonEvent 即全部完成 | 卡片刷新，但已有规则和记录未刷新 | 只得到局部 GREEN |
最早异常不是“页面没刷新”，而是：**事实已经产生，但没有跨进程、按职责传播到所有依赖者。**
讲师备注
本页优先沿账号主线展示“延迟补丁 → Provider 日志 → 进程边界 → 局部 GREEN”的推理。它训练的是：每轮只保留一个可证伪假设，并明确什么证据会推翻它。
第二个可选案例是提交 `4906f7d3 → 06864339 → 78fca089`：public 规则把可选字段 `remoteIps: undefined` 带进 MDM API，真机 `addNetFirewallRule` 返回 401；随后收敛为只有有效字段才进入 payload，并保留原始错误码供上层映射。这个案例用于说明“最早异常也可能位于 payload 契约”，不要与账号传播根因混成一次历史故障。
平台真实缺少企业管理员能力常见错误码为 `9200001`；201 是权限 / admin 状态类映射之一。课堂不要把模拟错误码当唯一真机事实。
演示动作
先给出前两轮证据，让学员选择下一条最小日志；揭示跨进程事实后，再让他们解释为什么 CommonEvent 只带来了局部 GREEN。时间允许时再打开 `FirewallRuleUtils.ets` 的 401 diff 作为迁移练习。
通过条件
定位结论能被具体日志、进程事实或系统返回推翻；不能只写“可能是缓存、权限或参数”。
素材
- commit `4906f7d3`、`06864339`、`78fca089`
- 账号变化 Session 证据卡（附录 L1）
- `FirewallRuleUtils.ets`
- `FirewallSystemRepository.ets`
---
转入下一页
本页结论收束后，下一页进入“先由规格决定事务边界”。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C:\Users\mu\Desktop\code\harmonyos-sdd-ralph-workshop\harmonyos-sdd-ralph-workshop.md</a:t>
            </a:r>
          </a:p>
          <a:p xmlns:a="http://schemas.openxmlformats.org/drawingml/2006/main">
            <a:r>
              <a:t>- C:\Users\mu\Desktop\code\harmonyos-sdd-ralph-workshop\evidence\mdm\account-cross-process-log.md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承接上一页
上一页解决“DEBUG：先找最早异常，不从 UI 倒推”，这一页继续回答“先由规格决定事务边界”。
画面
| 操作 | 当前语义 | 部分失败后 | 本地提交 |
|---|---|---|---|
| 总开关 | Best-effort | 成功账号保持 | 不写 desired |
| 模式切换 | All-or-nothing | 尝试整体补偿 | 不写 mode/signature |
| 新增规则 | Collect-all + rollback | 删除已成功 deployment | 不写 intent/mapping |
| DNS 目标编辑 | Remove + add | 重建旧 DNS | 保存恢复后的新 ID |
讲师备注
必须修正两个常见误讲：
1. 当前多用户 Create 会继续尝试全部目标账号、收集失败，再统一回滚；不是“第二个失败就停止第三个”。如果课程要讲 fail-fast，必须标为 TARGET 规格。
2. 不是所有 DNS 相关编辑都 remove+add；只有 `nextIntent.type === RULE_DNS` 走替换。`DNS → IP` 当前走 retained deployment 原地 update，测试 `should update retained deployments in place when editing DNS to IP` 固化了该行为。
这页核心是让学员理解：事务不是统一模板，操作的业务承诺不同，补偿策略就不同。
演示动作
让学员分别给总开关与模式切换写一句失败后断言，观察是否错误地把两者都要求 rollback。
通过条件
任务卡明确写出“允许保留什么、必须恢复什么、什么时候提交本地状态”。
素材
- `FirewallPolicyService.setFirewallEnabledForAllUsers`
- `FirewallModeSwitchService.applyModeToUsers`
- `FirewallRuleMutationService.ets`
---
转入下一页
本页结论收束后，下一页进入“成功路径先锁住唯一 commit point”。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C:\Users\mu\Desktop\code\harmonyos-sdd-ralph-workshop\harmonyos-sdd-ralph-workshop.md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承接上一页
上一页解决“先由规格决定事务边界”，这一页继续回答“成功路径先锁住唯一 commit point”。
画面
```mermaid
flowchart TD
    A[读取有效快照] --&gt; B[清理受管规则]
    B --&gt; C[写各用户 Policy]
    C --&gt; D[下发预置 Rules]
    D --&gt; E{全部成功？}
    E -- 是 --&gt; F[提交 mode + signature]
    E -- 否 --&gt; G[补偿旧快照]
```
只在绿色节点之后，目标 apply state 才能被持久化。
讲师备注
真实 `FirewallModeSwitchService.applyModeToUsers` 已经体现“快照→清理→应用 policy/rules→成功才保存→失败 rollback”。课堂先让学员把成功路径写成测试，再注入失败；不要在同一轮同时生成完整正向与所有回滚分支。
`CURRENT GAP`：mode/signature 双 key 保存不是原子操作，旧 apply state 也未完整进入 rollback。画面保持主流程简洁，备注中必须诚实标出风险。
提交 `deaf8f27` 还证明模式写入必须保留各用户旧 `isOpen`；不要因为目标是 public 就把开关偷偷设为 true。
演示动作
打开 `applyModeToUsers`，让学员在代码中标出 read barrier、side effects、commit point 和 compensation entry。
通过条件
代码中只有一个可解释的目标状态提交点；任何早于它的本地写都被视为风险。
素材
- `FirewallModeSwitchService.ets`
- commit `deaf8f27`、`0b5edc5f`
---
转入下一页
本页结论收束后，下一页进入“Round 2：在账号 123 的第 2 条规则注入失败”。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C:\Users\mu\Desktop\code\harmonyos-sdd-ralph-workshop\harmonyos-sdd-ralph-workshop.md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承接上一页
上一页解决“成功路径先锁住唯一 commit point”，这一页继续回答“Round 2：在账号 123 的第 2 条规则注入失败”。
画面
**T02 / Mode transaction fault**
`TEACHING`：这是从真实失败语义抽取的确定性故障注入，不表示同一历史 Session 恰好在账号 123 的第 2 条规则失败。
初始：`public + enabled + users=[100,112]`
目标：重放到 `[100,112,123]`
注入：账号 123 的第 2 次 `addRule` 返回失败。
四个核心断言：
1. 目标 `mode/signature` 不提交。
2. 旧 policy / rules 被尝试恢复。
3. 已新增的目标规则不残留。
4. deployment 指向恢复后新 `systemRuleId`。
讲师备注
先列出预期系统调用顺序，再让 AI 写 fault-injection test。测试要覆盖“补偿本身也可能失败”的证据输出，但无需在画面塞满所有断言。
现有 `FirewallFailedItem` 没有结构化 `phase=forward|compensate`，rollback 失败主要靠 `errorMessage` 推断。这是观测性 GAP。建议课堂 TARGET 返回：`userId / operation / phase / originalCode / rollbackCode / localRuleId / systemRuleId`。
演示动作
运行 RED；把失败点从第 2 条规则移动到 local save，观察事务期望是否仍成立。AI 只能修改 ModeSwitch 与对应测试。
通过条件
测试先红后绿；失败证据能区分 forward 与 compensate；本地没有伪造目标 signature。
素材
- `service.test.ets`
- `FirewallModeSwitchService.rollbackToSnapshot`
- commit `0b5edc5f`
---
转入下一页
本页结论收束后，下一页进入“回滚最难的是 identity，不是把旧对象写回去”。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C:\Users\mu\Desktop\code\harmonyos-sdd-ralph-workshop\harmonyos-sdd-ralph-workshop.md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承接上一页
上一页解决“Round 2：在账号 123 的第 2 条规则注入失败”，这一页继续回答“回滚最难的是 identity，不是把旧对象写回去”。
画面
```text
Before failure
  intent R1 → user 100 → systemRuleId 8001
Rollback re-add
  old rule 8001 → add again → new systemRuleId 9417
After rollback
  intent R1 → user 100 → systemRuleId 9417
```
&gt; 业务 identity 要稳定；系统 resource identity 允许在补偿后变化。
讲师备注
如果只恢复系统规则、不更新 deployment mapping，下一次编辑或删除仍会针对 8001，形成“画面看起来恢复，后续操作全部错位”的延迟故障。
真实代码通过 `remapDeployments` 维护 old→new ID。DNS 目标编辑的 remove+add 也有相同问题；恢复旧 DNS 时，新 add 仍会产生新 ID。最有价值的断言不是“规则数量恢复”，而是本地 mapping 与系统返回的新 ID 一致。
演示动作
在测试 fake repository 中让 re-add 返回固定新 ID 9417；故意保留旧 mapping，观察下一次 delete 的目标 ID。
通过条件
补偿后立即执行一次 edit/delete 仍能命中真实系统规则；mapping 不是靠旧快照原样写回。
素材
- `FirewallModeSwitchService.remapDeployments`
- `FirewallRuleMutationService.applyDnsReplaceUpdateTransaction`
- commit `0b5edc5f`、`76e7f6e6`
---
# 第四幕：让代码越过 HarmonyOS 平台门并形成设备证据
转入下一页
本页结论收束后，下一页进入“代码正确之前，先过四道平台门”。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C:\Users\mu\Desktop\code\harmonyos-sdd-ralph-workshop\harmonyos-sdd-ralph-workshop.md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承接上一页
上一页解决“回滚最难的是 identity，不是把旧对象写回去”，这一页继续回答“代码正确之前，先过四道平台门”。
画面
| Gate | 预检问题 | 失败结论 |
|---|---|---|
| SDK / API | 目标 API、API level、类型定义存在？ | BLOCKED |
| Permission / ACL | `ENTERPRISE_MANAGE_NETWORK` 等权限与签名匹配？ | BLOCKED |
| Admin | 企业管理员已激活、应用身份正确？ | BLOCKED |
| Device | 账号、网络、HDC endpoint、包版本可确认？ | UNKNOWN |
页尾：**平台预检失败时不要改业务代码。**
讲师备注
多用户账号读取还涉及 `GET_LOCAL_ACCOUNT_IDENTIFIERS`；仓库演进曾经历 activated accounts、权限约束、最终回到系统账号事实源。提交 `8f99fc27` / `9ea957d2` 可用于解释 API 与权限如何共同决定实现。
真机缺少企业管理能力可见 `9200001` 等错误；参数非法常见 401 / 2100001；DNS 冲突场景可见 29400007。不要只显示翻译后的 Toast，要保留原始 code、operation、userId 和 sanitized payload。
演示动作
用 MCP 列设备、查询包版本、构建 debug HAP；再在真机上确认 admin 激活和账号列表。任何门失败就写入 `acceptance.md / Preconditions`。
通过条件
四道 Gate 全有明确 PASS；无法确认的一项标 UNKNOWN，并停止“业务已完成”的结论。
素材
- `entry/src/main/module.json5`
- `SystemUserProvider.ets`
- `harmonyos-dev-mcp/README.md`
---
转入下一页
本页结论收束后，下一页进入“跨进程事件传事实，业务事务仍留在 Handler”。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C:\Users\mu\Desktop\code\harmonyos-sdd-ralph-workshop\harmonyos-sdd-ralph-workshop.md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承接上一页
上一页解决“代码正确之前，先过四道平台门”，这一页继续回答“跨进程事件传事实，业务事务仍留在 Handler”。
画面
```mermaid
sequenceDiagram
    participant X as Admin Extension
    participant C as Coordinator
    participant H as Firewall Handler
    participant U as UIAbility
    X-&gt;&gt;C: account-added(123)
    C-&gt;&gt;C: 读取稳定账号快照
    C-&gt;&gt;H: reconcile(snapshot)
    C--&gt;&gt;U: publish account fact
    U-&gt;&gt;U: 按当前路由刷新
```
**SESSION FACT｜关键纠偏**
&gt; “这是两个进程，你用这种静态的传递不行。”
| 接入 CommonEvent 后 | 结果 |
|---|---|
| 黑/白名单卡片 | 已刷新 |
| 已有防火墙规则 | 未刷新 |
| 操作记录 | 未刷新 |
结论：事件送达只是 `factPublished`；它不自动等于 `businessSucceeded` 或 `allConsumersReconciled`。
三个边界：
- Handler 失败不应吞掉稳定账号事实。
- CommonEvent 不能承担 policy/rule rollback。
- UI 互斥不覆盖 Extension 与 UI 的全局并发写。
讲师备注
页面第 11 页讲“架构为什么这样分”，本页讲“运行时如何调试”。历史真机日志已经证明 Extension 收到删除事件、Provider 读到 `[100,114]`、Coordinator dispatch 且 Handler 返回成功；同一链路没有 UI 进程日志，且 `previous=` 暴露首次 diff 基线不可信。
历史日志没有统一 `eventId`，不能为了课件完整而补造。目前只能用 `time window + source + trigger + signature + process` 关联；显式 `eventId/runId` 应作为下一张可观测性任务卡。因而这里讲“两进程、四阶段”，其中事件接收、事实读取、业务 reconcile 有证据，UI 消费只有局部 GREEN。
提交 `0650b8eb` 展示 Extension 与 UI 不能依赖进程内单例；`cecf6d17` 展示 handler 失败与账号事实发布是两种结果。这里还要保留 `CURRENT GAP`：缺少覆盖所有 writer 的全局串行策略。
演示动作
先给学员真实脱敏日志，要求判断哪些阶段有直接证据、哪些仍是 UNKNOWN；再给出 CommonEvent 后“卡片已刷新、规则和记录未刷新”的局部结果，分别填写 `eventReceived`、`businessSucceeded`、`factPublished`、`uiRefreshed`。最后让学员设计下一版 `eventId` 字段，而不是假设历史已经有它。
通过条件
日志能区分 `factPublished`、`businessSucceeded`、`uiRefreshed` 三个布尔结果，而不是一个“成功”。
素材
- `AccountChangeCoordinator.ets`
- `AccountChangeEventBus.ets`
- commit `0650b8eb`、`cecf6d17`
- `evidence/mdm/account-cross-process-log.md`
---
转入下一页
本页结论收束后，下一页进入“MCP 是证据执行器，不是事实制造器”。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C:\Users\mu\Desktop\code\harmonyos-sdd-ralph-workshop\harmonyos-sdd-ralph-workshop.md</a:t>
            </a:r>
          </a:p>
          <a:p xmlns:a="http://schemas.openxmlformats.org/drawingml/2006/main">
            <a:r>
              <a:t>- C:\Users\mu\Desktop\code\harmonyos-sdd-ralph-workshop\evidence\mdm\account-cross-process-log.md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承接上一页
上一页解决“跨进程事件传事实，业务事务仍留在 Handler”，这一页继续回答“MCP 是证据执行器，不是事实制造器”。
画面
**SESSION FACT｜18 个工具真机测试暴露的四层结果**
| 结果层 | 关键问题 | 典型证据 |
|---|---|---|
| Protocol | 外部客户端请求是否满足 MCP Schema？ | 参数校验、requestId、协议错误 |
| Tool | 工具是否被调用并正常返回？ | tool result、退出码、artifact path |
| Business | 目标业务动作是否执行成功？ | 原始错误码、业务对象、日志链 |
| System | 设备最终状态是否真的改变？ | system getter、系统接口回读 |
**E2E FACT｜`FW-STATUS-001` 的真实结果摘要**
```text
tool action       toggle_firewall        PASS
UI before/after   false → true            PASS
evidence source   ui_tree                 PRESENT
internal getter   getPolicy/listRules     PRESENT
acceptance bridge get_runtime_state       MISSING
final verdict     UNKNOWN at system layer
```
CURRENT 已覆盖 build/install/launch、UI tree/action/screenshot 与 HiLog，App 内部也已有 `getNetFirewallPolicy` / `getNetFirewallRules` 读取。TARGET 是把现有读取通过测试专用只读 bridge 暴露为结构化验收事实。若课前未准备，系统验收只能是 `UNKNOWN`。
讲师备注
`harmonyos-dev-mcp` 当前明确提供设备发现、构建、安装、运行、UI 自动化、日志查询和截图。`security_tool` 的 action map 有 `firewall.toggle_status → toggle_firewall`，但没有 `firewall.get_runtime_state`。
现有 `status_toggle.json` 主要确认页面文字仍可见，并允许 `allow_unknown:true`；它不能证明所有账号的 `getNetFirewallPolicy(userId)` / `getNetFirewallRules(userId)` 正确。提交 `72cd7d47` 删除正式 E2E 的 mock/scripted 结果通道，正好强调：模拟结果不能冒充真机验收。
**Anthropic 方法锚点**：`Writing Effective Tools for Agents` 建议优先建设少量高价值、边界清晰的工具，而不是把每个底层 API 薄包装后全部暴露；工具返回也应优先提供与下一步决策相关的高信号上下文。映射到本课：`build_app`、`logs_query`、`firewall.get_runtime_state` 应分别回答“能否构建”“最早异常在哪”“系统最终事实是什么”；默认返回状态、原因码、关键对象和 evidence path，大日志按需读取，避免一次调用污染 Agent 上下文。
可选方法图放讲师备注，不与真实证据争夺画面中心：
![Augmented LLM：Retrieval、Tools 与 Memory 共同扩展模型](harmonyos-sdd-workshop-media/anthropic/augmented-llm.png)
&lt;sub&gt;讲师读图：MCP 位于 Tools，不是“第三个大脑”；Retrieval 负责取上下文，Memory / progress 负责跨轮保留事实，三者都只能为判断提供输入。图源：Anthropic《Building Effective Agents》。&lt;/sub&gt;
演示动作
给学员一份“tool returned ok，但设备策略未改变”的结果，让他们分别填写 Protocol、Tool、Business、System；再打开 action map 与 `status_toggle.json` 找出缺失的最终事实。
通过条件
没有人把截图、UI 文案或 mock JSON 当作系统 policy/rules 的最终证据。
素材
- `repos/harmonyos-dev-mcp/README.md`
- `scripts/e2e/tools/bridge_action_map.json`
- `scripts/e2e/cases/firewall/status_toggle.json`
- commit `72cd7d47`
- MCP 全工具真机测试 Session 证据卡（附录 L2）
- `evidence/mdm/firewall-runtime-readback.md`
---
转入下一页
本页结论收束后，下一页进入“实践：把验收写成可执行的系统契约”。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C:\Users\mu\Desktop\code\harmonyos-sdd-ralph-workshop\harmonyos-sdd-ralph-workshop.md</a:t>
            </a:r>
          </a:p>
          <a:p xmlns:a="http://schemas.openxmlformats.org/drawingml/2006/main">
            <a:r>
              <a:t>- C:\Users\mu\Desktop\code\harmonyos-sdd-ralph-workshop\evidence\mdm\firewall-runtime-readback.md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承接上一页
上一页解决“MCP 是证据执行器，不是事实制造器”，这一页继续回答“实践：把验收写成可执行的系统契约”。
画面
**T03 / Structured Acceptance Readback — TARGET**
```json
{
  "result": "PASS|FAIL|UNKNOWN",
  "accounts": [100, 112, 123],
  "mode": "public",
  "signature": "100,112,123",
  "users": [{"id": 123, "isOpen": true, "ruleCount": 4}],
  "failures": [],
  "evidence": {"device": "...", "timestamp": "..."}
}
```
操作链：`build → install → activate admin → trigger → logs → getter → screenshot`
**课堂任务不是 5 分钟现场开发 getter，而是先冻结证据契约和 PASS 规则。**
讲师备注
仓库已经有 App 内部 system repository getter；本页要补的是“自动验收如何稳定调用并结构化返回”的边界。课前最佳做法：准备一个测试专用、只读、最小权限的 app bridge，直接调用现有 getter，返回每用户 policy、受管规则、local apply record 和读取错误；不要通过 UI 文字二次解析。
契约必须保留：设备 ID、包版本/commit、账号快照、每用户结果、原始错误码、采集时间。读取任一关键真相源失败时 `result=UNKNOWN`，不能返回空数组并 PASS。
演示动作
给学员 UI 文案、成功日志和一份缺字段的 runtime JSON，让他们先设计 JSON Schema、PASS 判定和 UNKNOWN 条件。只有课前已经准备预构建 getter 时才运行真实回读；主课堂不在 5 分钟内临时开发 bridge。
通过条件
PASS 必须同时满足：系统账号集合、各用户 policy、预期规则、local signature/mapping 一致；截图只做辅证。
素材
- 附录 F 验收结果模板
- `FirewallSystemRepository.ets`
- `FirewallLocalRepository.ets`
- `evidence/mdm/firewall-runtime-readback.md`
---
转入下一页
本页结论收束后，下一页进入“MDM Checkpoint：交付一条完整证据链”。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C:\Users\mu\Desktop\code\harmonyos-sdd-ralph-workshop\harmonyos-sdd-ralph-workshop.md</a:t>
            </a:r>
          </a:p>
          <a:p xmlns:a="http://schemas.openxmlformats.org/drawingml/2006/main">
            <a:r>
              <a:t>- C:\Users\mu\Desktop\code\harmonyos-sdd-ralph-workshop\evidence\mdm\firewall-runtime-readback.md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承接上一页
上一页解决“实践：把验收写成可执行的系统契约”，这一页继续回答“MDM Checkpoint：交付一条完整证据链”。
画面
**同伴验收只问六件事**
1. `spec.md` 是否冻结账号事实、失败语义与提交点？
2. `design.md` 是否区分 intent、local apply、system truth、UI？
3. T01 是否真的出现过可解释 RED 与 GREEN？
4. T02 故障后是否恢复 identity，而非只恢复数量？
5. 设备证据是否来自真机，UNKNOWN 是否被诚实保留？
6. diff 是否完全落在任务允许边界？
结果只允许：`PASS / FAIL / UNKNOWN`。
| Eval 层 | 检查什么 | 反例 |
|---|---|---|
| Trace | Prompt、工具调用、diff、测试、是否越界 | 过程规范，但底层调用仍失败 |
| Outcome | 系统账号、policy、rules、signature、mapping | 页面偶然正确，但 AI 伪造账号事实 |
最终结论由 Outcome 决定；Trace 用于解释可信度、复现过程和发现越界行为。
![Evaluator–Optimizer：生成、独立评估、拒绝反馈与接受](harmonyos-sdd-workshop-media/anthropic/evaluator-optimizer.png)
&lt;sub&gt;讲师读图：Implementer 不能独自给自己打分。Reviewer 返回的必须是可执行反馈与缺失证据；只有达到预先冻结的 AC 才接受。图源：Anthropic《Building Effective Agents》。&lt;/sub&gt;
讲师备注
评分建议：规格 20，设计与不变量 20，执行 Trace 20，真机 Outcome 30，GPU 迁移 10。不要按代码行数、Prompt 长度或 AI 生成速度评分。
扩展题放到课后：删除账号对称稳定条件、mode/signature 原子保存、全局 writer serializer、结构化 compensation phase、读取失败不降级为空。它们是真实 GAP，但不应在主实践中继续扩张任务。
**Anthropic 方法锚点**：Anthropic 的长任务实践建议在长时间或高风险执行后加入 fresh-context adversarial review，让没有参与实现的 Reviewer 只根据计划、diff、测试和证据寻找缺口。Reviewer 不是所有小任务的固定仪式：单文件、强测试、低风险任务可以由确定性检查完成；跨进程、事务、权限、GPU 或接近模型可靠边界的任务才值得承担独立评估开销。课堂中的相邻小组互审就是人工版本：不读取实现者的长聊天和自我解释，只读取 spec、task、diff、progress 与 evidence pack，报告需求遗漏、越界修改和证据不足，不评价个人代码风格。
演示动作
相邻小组交换 evidence pack，4 分钟内只按六问给结论，并指出一条最早缺失证据。
通过条件
每组拥有可独立检查的完整包；没有“我本机应该是好的”这种口头通过。
素材
- 附录 A Runbook
- 附录 G 评分表
---
# 第五幕：把同一方法迁移到 AVC420 / AVC444
转入下一页
本页结论收束后，下一页进入“GPU 问题先走 Evidence-first”。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C:\Users\mu\Desktop\code\harmonyos-sdd-ralph-workshop\harmonyos-sdd-ralph-workshop.md</a:t>
            </a:r>
          </a:p>
          <a:p xmlns:a="http://schemas.openxmlformats.org/drawingml/2006/main">
            <a:r>
              <a:t>- C:\Users\mu\Desktop\code\harmonyos-sdd-ralph-workshop\harmonyos-sdd-workshop-media\anthropic\evaluator-optimizer.png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承接上一页
上一页解决“MDM Checkpoint：交付一条完整证据链”，这一页继续回答“GPU 问题先走 Evidence-first”。
画面
**能力回扣**：Eval 与反证｜先冻结现象和缺失证据，不让 AI 从“黑屏”直接跳到 decoder/shader。
**MDM：Feature-first**
`需求 → 规格 → 设计 → RED → 实现 → 系统回读`
**GPU：Evidence-first**
`现象 → 帧级证据 → 可证伪假设 → 设计 → 最小修改 → 同帧验收`
&gt; 当“卡顿”还不能对应到某个边界时，直接让 AI 优化代码只会扩大搜索空间。
![真实远程桌面播放场景：只用于建立 workload，不直接证明卡顿原因](harmonyos-sdd-workshop-media/freerdp-stutter-scenario.jpeg)
![故障录屏关键帧：连接后远程窗口持续黑屏](harmonyos-sdd-workshop-media/gpu-failure-black-screen-contact.jpg)
**先让学员选，不先公布答案**：看到黑屏，你的第一步是改 shader、换 decoder、加线程，还是冻结现象并采证？要求每组选一项，并写出它能被什么证据推翻。
讲师备注
GPU 不是第二门 48 分钟原理课，而是方法迁移：学员要学会把“视频卡、拖拽卡、白帧”变成 frameId 可追踪的问题，并判断是 decode、queue、compose、present 还是上游内容。
交付只有一张 `gpu-diagnosis.md`：现象、路径、最早异常、被排除的层、下一轮唯一修改边界、反证、验收字段。
#### 讲师带入话术
&gt; “大家现在看到的是一个黑色远程窗口。先别告诉我怎么修，只告诉我：哪些是摄像机能拍到的事实，哪些是你脑中自动补出来的解释？”
把现场答案写成三栏：
| 直接事实 | 可能解释 | 还缺什么 |
|---|---|---|
| 连接后远程内容区持续黑色 | decoder 没输出 | command/decode callback 与 PTS |
| 外层 HarmonyOS 窗口仍可操作 | GPU 没有挂死 | RenderService、owner、present 事实 |
| 黑色持续超过一个刷新周期 | target 被清黑 | first remote update、retained readiness |
然后揭示本课约束：本轮只交付诊断，不以“画面暂时恢复”作为成功。学员会立刻意识到，需求不是“让它不黑”，而是“找出第一处违反显示契约的边界”。
#### 学员现场产出
```markdown
Symptom: 连接后远程内容区连续 13.7s 黑色
Known: 外层 UI 可响应；尚无完整同帧 trace
Unknown: command 是否到达、decoded content 是否有效、谁持有输出
First probe: command(codecId/frameId) + owner + EndFrame/present
Forbidden: 换 decoder、改 shader、加线程
```
演示动作
播放 13 秒黑屏录屏，先做三列记录：`直接观察 / 推测 / 尚缺证据`。第一轮不允许回答“上硬解”“改 GPU”或“加线程”。
[▶ 播放：连接后持续黑屏（13.7 秒）](harmonyos-sdd-workshop-media/gpu-failure-black-screen-13s.mp4)
通过条件
每个判断都能说出需要哪条日志或指标来证明 / 推翻。
素材
- 黑屏故障录屏与关键帧联系表
- AVC420 / AVC444 各一段真实 HiLog
---
转入下一页
本页结论收束后，下一页进入“先分开两条真实数据路径”。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C:\Users\mu\Desktop\code\harmonyos-sdd-ralph-workshop\harmonyos-sdd-ralph-workshop.md</a:t>
            </a:r>
          </a:p>
          <a:p xmlns:a="http://schemas.openxmlformats.org/drawingml/2006/main">
            <a:r>
              <a:t>- C:\Users\mu\Desktop\code\harmonyos-sdd-ralph-workshop\harmonyos-sdd-workshop-media\gpu-failure-black-screen-contact.jpg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承接上一页
上一页解决“GPU 问题先走 Evidence-first”，这一页继续回答“先分开两条真实数据路径”。
画面
**能力回扣**：上下文工程｜只加载当前 command 实际经过的 codec、consumer 与 owner，不把所有 GPU 代码塞进上下文。
```mermaid
flowchart TB
    A[FreeRDP SurfaceCommand] --&gt; B{Codec path}
    B --&gt;|AVC420| C[OH_AVCodec → opaque NativeBuffer]
    C --&gt; D[EGLImage / External OES → RGBA retained FBO]
    B --&gt;|AVC444| E[单 Decoder → mapped NV12/NV21]
    E --&gt; F[LC 更新 → retained Y/U/V textures]
    D --&gt; G[XComponent / NativeWindow]
    F --&gt; G
```
- GDI snapshot/base 只参与 AVC420 的可信 base / retained 合成；但 GPU 未消费当前命令时，420 与 444 都可能回到原生 GDI 路径，不能把“背景参与方式”和“失败回退路径”混为一谈。
- 420 的核心是 **opaque import + dirty rect + RGBA retained**。
- 444 的核心是 **mapped planes + LC + Y/U/V retained**。
![NativeBuffer 阶段色块样本](harmonyos-sdd-workshop-media/nativebuffer-test-pattern.png)
![RGBA renderer 阶段色块样本](harmonyos-sdd-workshop-media/rgba-renderer-test-pattern.png)
**课堂追问**：两张图肉眼几乎一致，能否据此证明它们走了同一条 Buffer 路径？答案必须回到代码入口、Buffer 类型和日志，而不是“看起来一样”。
讲师备注
这是必须纠正的架构事实：AVC420 retained surface 不是“4:2:0 composite”，而是 GL RGBA Texture + FBO；解码输出经 `OH_NativeBuffer → EGLImage → GL_TEXTURE_EXTERNAL_OES` 写入 dirty rect。
AVC444 才会把解码输出映射为 NV12/NV21 planes，并更新独立 Y/U/V texture state。不要把 stride / sliceHeight / plane offset 作为两个 codec 的共同 compositor 入口。
#### 逐步揭示：三个“看起来一样、实际不同”的事实
1. **协商事实**：服务器/客户端确认支持 AVC444，只能说明能力成立。
2. **命令事实**：每条 `SurfaceCommand.codecId` 才决定本条命令走 420 还是 444。
3. **输出事实**：`RenderOutputOwner` 决定谁有权向 XComponent 写入。
课堂先展示 `confirmed=avc444`，让学员举手判断；再展示历史同一时段计数 `avc420:389 avc444:0`。翻牌答案不是“协商错了”，而是：**能力确认、命令分流、输出所有权是三个不同层级的真相源。**
#### 小组任务：画出一条命令的身份证
```text
sessionId → frameId → codecId → consumer → retained state → owner → target
```
每个箭头必须写代码符号或日志字段。任何一格只能写“推测”的组，不允许进入实现阶段。
演示动作
在代码中分别定位 `Avc420GpuCompositorImpl` 与 `Avc444GpuCompositorImpl::State`，画出每条路径的“协议对象→Buffer→retained state→present”。
通过条件
学员能说明为什么不能写一个“通用 NV12 upload”同时替换 420 与 444。
素材
- `surface/avc420_gpu_compositor_internal.cpp`
- `surface/avc444_gpu_compositor_internal.cpp`
---
转入下一页
本页结论收束后，下一页进入“实践：用同一个 frameId 还原一帧”。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C:\Users\mu\Desktop\code\harmonyos-sdd-ralph-workshop\harmonyos-sdd-ralph-workshop.md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承接上一页
上一页解决“先分开两条真实数据路径”，这一页继续回答“实践：用同一个 frameId 还原一帧”。
画面
**能力回扣**：工具契约｜日志工具必须返回能串起同一帧的身份字段；学员产出 `last-good / first-abnormal`。
**G01 / Instrument only**
本轮禁止改变 renderer、queue policy 与 codec fallback，只补一条公共事件结构：
```text
runId sessionId frameId seq tsUs path event pts
queueDepth queueAgeMs durationUs owner targetEpoch result reason
```
其中 `targetEpoch` 是 **TARGET telemetry**：当前实现还没有完整的 task-carried surface generation 契约，课堂中必须标 GAP，不能伪装成现成字段。
必须串出：
`command → enqueue/decode → retained update → EndFrame → swap/present`
分别为 AVC420、AVC444 找到第一处缺失或异常事件。
![连接与诊断采集界面：用于说明采集入口，不作为队列正确性的证据](harmonyos-sdd-workshop-media/freerdp-render-queue.jpeg)
讲师备注
AI 任务卡要限制日志开销：采样策略、周期聚合、错误全量、禁止打印 bitstream 和敏感画面数据。当前仓库已有 avg/max/count、queue depth、max EndFrame gap 等诊断；不要在课程中声称已有 P95，除非这轮真的实现并验证。
MCP 可负责构建、安装、启动、日志查询与保存，但帧级字段必须由应用 HiLog / diagnostics 提供。先建立可关联 schema，后续每轮都复用，不要每次发明新日志。
当前本地 `harmony/out` 日志只能证明若干阶段事件，例如 AVC444 prewarm 与 mapped-plane 路径，**还没有一条完整的同帧 command→decode→retained→EndFrame→present 证据**。因此这页的课堂目标是补观测，不是拿残缺日志宣布 PASS。
**真实协同片段**：
&gt; 人：来的本来就是区域的，不要跟全屏绑定，要自己合成哈。
&gt;
&gt; AI：据此撤回“把当前 Buffer 当完整 Surface”的假设，把修改边界收窄到 retained RGBA FBO：SurfaceCommand 只更新 dirty rect，EndFrame 再提交完整 composite。
这段对话适合先遮住 AI 回答，只展示人的一句纠偏，让学员写出“需求语义发生了什么变化”。
#### 课堂重构示例：完整帧与断链帧
下面是**教学用目标格式**，不是声称本地已有完整日志：
```text
seq=101 frame=714 path=420 event=command       queueDepth=3 owner=gdi
seq=102 frame=714 path=420 event=decodeOutput  durationUs=3810 result=ok
seq=103 frame=714 path=420 event=retainedRect  rect=640,220,320,180 result=ok
seq=104 frame=714 path=420 event=endFrame      matched=true
seq=105 frame=714 path=420 event=present       owner=avc420Gpu result=ok
```
再删除第 103 行，并把第 105 行改成 `result=skipped reason=notReady`。让学员回答：
- 最早异常是 present skipped，还是 retainedRect 缺失？
- 下一轮探针应放在 decoder callback、renderer，还是 EndFrame？
- 什么日志出现后会推翻“retained update 没执行”的假设？
翻牌原则：**最终失败负责描述现象，最早断链负责选择修改层。**
演示动作
四人协同实操：A 控制复现场景，B 用 MCP 构建/安装/抓日志，C 让 AI 只做同 frameId 排序与缺口标注，D 负责反证。保存 `gpu-frame-trace.txt`，禁止让 AI 在这一轮改 renderer。
通过条件
同一帧至少能跨越 command、decode、compose/present 三层；缺失层被明确写成下一轮观测任务。
素材
- `Avc420GpuCompositor::Diagnostics`
- `Avc444GpuCompositor::Diagnostics`
- MCP `logs_query`
---
转入下一页
本页结论收束后，下一页进入“指标只负责选择下一层，不替你下结论”。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C:\Users\mu\Desktop\code\harmonyos-sdd-ralph-workshop\harmonyos-sdd-ralph-workshop.md</a:t>
            </a:r>
          </a:p>
          <a:p xmlns:a="http://schemas.openxmlformats.org/drawingml/2006/main">
            <a:r>
              <a:t>- C:\Users\mu\Desktop\code\harmonyos-sdd-ralph-workshop\harmonyos-sdd-workshop-media\freerdp-render-queue.jpeg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承接上一页
上一页解决“实践：用同一个 frameId 还原一帧”，这一页继续回答“指标只负责选择下一层，不替你下结论”。
画面
**能力回扣**：Eval 与反证｜指标只路由下一步调查，不能替代可证伪假设和同帧 Outcome。
| 证据组合 | 最可能边界 | 下一轮只验证 |
|---|---|---|
| decode 高、queue 低 | codec / 输入格式 | 硬解输出与 PTS |
| decode 低、queue age 高 | worker / 背压 | 排队与顺序 |
| compose 高 | texture / dirty rect | import、shader、rect |
| 全段低但画面白 | 上游内容 / readiness | first abnormal frame |
页尾：FPS 是结果指标；**最早异常 + 分段耗时 + queue age** 才能选择修改层。
![远程视频与窗口交互场景](harmonyos-sdd-workshop-media/freerdp-frame-pacing.jpeg)
**带入问题**：CPU 低、decode 低，但画面仍卡，下一条日志应该放在 decoder 里，还是 queue→EndFrame/present 边界？先说反证，再选层。
讲师备注
矩阵是训练样例，不是自动根因分类器。必须同时记录设备、分辨率、codec、drag 场景和样本窗口。平均值会隐藏尖峰；仓库当前没有完整 P95 时，应写“建议新增 percentile telemetry”，不能伪造数字。
白帧不一定是 GPU 输出错误。先判断 primary / decoded content 是否已经白，再检查 retained state、readiness、owner 与 swap。
#### 三个真实历史片段，训练“指标只选层”
| 历史现象 | 已有事实 | 不应得出的结论 | 下一步 |
|---|---|---|---|
| 登录阶段长时间停顿 | location redirection 曾引入同步 60s 等待 | GPU 太慢 | 先验证 channel 初始化与同步等待 |
| 常态约 21.6fps，随后远端更新约 6.9fps | 本地 RenderService 无明显 hitch、CPU 低 | 本地 GPU 必然正常 | 继续比较上游 update rate 与 present rate |
| resize 阶段 RDPGFX 输入约 24fps，输出一度约 2.8fps | 同时出现 clear/progressive/GDI background surge | 解码器性能不足 | 查 target/retained 重建和背景灌入 |
这里故意把一个“非 GPU 根因”混入 GPU 章节：学员如果看到卡顿就只改 compositor，说明还没有真正掌握 Evidence-first。
#### 讲师翻牌
平均 decode 低只能排除“持续解码耗时高”，不能排除输出频率低、队列老化、一次长尾、上游没送内容或生命周期错位。每次只允许选一个下一层，并写出推翻自己的日志。
演示动作
先播放修复后 16 秒动态录屏，让学员观察“视频连续播放、窗口切换、遮挡恢复”分别验证了什么；再给两组指标样例：A `decode=3ms, queueAge=95ms`；B 各段都低但首个 decoded sample 全白。让学员分别写下一条证伪日志。
[▶ 播放：视频播放与窗口交互验证（16 秒）](harmonyos-sdd-workshop-media/gpu-validation-video-playback-16s.mp4)
通过条件
答案只选择一个边界，且给出能推翻该假设的反证。
素材
- GPU 训练日志 A/B
- 附录 F 诊断卡
---
转入下一页
本页结论收束后，下一页进入“HarmonyOS 适配难在 Buffer 与 Surface 生命周期”。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C:\Users\mu\Desktop\code\harmonyos-sdd-ralph-workshop\harmonyos-sdd-ralph-workshop.md</a:t>
            </a:r>
          </a:p>
          <a:p xmlns:a="http://schemas.openxmlformats.org/drawingml/2006/main">
            <a:r>
              <a:t>- C:\Users\mu\Desktop\code\harmonyos-sdd-ralph-workshop\harmonyos-sdd-workshop-media\freerdp-frame-pacing.jpeg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承接上一页
上一页解决“指标只负责选择下一层，不替你下结论”，这一页继续回答“HarmonyOS 适配难在 Buffer 与 Surface 生命周期”。
画面
**能力回扣**：需求与边界冻结｜把“支持 GPU 送显”拆成对象身份、所有权、生命周期和重建后的不变量。
| 移植问题 | HarmonyOS 需要显式处理 | 验证证据 |
|---|---|---|
| Codec 输出 | OH_AVCodec 异步输入/输出、NativeBuffer 生命周期 | callback、PTS、format |
| GPU 导入 | EGLImage / External OES 或 MapPlanes | format、stride、planes |
| 输出目标 | XComponent / NativeWindow create、resize、destroy | generation、size、owner |
| 失败回退 | 释放 owner、恢复 GDI producer/presenter | transition reason |
![缩放与 compositor 场景：引出 retained 尺寸和 target 尺寸必须同步](harmonyos-sdd-workshop-media/freerdp-compositor-scale.jpeg)
讲师备注
“Qt 已经鸿蒙化”并不等于 Windows/Android 的媒体与渲染路径可以原样搬过来。Qt 解决 UI/框架适配，远控视频仍要面对 HarmonyOS 的 OH_AVCodec、OH_NativeBuffer、EGL 与 XComponent 生命周期。
不要泛化为“Windows 一定用 Media Foundation”。课堂只比较当前项目的真实边界：原 FreeRDP native GDI fallback 与应用侧 GPU compositor。Surface destroy/recreate 是高频真实故障源，必须用 generation 或 target identity 防止旧回调写新窗口。
**CURRENT / GAP 必须分开**：当前代码能观察 target create/resize/destroy 与 owner reset，但还没有完整的“任务携带 surfaceGeneration，提交前再次校验”的闭环。`targetEpoch` 是下一轮设计任务，不是现状能力。
本地历史还出现过 resize 后旧的 `2432×1360` composite 被提交到新的 `3120×1885` target，而新内容实际是 `3120×1872`，最终在任务栏上方残留旧内容。这是典型的“每一帧都解码成功，但 target/retained 生命周期错位”。
#### Resize 故障时间线
```mermaid
sequenceDiagram
    participant S as Surface/XComponent
    participant Q as Worker Queue
    participant R as Retained Composite
    S-&gt;&gt;S: target 2432×1360 active
    Q-&gt;&gt;R: commands for old size
    S-&gt;&gt;S: recreate target 3120×1885
    Q--&gt;&gt;S: old callback arrives
    R--&gt;&gt;S: present old 2432×1360 composite
    S-&gt;&gt;S: remote content settles at 3120×1872
    Note over S,R: 任务栏上方残留旧内容
```
让学员在四处选一个最小防线：入队时、decode callback、retained update、present 前。推荐答案是任务携带 target identity，并在真正写 target 前再次校验；只在入队时检查不足以阻止晚到回调。
#### 生命周期验收问题
- 谁拥有 NativeBuffer，什么时候 release？
- target destroy 后，队列里的旧 task 是清空、标 stale 还是允许完成但禁止 present？
- retained state 的尺寸变化是重建、裁剪还是迁移？
- owner reset 与 compositor 资源释放是否在同一生命周期闭环？
演示动作
旋转、切后台或销毁 XComponent，观察 target changed、owner transition 与 retained state 日志；确认旧 frame 不再 present。
通过条件
设计中明确 Buffer 所有权、释放方、Surface generation 与旧回调处理规则。
素材
- `surface/xcomponent_native_host.cpp`
- `surface/surface_bridge.cpp`
- `surface/render_output_owner.cpp`
---
转入下一页
本页结论收束后，下一页进入“项目里其实是两层、三套 OH_AVCodec 接入”。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C:\Users\mu\Desktop\code\harmonyos-sdd-ralph-workshop\harmonyos-sdd-ralph-workshop.md</a:t>
            </a:r>
          </a:p>
          <a:p xmlns:a="http://schemas.openxmlformats.org/drawingml/2006/main">
            <a:r>
              <a:t>- C:\Users\mu\Desktop\code\harmonyos-sdd-ralph-workshop\harmonyos-sdd-workshop-media\freerdp-compositor-scale.jpeg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承接上一页
上一页解决“HarmonyOS 适配难在 Buffer 与 Surface 生命周期”，这一页继续回答“项目里其实是两层、三套 OH_AVCodec 接入”。
画面
**能力回扣**：任务边界｜AI 必须先证明当前命令进入哪套接入，再获得修改对应文件的权限。
| 接入 | 所在层 | 角色 |
|---|---|---|
| `h264_ohos_decoder*.c` | FreeRDP codec subsystem | 原生 GDI decode / fallback |
| `Avc420HardwareDecoder` | App AVC420 compositor | opaque NativeBuffer → EGL |
| `Avc444HardwareDecoder` | App AVC444 compositor | mapped planes → LC 合成 |
公共生命周期：`create → configure → callbacks → start → push input → consume output → release/reset`
&gt; 公共的是 codec 生命周期，不是 420/444 的合成语义。
讲师备注
如果 AI 只搜索 `h264_ohos_decoder.c`，它会把优化写到 FreeRDP GDI fallback，却不影响应用侧 GPU compositor；反过来也一样。T00 勘察必须先确定用户看到的卡顿路径当前由哪个 owner 与 decoder 消费。
真实日志曾出现 `confirmed=avc444`，但实际命令计数却是 `avc420:389 avc444:0`。这说明“协商能力确认”不等于“当前每条 SurfaceCommand 的实际 codec 路径”；真正的分流事实要看命令里的 `codecId` 与实际 consumer。
解码成功只证明拿到输出 Buffer；还必须验证 format、PTS、buffer ownership、retained update、EndFrame 与 present。不要把 callback 返回当成“画面已显示”。
#### 三套接入的课堂路径卡
| 路径 | 入口问题 | 输出对象 | 最终需要的直接事实 |
|---|---|---|---|
| FreeRDP `h264_ohos_decoder*.c` | native GDI fallback 是否消费？ | GDI 可用像素/primary | `HarmonyEndPaint` 与 GDI presenter |
| App `Avc420HardwareDecoder` | 当前命令是否为 AVC420？ | opaque `OH_NativeBuffer` | EGLImage import、dirty rect retained、owner |
| App `Avc444HardwareDecoder` | 当前命令 LC 是多少？ | mapped NV12/NV21 planes | plane layout、luma/chroma readiness、EndFrame |
建议让三组分别扮演一条路径。讲师只给一条日志，各组必须说“这是不是我的证据”。这样比讲师连续解释三遍更容易让大家记住边界。
#### 常见误判
- 改了 FreeRDP fallback decoder，却用 App compositor 的 FPS 宣称优化成功。
- 看到了 decoder output callback，就把状态写成“已显示”。
- 因为类名都有 `HardwareDecoder`，就抽出一个共享的 Buffer upload 实现。
演示动作
先只给学员 `confirmed=avc444`，让其预测实际路径；再揭示 `avc420:389 avc444:0`。随后用 `rg` 搜三套 decoder，分别标注调用入口、输出对象和最终 presenter；让 AI 解释本轮修改为什么只属于其中一套。
通过条件
代码 diff 落在真实数据路径；没有“改了 fallback，却拿 GPU compositor 日志宣称生效”。
素材
- `FreeRDP/libfreerdp/codec/h264_ohos_decoder.c`
- `surface/avc420_gpu_compositor_internal.cpp`
- `surface/avc444_gpu_compositor_internal.cpp`
---
转入下一页
本页结论收束后，下一页进入“实践：420 验证 import，444 验证 plane math”。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C:\Users\mu\Desktop\code\harmonyos-sdd-ralph-workshop\harmonyos-sdd-ralph-workshop.md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承接上一页
上一页解决“项目里其实是两层、三套 OH_AVCodec 接入”，这一页继续回答“实践：420 验证 import，444 验证 plane math”。
画面
**能力回扣**：Workflow 与 Agent｜固定小样本验证走 Workflow；AI 只解释失败位于 import、layout 还是 shader。
**AVC420 / opaque output**
- `OH_NativeBuffer` 能否创建 EGLImage？
- External OES 纹理采样方向、裁剪与色彩是否正确？
- dirty rect 外像素是否由 RGBA retained FBO 保留？
**AVC444 / mapped output**
- `MapPlanes` 返回的 Y / UV offset、rowStride、pixelStride？
- NV12 与 NV21 的 U/V 顺序？
- sliceHeight / 对齐是否导致越界或错色？
![420：NativeBuffer import 色块](harmonyos-sdd-workshop-media/nativebuffer-test-pattern.png)
![420：RGBA retained 输出色块](harmonyos-sdd-workshop-media/rgba-renderer-test-pattern.png)
图片只能证明“输出视觉一致”；420 的 import 成功必须由 EGLImage/OES 日志证明，444 的 plane math 必须由 runtime planes 与边界检查证明。两张漂亮图都不能替代结构化证据。
讲师备注
这页必须分栏，不能再把 NV12 plane 计算当作 AVC420 compositor 的公共步骤。420 当前走 opaque NativeBuffer import；444 需要 mapped-plane 校验并上传到纹理。
为 444 准备一个 8×4 小 Buffer 练习，要求学员根据 runtime planes 而不是 `width*height` 猜偏移。为 420 准备色块和局部 dirty rect，验证 retained 区域不被清空。所有检查先在小样本完成，再回到 1080p/4K 性能。
#### 8×4 AVC444 plane math 实操
给定 runtime 返回：
```text
width=8 height=4 format=NV12
Y:  offset=0  rowStride=16 pixelStride=1 sliceHeight=4
UV: offset=64 rowStride=16 pixelStride=2 sliceHeight=2
bufferSize=96
```
学员计算：
- `Y(5,2) = offsetY + 2*16 + 5 = 37`
- 对应 chroma block：`uvRow=(2/2)*16=16`，`uvCol=(5/2)*2=4`
- NV12：`U=64+16+4=84`，`V=85`
- 若 runtime 报 NV21，U/V 顺序交换，但 rowStride、offset 仍以 runtime 为准。
故意给一个错误答案 `UV offset = width*height = 32`。让学员指出它忽略了 Y rowStride 与 sliceHeight；即使 8×4 小图“碰巧没崩”，放到对齐更大的 Buffer 也会错色或越界。
#### AVC420 dirty-rect 实操
1. 用 8×4 棋盘格 seed 完整 RGBA FBO。
2. 只更新 rect `(2,1)-(6,3)` 为红色。
3. 对 rect 内外分别计算像素 hash。
4. PASS：rect 内变化，rect 外 hash 不变；并有 EGLImage/OES import 成功事实。
这里不比较 420 与 444 谁“更快”，只验证各自最容易被错误抽象掉的契约。
演示动作
让 AI 生成只读 Buffer inspector 与色块 test pattern，不允许改正式 shader；分别保存 import result 和 plane layout。
通过条件
420 的证据包含 EGLImage import + rect 结果；444 的证据包含真实 planes、格式与无越界检查。任一路都不能用另一条路径的证据代替。
素材
- `OH_NativeBuffer` / EGL 日志
- `Avc444HardwareDecoder::MapDecodedFrame`
- 色块与 dirty-rect 测试帧
---
转入下一页
本页结论收束后，下一页进入“AVC420 先有可信背景，才能接管输出”。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C:\Users\mu\Desktop\code\harmonyos-sdd-ralph-workshop\harmonyos-sdd-ralph-workshop.md</a:t>
            </a:r>
          </a:p>
          <a:p xmlns:a="http://schemas.openxmlformats.org/drawingml/2006/main">
            <a:r>
              <a:t>- C:\Users\mu\Desktop\code\harmonyos-sdd-ralph-workshop\harmonyos-sdd-workshop-media\nativebuffer-test-pattern.png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承接上一页
上一页解决“实践：420 验证 import，444 验证 plane math”，这一页继续回答“AVC420 先有可信背景，才能接管输出”。
画面
**能力回扣**：最小实现｜对象存在不等于内容 ready；接管前先用不变量阻止 AI 通过“强制显示”制造假 GREEN。
```mermaid
flowchart TD
    A[AVC420 command] --&gt; B{覆盖完整 Surface？}
    B -- 是 --&gt; C[同步 decode / composite]
    B -- 否 --&gt; D{有同尺寸可信 GDI snapshot？}
    D -- 是 --&gt; E[seed RGBA retained FBO]
    D -- 否 --&gt; F[不 suppress，继续 GDI]
    E --&gt; C
    C --&gt; G[claim Avc420Gpu owner]
```
首次 takeover 同步消费借用的 command 数据；进入 Active 后才深拷贝 stream / rect 并异步入队。
讲师备注
AVC420 retained state 是 RGBA FBO：GDI base 与 AVC dirty rect 在同一 retained composite 中更新。局部更新没有可信背景时，不能以黑底或空纹理接管，否则拖拽后会出现缺块。
这里加入一段真实“错误方向→语义纠偏→设计收敛”的案例：早期方案把 dirty-region AVC420 输出当完整帧直接 OES present，日志出现 `lastFullSurface=no`，绿块、黑块与暴露区域无法避免；人的一句“来的本来就是区域的，不要跟全屏绑定，要自己合成哈”冻结了需求语义，随后才转向 retained RGBA FBO。
另一条白帧案例也可对照：GDI primary buffer 在 resize/init 后已存在，但尚无真实远端更新，内容本身是白像素；native 又请求 repaint，于是白帧被正确地“显示”出来。最终修复不是改 ArkTS Stack、clear color 或 shader，而是在真实 `HarmonyEndPaint` 后才标记 primary renderable。
#### 白帧案例：让学员跟着证据排除
| 轮次 | 观察/实验 | 结论 |
|---:|---|---|
| 1 | 改 ArkTS 首帧 gate | 不能解释 native 已提交的白像素 |
| 2 | 去掉外层 Stack/wrapper | 白帧仍在，排除页面叠层为主因 |
| 3 | Surface create 时 clear black | 只能改变底色，后续 repaint 仍覆盖为白 |
| 4 | 检查 GDI primary | buffer 已存在，但尚未收到真实 remote update，像素本身为白 |
| 5 | 追到 repaint 请求 | rdpgfx connected 后主动请求当前帧，readiness 尚未建立 |
| 修复 | 只有真实 `HarmonyEndPaint` 后置 ready | 未 ready 时跳过 current-frame repaint |
讲师在第 3 轮暂停，让学员投票：“继续查 GLES，还是检查被提交内容本身？”这能非常直观地训练“显示正确不等于内容正确”。
#### 与 AVC420 takeover 的共同原则
白帧 readiness gate 和 partial command 的可信背景要求，本质都是：**对象存在不等于内容可用；接管输出前必须证明 retained/base 已经具备业务意义上的完整性。**
可信 GDI snapshot 至少要满足 target 可用、尺寸匹配、时间新鲜、像素有效。当前日志会报告 snapshot 失败与 `maxAgeMs=500`，但不会输出真实 `snapshot age=...`；若需要年龄，标为 TARGET telemetry，不能把示例 920ms 当现有字段。
0 dirty rect、inter-frame command 与 synthetic EndFrame 也要进入测试。`frameOpen=false` 时 FreeRDP bridge 会构造 synthetic matched callback，解释了部分帧为何可以立即走完边界。
演示动作
依次输入：full update、partial+fresh snapshot、partial+no snapshot；观察 owner 是否只在前两种接管。随后让学员用遮罩盖住右半屏，只拖动左侧窗口，检查 rect 外旧像素是否保留。
通过条件
无可信背景的 partial command 不抑制 GDI；接管后 rect 外旧像素保持不变。
素材
- `Avc420GpuCompositor::OnSurfaceCommand`
- `SeedBackgroundBeforeTakeover`
- commit `a9c05d2`、`a6918ba1`
---
转入下一页
本页结论收束后，下一页进入“AVC420 的稳定性来自状态与顺序”。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C:\Users\mu\Desktop\code\harmonyos-sdd-ralph-workshop\harmonyos-sdd-ralph-workshop.md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承接上一页
上一页解决“AVC420 先有可信背景，才能接管输出”，这一页继续回答“AVC420 的稳定性来自状态与顺序”。
画面
**能力回扣**：Harness 与范围控制｜队列、owner 与 fail-open 需要明确状态和停止条件；清 cache 不授权删除整条路径。
状态：`Detached → Active ↔ TargetPaused`；致命失败进入 `Failed`，后续成功可再次直接接管。
三条审查提醒：
- `failures &gt;= 3` 与 `ignoredUpdates &gt;= 6` 是生命周期累计计数，不是“连续 N 次”。
- Active 队列深度达到 24 后会先压缩 backlog，尽量保留最新匹配 EndFrame；若压缩后仍达到硬上限 720，enqueue 失败，当前 command 转同步处理，可能越过旧队列工作，属于顺序 GAP。
- fail-open 释放 GPU owner 并恢复 GDI pipeline，不代表 GDI 能在同一帧立即完整恢复。
讲师备注
当前状态枚举是 `Detached / Active / TargetPaused / Failed`。不要画一个不存在的 Bootstrapping 状态；bootstrap 是接管过程，不一定是公开 state。
普通 AVC pending 需要匹配 EndFrame 再 present，但 AVC420 存在明确例外：无 AVC pending 的 GDI-only 更新可立即提交；deferred GDI-only 可在匹配 EndFrame 提交；target 恢复可重呈现 retained composite。不要讲成“所有 present 必须 EndFrame”。
历史排查中曾因“降低延迟”丢弃 25 个旧 SurfaceCommand。对全帧视频这听起来合理，但 dirty-region AVC420 的旧命令可能包含未被后帧覆盖的像素，删除它们等于破坏画面状态。课堂让学员先回答：**局部更新队列能否套用 latest-frame-wins？**
**SESSION FACT｜范围失控不是技术细节**
&gt; “我只让你把 cache 清除掉，你给我全删除了，反思一下，不要改代码了。”
这条反馈用于检查 Agent 的授权边界：用户授权的是移除一个未提交的 cache 尝试，不是删除整条 NativeBuffer/EGLImage 路径。即使删除后能够编译，也属于 Trace FAIL。学员必须从 Task Card 中指出 Allowed object、Forbidden changes 和触发停手的用户指令。
#### 队列桌面推演
```text
C100: 更新左上角 A       E100
C101: 更新右下角 B       E101
C102: 更新窗口标题 C     E102
```
如果只保留 C102/E102，最终 composite 并不等于“最新完整帧”，因为 C102 没有覆盖 A/B。当前安全压缩逻辑在 depth≥24 时丢 prewarm 与旧 EndFrame，保留所有 SurfaceCommand，并优先保留最新 matched EndFrame；若没有 matched，再保留最新 EndFrame。
但这仍没有消除所有风险：压缩后若深度仍达到 720，当前 command 可能 enqueue 失败并转同步处理，于是它有机会越过旧队列。学员要把这个结论写成 **ordering GAP**，而不是简单写“有上限所以安全”。
#### 故障注入判定表
| 注入 | 希望看到 | 不能承诺 |
|---|---|---|
| target 暂不可用 | `TargetPaused`，保留可重呈现状态 | 当前帧仍立即显示 |
| 累计 failures≥3 | `Failed` / fail-open / owner 释放 | GDI 同帧无缝接管 |
| queue 接近 720 | compaction 统计与 ordering 告警 | command 永不乱序 |
演示动作
先给出 cache 清理前后的 diff 摘要，让学员在 60 秒内判定是否越界以及应该回滚哪一部分；再进行 target 暂不可用、累计失败、队列接近 720 三种故障推演。
通过条件
诊断报告区分状态、owner、累计计数和 queue ordering；没有把 fail-open 写成无缝恢复保证。
素材
- `avc420_gpu_compositor.h/.cpp`
- `avc420_gpu_compositor_internal.cpp`
- commit `93c6207`、`d789bb5`
---
转入下一页
本页结论收束后，下一页进入“AVC444 的关键是 LC 与单 Decoder”。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C:\Users\mu\Desktop\code\harmonyos-sdd-ralph-workshop\harmonyos-sdd-ralph-workshop.md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承接上一页
上一页解决“AVC420 的稳定性来自状态与顺序”，这一页继续回答“AVC444 的关键是 LC 与单 Decoder”。
画面
**能力回扣**：参考实现与契约｜先对齐 FreeRDP 的帧语义，再决定哪些 HarmonyOS 接口实现可以不同。
| LC | 要解码的内容 | retained 更新 |
|---:|---|---|
| 0 | stream1=luma，stream2=chroma | Y + U/V |
| 1 | stream1=luma | Y，并初始化/保留 base chroma |
| 2 | stream1=chroma | U/V，保留 Y |
**一个硬件 decoder 顺序消费 luma / chroma**，按流准备 SPS/PPS 与 reset/resync；不是两路普通视频并行播放。
**先问再揭晓**：为什么不用两个 decoder 并行解 luma 与 chroma？让学员从“参考状态、SPS/PPS、reset/resync、LC=1/2 retained readiness”四个词中选两个组成反证。
讲师备注
解码输出经 MapPlanes 得到 NV12/NV21，再由 shader 按 dirty rect 更新 retained Y/U/V textures。v1/v2 chroma 的变换要以 FreeRDP CPU 路径作为 oracle 做已知帧对照，“接近参考模型”不能写成 bit-exact，除非测试已经证明。
`CURRENT GAP`：AVC444 的 `kMaxWorkerTasks=720` 当前主要累加 `queueOverLimit` 后仍继续 push，不是真正硬上限；Surface destroy 时外层 owner 会重置，但 compositor 资源与 active 生命周期没有像 420 一样完整闭合。两项都应进入风险与验收，而不是当成已实现特性。
#### LC 顺序推演
```mermaid
sequenceDiagram
    participant C as SurfaceCommand
    participant D as Single Decoder
    participant R as Retained Y/U/V
    C-&gt;&gt;D: LC=0 stream1(luma)
    D-&gt;&gt;R: update Y
    C-&gt;&gt;D: LC=0 stream2(chroma)
    D-&gt;&gt;R: update U/V
    C-&gt;&gt;R: EndFrame → present if ready
    C-&gt;&gt;D: LC=2 chroma only
    D-&gt;&gt;R: update U/V, preserve Y
```
课堂准备三张 readiness 卡：`Y ready`、`UV ready`、`pending EndFrame`。学员每处理一条 LC 命令就翻卡：
- LC=0：本轮需要更新 Y 与 UV。
- LC=1：更新 Y，并要求 base chroma 已初始化/可保留。
- LC=2：更新 UV，必须已有可保留的 Y。
如果第一条可见命令就是 LC=2 且 `lumaReady=false`，正确动作是拒绝错误接管或保持 UNKNOWN，不是用黑色 Y plane 勉强 present。
#### 为什么单 Decoder 更重要
这里的 luma/chroma 不是两段互不相关的视频。两个 decoder 会各自维护参数集和参考状态；在 reset/resync、SPS/PPS 与跨命令参考关系上产生分叉。并行看似更快，却可能先破坏协议语义。
演示动作
用 LC=0、1、2 各一条命令，检查 decoder 调用顺序、retained luma/chroma readiness 与 EndFrame present。
通过条件
没有为 luma/chroma 创建两个互相失去参考状态的 decoder；LC 更新后未更新的 plane 保持旧值。
素材
- `Avc444GpuCompositorImpl::State`
- `Avc444GpuRenderer::ApplyLuma/ApplyChroma*`
- commit `5370d34`、`227c1a9`
---
转入下一页
本页结论收束后，下一页进入“420 / 444 共守输出契约，但不能共用实现假设”。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C:\Users\mu\Desktop\code\harmonyos-sdd-ralph-workshop\harmonyos-sdd-ralph-workshop.md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承接上一页
上一页解决“AVC444 的关键是 LC 与单 Decoder”，这一页继续回答“420 / 444 共守输出契约，但不能共用实现假设”。
画面
**能力回扣**：Outcome Eval｜两条路径分别验证，但最终都要提交 owner、frame、target 与可见结果一致的证据包。
**公共输出契约**
1. 任一时刻只有一个 `RenderOutputOwner` 写 XComponent。
2. 首次接管前 retained state 必须完整可信。
3. 普通 pending frame 只在匹配 real / synthetic EndFrame present。
4. **TARGET / GAP**：Surface generation 变化后，旧 task/callback 必须因 `targetEpoch` 不匹配而被拒绝；当前实现尚未完整闭环。
**诊断挑战**
- Case 420：decode 4ms，queue age 110ms，队列满后同步 fallback。
- Case 444：decode/compose 都低，LC=2 到达但 luma readiness=false。
![修复后动态验证关键帧：视频、窗口切换与遮挡恢复](harmonyos-sdd-workshop-media/gpu-validation-video-playback-contact.jpg)
讲师备注
必须拆开 AVC420 的两套状态：应用侧 `RenderOutputOwner::Avc420Gpu` 决定谁可写 XComponent；FreeRDP 侧 `avc420GpuOutputActive` 决定原生 GDI decode / presenter 是否 suppress。二者不同步会出现“双写”或“无人写”。
Case 420 的第一假设是 backpressure 与队列顺序，不是继续换 decoder；Case 444 的第一假设是首次接管 readiness / 命令序列，不是色彩转换。详细答案与反证见附录 F。
#### 最终验收矩阵
| 契约 | 420 直接证据 | 444 直接证据 | 当前可判 |
|---|---|---|---|
| 唯一输出 owner | owner transition + GDI suppress 对齐 | owner transition + GDI skip | 有完整同 runId 日志才 PASS |
| 首次接管完整可信 | full command 或 fresh GDI seed | Y/UV readiness 与 LC 序列 | 缺 readiness 字段则 UNKNOWN |
| 匹配帧边界 present | command/EndFrame/present 同 frameId | LC update/EndFrame/present 同 frameId | 本地现有日志尚不完整 |
| dirty/retained 正确 | rect 外 hash 不变 | 未更新 plane 保留旧值 | 小样本 + 真机画面共同证明 |
| target 重建安全 | targetEpoch 拒绝旧 task | targetEpoch 拒绝旧 callback | **TARGET/GAP** |
| 背压有界且保序 | compaction + 720 后顺序证明 | 当前 720 只是软计数 | 仍有 GAP，不能总 PASS |
最终视频只回答“用户可见交互是否恢复”；协议和生命周期是否满足，仍由日志、状态与反证决定。
![连接后多步交互：打开内容、页面变化、右键操作](harmonyos-sdd-workshop-media/gpu-e2e-interaction-public.jpg)
#### 学员一分钟汇报模板
&gt; 现象是____；实际路径是____；最早异常在____；我们只修改____；反证是____；当前 PASS 项为____，UNKNOWN/GAP 为____；下一轮不应继续改____。
演示动作
每组任选一个 Case，写出：最早异常、下一轮唯一修改边界、反证、需要保存的同 frameId 日志。最后播放正向录屏，但只允许对契约逐项判定：视频动了不等于全 PASS；没有同帧日志与 targetEpoch 证据的条目仍是 UNKNOWN。
[▶ 播放：修复后动态验证（16 秒）](harmonyos-sdd-workshop-media/gpu-validation-video-playback-16s.mp4)
通过条件
诊断没有跨 codec 套用错误假设；输出 owner、readiness、EndFrame、Surface generation 均有证据。
素材
- `render_output_owner.h/.cpp`
- `ohos_rdpgfx_surface.c`
- `gpu-diagnosis.md`
---
转入下一页
本页结论收束后，下一页进入“把方法带回项目，只保留七个问题”。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C:\Users\mu\Desktop\code\harmonyos-sdd-ralph-workshop\harmonyos-sdd-ralph-workshop.md</a:t>
            </a:r>
          </a:p>
          <a:p xmlns:a="http://schemas.openxmlformats.org/drawingml/2006/main">
            <a:r>
              <a:t>- C:\Users\mu\Desktop\code\harmonyos-sdd-ralph-workshop\harmonyos-sdd-workshop-media\gpu-validation-video-playback-contact.jpg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承接上一页
上一页解决“420 / 444 共守输出契约，但不能共用实现假设”，这一页继续回答“把方法带回项目，只保留七个问题”。
画面
```mermaid
flowchart TD
    A[事实] --&gt; B[规格]
    B --&gt; C[任务]
    C --&gt; D[RED]
    D --&gt; E[最小 Diff]
    E --&gt; F[系统证据]
```
**可选收束主视觉（PPT 制作时与上方 Mermaid 二选一）**
![质量的瑞士奶酪模型：自动评估、人工审阅和真实运行共同拦截缺陷](harmonyos-sdd-workshop-media/anthropic/eval-quality-layers.png)
&lt;sub&gt;讲师读图：任何单层检查都有孔洞。映射到本课就是测试、构建、日志、getter、截图/视频与同伴 Reviewer 叠加；只有多层证据对齐，才允许 PASS。图源：Anthropic《Demystifying Evals for AI Agents》。&lt;/sub&gt;
下一次拿到复杂需求，只问七个问题：
1. 哪些词会让实现分叉？
2. 最终真相在哪一层？
3. 哪些不变量绝不能破坏？
4. 本轮只允许 AI 改哪个边界？
5. 怎样先制造一个可解释的 RED？
6. 最早异常证据在哪里？
7. 什么证据满足后，本轮必须停止？
**一分钟迁移题**
&gt; 权限页面第一次进入数据为空，第二次进入正常。
每组必须用七问给出：一个最小只读勘察任务、一条可证伪假设、一项禁止修改范围和一个最终事实来源。不得直接回答“加延迟”或“页面初始化问题”。
讲师备注
用两个案例做最后对照：MDM 的关键是先由规格冻结多用户与事务语义；GPU 的关键是先由证据缩小未知边界。但两者最后都落到同一个外部循环：任务小、失败真、diff 窄、证据可追踪、停止条件明确。
再把七问映射回开场的六项进阶能力：前 3 问控制需求与上下文，第 4–5 问控制 Agent 边界和可验证实现，第 6 问依赖工具取得环境事实，第 7 问由 Eval 与风险匹配的 Reviewer 决定停止。这样学员离场时记住的是一套复杂需求交付框架，而不是 Ralph、MCP 或某个模型名称。
请学员展示最终包，不再展示聊天窗口。讲师最后强调：AI 可以加速探索、测试、实现和取证，但产品决策、真相源、事务边界和 PASS 判定仍由工程师负责。
演示动作
每组用 30 秒说出一条“原本准备让 AI 猜、现在改为先冻结或先取证”的真实工作项。
通过条件
学员带走的是可复用工作流与模板，而不是两个项目答案。
素材
- MDM evidence pack
- `gpu-diagnosis.md`
- 七问行动卡
---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C:\Users\mu\Desktop\code\harmonyos-sdd-ralph-workshop\harmonyos-sdd-ralph-workshop.md</a:t>
            </a:r>
          </a:p>
          <a:p xmlns:a="http://schemas.openxmlformats.org/drawingml/2006/main">
            <a:r>
              <a:t>- C:\Users\mu\Desktop\code\harmonyos-sdd-ralph-workshop\harmonyos-sdd-workshop-media\anthropic\eval-quality-layers.png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ce8bc69ee05450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a2125fb3c8541e9" /><Relationship Type="http://schemas.openxmlformats.org/officeDocument/2006/relationships/slideLayout" Target="/ppt/slideLayouts/slideLayout1.xml" Id="R4397cc9b78bf430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397cc9b78bf430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6e6376b34d4427" /><Relationship Type="http://schemas.openxmlformats.org/officeDocument/2006/relationships/image" Target="/ppt/media/image.png" Id="R8bab490df6d74d68" /><Relationship Type="http://schemas.openxmlformats.org/officeDocument/2006/relationships/image" Target="/ppt/media/image2.png" Id="Rdb09620a109d4498" /><Relationship Type="http://schemas.openxmlformats.org/officeDocument/2006/relationships/image" Target="/ppt/media/image3.png" Id="R04ee6f018c2c41b8" /><Relationship Type="http://schemas.openxmlformats.org/officeDocument/2006/relationships/image" Target="/ppt/media/image4.png" Id="R0ab1ce6f0f5b4089" /><Relationship Type="http://schemas.openxmlformats.org/officeDocument/2006/relationships/image" Target="/ppt/media/image5.png" Id="Ra6cacae821e8489f" /><Relationship Type="http://schemas.openxmlformats.org/officeDocument/2006/relationships/image" Target="/ppt/media/image6.png" Id="Rad352075eccd46e1" /><Relationship Type="http://schemas.openxmlformats.org/officeDocument/2006/relationships/image" Target="/ppt/media/image7.png" Id="R34cee769887c46a6" /><Relationship Type="http://schemas.openxmlformats.org/officeDocument/2006/relationships/image" Target="/ppt/media/image.jpeg" Id="Rdadc4c751c0b470a" /><Relationship Type="http://schemas.openxmlformats.org/officeDocument/2006/relationships/notesSlide" Target="/ppt/notesSlides/notesSlide1.xml" Id="R5732fa0a5c0a4eb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599471c56e4f20" /><Relationship Type="http://schemas.openxmlformats.org/officeDocument/2006/relationships/image" Target="/ppt/media/image8.png" Id="R246ad6b7c3b94c41" /><Relationship Type="http://schemas.openxmlformats.org/officeDocument/2006/relationships/image" Target="/ppt/media/image9.png" Id="R4d1b3008764d484b" /><Relationship Type="http://schemas.openxmlformats.org/officeDocument/2006/relationships/image" Target="/ppt/media/image10.png" Id="Reaa71d2272654c22" /><Relationship Type="http://schemas.openxmlformats.org/officeDocument/2006/relationships/image" Target="/ppt/media/image11.png" Id="R83780a57a3604801" /><Relationship Type="http://schemas.openxmlformats.org/officeDocument/2006/relationships/image" Target="/ppt/media/image12.png" Id="R8f3f7730bff040f2" /><Relationship Type="http://schemas.openxmlformats.org/officeDocument/2006/relationships/image" Target="/ppt/media/image13.png" Id="R0943e74d778040e8" /><Relationship Type="http://schemas.openxmlformats.org/officeDocument/2006/relationships/image" Target="/ppt/media/image14.png" Id="Rfdc86ec918584165" /><Relationship Type="http://schemas.openxmlformats.org/officeDocument/2006/relationships/image" Target="/ppt/media/image15.png" Id="R5117cf0dff4641b9" /><Relationship Type="http://schemas.openxmlformats.org/officeDocument/2006/relationships/image" Target="/ppt/media/image16.png" Id="R1db34fea18e84c66" /><Relationship Type="http://schemas.openxmlformats.org/officeDocument/2006/relationships/image" Target="/ppt/media/image17.png" Id="R250a8f1e62634894" /><Relationship Type="http://schemas.openxmlformats.org/officeDocument/2006/relationships/notesSlide" Target="/ppt/notesSlides/notesSlide2.xml" Id="Rfe5cc5e13e0045b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5757be2b4d41ca" /><Relationship Type="http://schemas.openxmlformats.org/officeDocument/2006/relationships/image" Target="/ppt/media/image18.png" Id="R7e81503e0307428c" /><Relationship Type="http://schemas.openxmlformats.org/officeDocument/2006/relationships/image" Target="/ppt/media/image19.png" Id="R3666ddf8201f4c48" /><Relationship Type="http://schemas.openxmlformats.org/officeDocument/2006/relationships/image" Target="/ppt/media/image20.png" Id="Rcb39b2fe5ed04075" /><Relationship Type="http://schemas.openxmlformats.org/officeDocument/2006/relationships/image" Target="/ppt/media/image21.png" Id="Rd347485ea2eb46a9" /><Relationship Type="http://schemas.openxmlformats.org/officeDocument/2006/relationships/image" Target="/ppt/media/image22.png" Id="R5a796a0207c64d57" /><Relationship Type="http://schemas.openxmlformats.org/officeDocument/2006/relationships/image" Target="/ppt/media/image23.png" Id="Rf3a84fdbf93c4499" /><Relationship Type="http://schemas.openxmlformats.org/officeDocument/2006/relationships/image" Target="/ppt/media/image24.png" Id="R14a3e591330347e7" /><Relationship Type="http://schemas.openxmlformats.org/officeDocument/2006/relationships/image" Target="/ppt/media/image25.png" Id="Rd0ef796235094182" /><Relationship Type="http://schemas.openxmlformats.org/officeDocument/2006/relationships/image" Target="/ppt/media/image26.png" Id="R83486d118101489d" /><Relationship Type="http://schemas.openxmlformats.org/officeDocument/2006/relationships/image" Target="/ppt/media/image27.png" Id="Rcc402169af244439" /><Relationship Type="http://schemas.openxmlformats.org/officeDocument/2006/relationships/image" Target="/ppt/media/image28.png" Id="Re88a467748314007" /><Relationship Type="http://schemas.openxmlformats.org/officeDocument/2006/relationships/image" Target="/ppt/media/image29.png" Id="R4ad899bf389041f6" /><Relationship Type="http://schemas.openxmlformats.org/officeDocument/2006/relationships/image" Target="/ppt/media/image30.png" Id="Rfe1cbab634674ebd" /><Relationship Type="http://schemas.openxmlformats.org/officeDocument/2006/relationships/notesSlide" Target="/ppt/notesSlides/notesSlide3.xml" Id="Rcee5058a2bf241d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4f46df046d4e72" /><Relationship Type="http://schemas.openxmlformats.org/officeDocument/2006/relationships/image" Target="/ppt/media/image31.png" Id="R830212ec721a42f6" /><Relationship Type="http://schemas.openxmlformats.org/officeDocument/2006/relationships/image" Target="/ppt/media/image32.png" Id="Rad482f8542334921" /><Relationship Type="http://schemas.openxmlformats.org/officeDocument/2006/relationships/image" Target="/ppt/media/image33.png" Id="Rb8760eb063714082" /><Relationship Type="http://schemas.openxmlformats.org/officeDocument/2006/relationships/image" Target="/ppt/media/image34.png" Id="Read3fc755c874588" /><Relationship Type="http://schemas.openxmlformats.org/officeDocument/2006/relationships/image" Target="/ppt/media/image35.png" Id="R1111df5213994683" /><Relationship Type="http://schemas.openxmlformats.org/officeDocument/2006/relationships/image" Target="/ppt/media/image36.png" Id="Ra9933cbd1954499a" /><Relationship Type="http://schemas.openxmlformats.org/officeDocument/2006/relationships/notesSlide" Target="/ppt/notesSlides/notesSlide4.xml" Id="Raaf14c1acc57406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9e6aeacd4b4b7c" /><Relationship Type="http://schemas.openxmlformats.org/officeDocument/2006/relationships/image" Target="/ppt/media/image8.png" Id="R9fe7b4539e83478e" /><Relationship Type="http://schemas.openxmlformats.org/officeDocument/2006/relationships/image" Target="/ppt/media/image9.png" Id="Rcbf8da61c0e8481c" /><Relationship Type="http://schemas.openxmlformats.org/officeDocument/2006/relationships/image" Target="/ppt/media/image10.png" Id="R5543ee8cc86e4e84" /><Relationship Type="http://schemas.openxmlformats.org/officeDocument/2006/relationships/image" Target="/ppt/media/image11.png" Id="Rf12da51962da4b26" /><Relationship Type="http://schemas.openxmlformats.org/officeDocument/2006/relationships/image" Target="/ppt/media/image12.png" Id="R16860f403f344d15" /><Relationship Type="http://schemas.openxmlformats.org/officeDocument/2006/relationships/image" Target="/ppt/media/image13.png" Id="Rd30ed3d9fa1549df" /><Relationship Type="http://schemas.openxmlformats.org/officeDocument/2006/relationships/image" Target="/ppt/media/image14.png" Id="R3e1c4f3d57174671" /><Relationship Type="http://schemas.openxmlformats.org/officeDocument/2006/relationships/image" Target="/ppt/media/image15.png" Id="R2e60ca2d6e614135" /><Relationship Type="http://schemas.openxmlformats.org/officeDocument/2006/relationships/image" Target="/ppt/media/image16.png" Id="Rbd366ab2e8044b76" /><Relationship Type="http://schemas.openxmlformats.org/officeDocument/2006/relationships/image" Target="/ppt/media/image17.png" Id="R7e890343c07b45ac" /><Relationship Type="http://schemas.openxmlformats.org/officeDocument/2006/relationships/notesSlide" Target="/ppt/notesSlides/notesSlide5.xml" Id="R1ba963c6fb254fe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967542ff9a4e63" /><Relationship Type="http://schemas.openxmlformats.org/officeDocument/2006/relationships/image" Target="/ppt/media/image8.png" Id="Rdfcbca1af0e448fb" /><Relationship Type="http://schemas.openxmlformats.org/officeDocument/2006/relationships/image" Target="/ppt/media/image9.png" Id="Rdd72458a4e634c8f" /><Relationship Type="http://schemas.openxmlformats.org/officeDocument/2006/relationships/image" Target="/ppt/media/image10.png" Id="R541aea827a9644c5" /><Relationship Type="http://schemas.openxmlformats.org/officeDocument/2006/relationships/image" Target="/ppt/media/image11.png" Id="R76fe4188add24e09" /><Relationship Type="http://schemas.openxmlformats.org/officeDocument/2006/relationships/image" Target="/ppt/media/image12.png" Id="Rd75622ded6744df2" /><Relationship Type="http://schemas.openxmlformats.org/officeDocument/2006/relationships/image" Target="/ppt/media/image13.png" Id="Rab911959e84e459e" /><Relationship Type="http://schemas.openxmlformats.org/officeDocument/2006/relationships/image" Target="/ppt/media/image14.png" Id="Rcc62d8a286e1485b" /><Relationship Type="http://schemas.openxmlformats.org/officeDocument/2006/relationships/image" Target="/ppt/media/image15.png" Id="Rba8a1f103197462f" /><Relationship Type="http://schemas.openxmlformats.org/officeDocument/2006/relationships/image" Target="/ppt/media/image16.png" Id="R4cca3cd0e338480d" /><Relationship Type="http://schemas.openxmlformats.org/officeDocument/2006/relationships/image" Target="/ppt/media/image17.png" Id="R8222b222d7194260" /><Relationship Type="http://schemas.openxmlformats.org/officeDocument/2006/relationships/notesSlide" Target="/ppt/notesSlides/notesSlide6.xml" Id="R3d425185dccd42c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2297b7a90d4766" /><Relationship Type="http://schemas.openxmlformats.org/officeDocument/2006/relationships/image" Target="/ppt/media/image8.png" Id="R71e98ede126041b4" /><Relationship Type="http://schemas.openxmlformats.org/officeDocument/2006/relationships/image" Target="/ppt/media/image9.png" Id="R508bd78c91494f3e" /><Relationship Type="http://schemas.openxmlformats.org/officeDocument/2006/relationships/image" Target="/ppt/media/image10.png" Id="Rc55c568f960f4d54" /><Relationship Type="http://schemas.openxmlformats.org/officeDocument/2006/relationships/image" Target="/ppt/media/image11.png" Id="R31a20b03b2624463" /><Relationship Type="http://schemas.openxmlformats.org/officeDocument/2006/relationships/image" Target="/ppt/media/image12.png" Id="R7c18a4f716694e7b" /><Relationship Type="http://schemas.openxmlformats.org/officeDocument/2006/relationships/image" Target="/ppt/media/image13.png" Id="Rfa8366bd34ef4da5" /><Relationship Type="http://schemas.openxmlformats.org/officeDocument/2006/relationships/image" Target="/ppt/media/image14.png" Id="R9e725053285e4708" /><Relationship Type="http://schemas.openxmlformats.org/officeDocument/2006/relationships/image" Target="/ppt/media/image15.png" Id="R7c9db733aff84735" /><Relationship Type="http://schemas.openxmlformats.org/officeDocument/2006/relationships/image" Target="/ppt/media/image16.png" Id="R58421676dd51475d" /><Relationship Type="http://schemas.openxmlformats.org/officeDocument/2006/relationships/image" Target="/ppt/media/image17.png" Id="Rab49051164ad4f66" /><Relationship Type="http://schemas.openxmlformats.org/officeDocument/2006/relationships/notesSlide" Target="/ppt/notesSlides/notesSlide7.xml" Id="R5d2a5f1fdf7a499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4b3db8284644b6" /><Relationship Type="http://schemas.openxmlformats.org/officeDocument/2006/relationships/image" Target="/ppt/media/image8.png" Id="R74f536375935490e" /><Relationship Type="http://schemas.openxmlformats.org/officeDocument/2006/relationships/image" Target="/ppt/media/image9.png" Id="R7328a4f34c3b4578" /><Relationship Type="http://schemas.openxmlformats.org/officeDocument/2006/relationships/image" Target="/ppt/media/image10.png" Id="Re7011741643b415c" /><Relationship Type="http://schemas.openxmlformats.org/officeDocument/2006/relationships/image" Target="/ppt/media/image11.png" Id="Rf831bab6e8bd457e" /><Relationship Type="http://schemas.openxmlformats.org/officeDocument/2006/relationships/image" Target="/ppt/media/image12.png" Id="Ref34dc19ea574f28" /><Relationship Type="http://schemas.openxmlformats.org/officeDocument/2006/relationships/image" Target="/ppt/media/image13.png" Id="Rc6bdee95d7bc4959" /><Relationship Type="http://schemas.openxmlformats.org/officeDocument/2006/relationships/image" Target="/ppt/media/image14.png" Id="R48f653cd12e54421" /><Relationship Type="http://schemas.openxmlformats.org/officeDocument/2006/relationships/image" Target="/ppt/media/image15.png" Id="R4431378e8c71484e" /><Relationship Type="http://schemas.openxmlformats.org/officeDocument/2006/relationships/image" Target="/ppt/media/image16.png" Id="Ra8cd5e9703e84d06" /><Relationship Type="http://schemas.openxmlformats.org/officeDocument/2006/relationships/image" Target="/ppt/media/image17.png" Id="R2b47a55d1f624c98" /><Relationship Type="http://schemas.openxmlformats.org/officeDocument/2006/relationships/notesSlide" Target="/ppt/notesSlides/notesSlide8.xml" Id="Rbff8c263228449e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d4ee92d3064cf1" /><Relationship Type="http://schemas.openxmlformats.org/officeDocument/2006/relationships/image" Target="/ppt/media/image8.png" Id="R2613dd0c18a84c0b" /><Relationship Type="http://schemas.openxmlformats.org/officeDocument/2006/relationships/image" Target="/ppt/media/image9.png" Id="R08cd2e353024472c" /><Relationship Type="http://schemas.openxmlformats.org/officeDocument/2006/relationships/image" Target="/ppt/media/image10.png" Id="R120c055d6f6e4d90" /><Relationship Type="http://schemas.openxmlformats.org/officeDocument/2006/relationships/image" Target="/ppt/media/image11.png" Id="Rac382c84ffe24b95" /><Relationship Type="http://schemas.openxmlformats.org/officeDocument/2006/relationships/image" Target="/ppt/media/image12.png" Id="Rd2a30d4d0ea24353" /><Relationship Type="http://schemas.openxmlformats.org/officeDocument/2006/relationships/image" Target="/ppt/media/image13.png" Id="Ra2f0d7d6aac0487b" /><Relationship Type="http://schemas.openxmlformats.org/officeDocument/2006/relationships/image" Target="/ppt/media/image14.png" Id="R08d1ee713bb84298" /><Relationship Type="http://schemas.openxmlformats.org/officeDocument/2006/relationships/image" Target="/ppt/media/image15.png" Id="R8c06e390cb1f484b" /><Relationship Type="http://schemas.openxmlformats.org/officeDocument/2006/relationships/image" Target="/ppt/media/image16.png" Id="R1dd62f57c56a4ef8" /><Relationship Type="http://schemas.openxmlformats.org/officeDocument/2006/relationships/image" Target="/ppt/media/image17.png" Id="R54bc5de9a7f84cfb" /><Relationship Type="http://schemas.openxmlformats.org/officeDocument/2006/relationships/notesSlide" Target="/ppt/notesSlides/notesSlide9.xml" Id="Re7c2dc325f8e469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46a3dcc6ef4180" /><Relationship Type="http://schemas.openxmlformats.org/officeDocument/2006/relationships/image" Target="/ppt/media/image31.png" Id="Rd73968600f3d4933" /><Relationship Type="http://schemas.openxmlformats.org/officeDocument/2006/relationships/image" Target="/ppt/media/image32.png" Id="R975d41cd86d24992" /><Relationship Type="http://schemas.openxmlformats.org/officeDocument/2006/relationships/image" Target="/ppt/media/image33.png" Id="R408951801ad84f57" /><Relationship Type="http://schemas.openxmlformats.org/officeDocument/2006/relationships/image" Target="/ppt/media/image34.png" Id="R8333301ab1254536" /><Relationship Type="http://schemas.openxmlformats.org/officeDocument/2006/relationships/image" Target="/ppt/media/image35.png" Id="Rdbaeb9f3cb4f489f" /><Relationship Type="http://schemas.openxmlformats.org/officeDocument/2006/relationships/image" Target="/ppt/media/image36.png" Id="Ra0e039239fc44b3e" /><Relationship Type="http://schemas.openxmlformats.org/officeDocument/2006/relationships/notesSlide" Target="/ppt/notesSlides/notesSlide10.xml" Id="R1f37e20937f04aa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9af2028b4c4bc8" /><Relationship Type="http://schemas.openxmlformats.org/officeDocument/2006/relationships/image" Target="/ppt/media/image31.png" Id="R1b5c6f6dd29a405f" /><Relationship Type="http://schemas.openxmlformats.org/officeDocument/2006/relationships/image" Target="/ppt/media/image32.png" Id="R1ddf288119e649c3" /><Relationship Type="http://schemas.openxmlformats.org/officeDocument/2006/relationships/image" Target="/ppt/media/image33.png" Id="R76ed8188254b4669" /><Relationship Type="http://schemas.openxmlformats.org/officeDocument/2006/relationships/image" Target="/ppt/media/image34.png" Id="Raeb8ff3d685f44c3" /><Relationship Type="http://schemas.openxmlformats.org/officeDocument/2006/relationships/image" Target="/ppt/media/image35.png" Id="R7a07b1db35c2445d" /><Relationship Type="http://schemas.openxmlformats.org/officeDocument/2006/relationships/image" Target="/ppt/media/image36.png" Id="R5ead2aeddc094fb8" /><Relationship Type="http://schemas.openxmlformats.org/officeDocument/2006/relationships/notesSlide" Target="/ppt/notesSlides/notesSlide11.xml" Id="Re947462352b34fe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fcff42503c4d80" /><Relationship Type="http://schemas.openxmlformats.org/officeDocument/2006/relationships/image" Target="/ppt/media/image8.png" Id="Rd13600adfa804b63" /><Relationship Type="http://schemas.openxmlformats.org/officeDocument/2006/relationships/image" Target="/ppt/media/image9.png" Id="R57f9797621bf49a7" /><Relationship Type="http://schemas.openxmlformats.org/officeDocument/2006/relationships/image" Target="/ppt/media/image10.png" Id="Rb3136259dd904149" /><Relationship Type="http://schemas.openxmlformats.org/officeDocument/2006/relationships/image" Target="/ppt/media/image11.png" Id="R728e2bdc31994028" /><Relationship Type="http://schemas.openxmlformats.org/officeDocument/2006/relationships/image" Target="/ppt/media/image12.png" Id="Re26d7d09ee0a43ad" /><Relationship Type="http://schemas.openxmlformats.org/officeDocument/2006/relationships/image" Target="/ppt/media/image13.png" Id="R52560edd047a4875" /><Relationship Type="http://schemas.openxmlformats.org/officeDocument/2006/relationships/image" Target="/ppt/media/image14.png" Id="R28077373edb64ce1" /><Relationship Type="http://schemas.openxmlformats.org/officeDocument/2006/relationships/image" Target="/ppt/media/image15.png" Id="R69c3e92174924109" /><Relationship Type="http://schemas.openxmlformats.org/officeDocument/2006/relationships/image" Target="/ppt/media/image16.png" Id="Rd370c4b8c8a9490b" /><Relationship Type="http://schemas.openxmlformats.org/officeDocument/2006/relationships/image" Target="/ppt/media/image17.png" Id="Rfc4ffc1c3e454ce3" /><Relationship Type="http://schemas.openxmlformats.org/officeDocument/2006/relationships/notesSlide" Target="/ppt/notesSlides/notesSlide12.xml" Id="Rf976fc1ac22942c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1da769db964959" /><Relationship Type="http://schemas.openxmlformats.org/officeDocument/2006/relationships/image" Target="/ppt/media/image8.png" Id="Rc19c5f92be214e7b" /><Relationship Type="http://schemas.openxmlformats.org/officeDocument/2006/relationships/image" Target="/ppt/media/image9.png" Id="Re660cf72dc1447ce" /><Relationship Type="http://schemas.openxmlformats.org/officeDocument/2006/relationships/image" Target="/ppt/media/image10.png" Id="R325234420df24f6b" /><Relationship Type="http://schemas.openxmlformats.org/officeDocument/2006/relationships/image" Target="/ppt/media/image11.png" Id="R27f663ecd8704a36" /><Relationship Type="http://schemas.openxmlformats.org/officeDocument/2006/relationships/image" Target="/ppt/media/image12.png" Id="R6c46cc69aabe474e" /><Relationship Type="http://schemas.openxmlformats.org/officeDocument/2006/relationships/image" Target="/ppt/media/image13.png" Id="R2ee5348e39c94ba2" /><Relationship Type="http://schemas.openxmlformats.org/officeDocument/2006/relationships/image" Target="/ppt/media/image14.png" Id="R12922625fd63499b" /><Relationship Type="http://schemas.openxmlformats.org/officeDocument/2006/relationships/image" Target="/ppt/media/image15.png" Id="R28cdeb5de70347db" /><Relationship Type="http://schemas.openxmlformats.org/officeDocument/2006/relationships/image" Target="/ppt/media/image16.png" Id="R6db26d248b424753" /><Relationship Type="http://schemas.openxmlformats.org/officeDocument/2006/relationships/image" Target="/ppt/media/image17.png" Id="R6278ec9861164f7d" /><Relationship Type="http://schemas.openxmlformats.org/officeDocument/2006/relationships/image" Target="/ppt/media/image37.png" Id="Rf296e8109d2d4658" /><Relationship Type="http://schemas.openxmlformats.org/officeDocument/2006/relationships/notesSlide" Target="/ppt/notesSlides/notesSlide13.xml" Id="Ree170fbdbd9d437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88265e45084bc8" /><Relationship Type="http://schemas.openxmlformats.org/officeDocument/2006/relationships/image" Target="/ppt/media/image8.png" Id="Rd67797176a0446d6" /><Relationship Type="http://schemas.openxmlformats.org/officeDocument/2006/relationships/image" Target="/ppt/media/image9.png" Id="Rba88acc7fa2c4fc8" /><Relationship Type="http://schemas.openxmlformats.org/officeDocument/2006/relationships/image" Target="/ppt/media/image10.png" Id="R56fe4561e83443aa" /><Relationship Type="http://schemas.openxmlformats.org/officeDocument/2006/relationships/image" Target="/ppt/media/image11.png" Id="R8d35a28660b7460f" /><Relationship Type="http://schemas.openxmlformats.org/officeDocument/2006/relationships/image" Target="/ppt/media/image12.png" Id="R7e16b2b20dba4926" /><Relationship Type="http://schemas.openxmlformats.org/officeDocument/2006/relationships/image" Target="/ppt/media/image13.png" Id="R930c0dc52abb4c38" /><Relationship Type="http://schemas.openxmlformats.org/officeDocument/2006/relationships/image" Target="/ppt/media/image14.png" Id="R63eb7132d81e4e36" /><Relationship Type="http://schemas.openxmlformats.org/officeDocument/2006/relationships/image" Target="/ppt/media/image15.png" Id="Rc5f619ffc3164c60" /><Relationship Type="http://schemas.openxmlformats.org/officeDocument/2006/relationships/image" Target="/ppt/media/image16.png" Id="Raf1230f6972c4692" /><Relationship Type="http://schemas.openxmlformats.org/officeDocument/2006/relationships/image" Target="/ppt/media/image17.png" Id="Rb3049c6ce6144075" /><Relationship Type="http://schemas.openxmlformats.org/officeDocument/2006/relationships/notesSlide" Target="/ppt/notesSlides/notesSlide14.xml" Id="R61e33532f36d4e9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5f0e3176c945ce" /><Relationship Type="http://schemas.openxmlformats.org/officeDocument/2006/relationships/image" Target="/ppt/media/image18.png" Id="R317f8afff8414a8b" /><Relationship Type="http://schemas.openxmlformats.org/officeDocument/2006/relationships/image" Target="/ppt/media/image19.png" Id="R6fe82f669e904c85" /><Relationship Type="http://schemas.openxmlformats.org/officeDocument/2006/relationships/image" Target="/ppt/media/image20.png" Id="R5570b2c6d7f1432a" /><Relationship Type="http://schemas.openxmlformats.org/officeDocument/2006/relationships/image" Target="/ppt/media/image21.png" Id="Rd81a0787949545da" /><Relationship Type="http://schemas.openxmlformats.org/officeDocument/2006/relationships/image" Target="/ppt/media/image22.png" Id="R68b38f61ff924623" /><Relationship Type="http://schemas.openxmlformats.org/officeDocument/2006/relationships/image" Target="/ppt/media/image23.png" Id="Raac7b09d9f0244a4" /><Relationship Type="http://schemas.openxmlformats.org/officeDocument/2006/relationships/image" Target="/ppt/media/image24.png" Id="Racddd5037ec345b5" /><Relationship Type="http://schemas.openxmlformats.org/officeDocument/2006/relationships/image" Target="/ppt/media/image25.png" Id="Re533f39c382d4850" /><Relationship Type="http://schemas.openxmlformats.org/officeDocument/2006/relationships/image" Target="/ppt/media/image26.png" Id="R4416a49b64784ccc" /><Relationship Type="http://schemas.openxmlformats.org/officeDocument/2006/relationships/image" Target="/ppt/media/image27.png" Id="Ra20cfbec3ef44dbc" /><Relationship Type="http://schemas.openxmlformats.org/officeDocument/2006/relationships/image" Target="/ppt/media/image28.png" Id="Re63cd86001ae403b" /><Relationship Type="http://schemas.openxmlformats.org/officeDocument/2006/relationships/image" Target="/ppt/media/image29.png" Id="R64b59c995e6d46f8" /><Relationship Type="http://schemas.openxmlformats.org/officeDocument/2006/relationships/image" Target="/ppt/media/image30.png" Id="R7b8252bdc78349e0" /><Relationship Type="http://schemas.openxmlformats.org/officeDocument/2006/relationships/notesSlide" Target="/ppt/notesSlides/notesSlide15.xml" Id="Rc48e7d4ebffa4ee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c995ff70f64cf8" /><Relationship Type="http://schemas.openxmlformats.org/officeDocument/2006/relationships/image" Target="/ppt/media/image31.png" Id="Rd2b7670ebc2d4717" /><Relationship Type="http://schemas.openxmlformats.org/officeDocument/2006/relationships/image" Target="/ppt/media/image32.png" Id="Recc3d5003da442ab" /><Relationship Type="http://schemas.openxmlformats.org/officeDocument/2006/relationships/image" Target="/ppt/media/image33.png" Id="Ra4b440566d064721" /><Relationship Type="http://schemas.openxmlformats.org/officeDocument/2006/relationships/image" Target="/ppt/media/image34.png" Id="R615890bb875447e2" /><Relationship Type="http://schemas.openxmlformats.org/officeDocument/2006/relationships/image" Target="/ppt/media/image35.png" Id="R73b2506bf38443fa" /><Relationship Type="http://schemas.openxmlformats.org/officeDocument/2006/relationships/image" Target="/ppt/media/image36.png" Id="R46b6b5dffa874cfb" /><Relationship Type="http://schemas.openxmlformats.org/officeDocument/2006/relationships/notesSlide" Target="/ppt/notesSlides/notesSlide16.xml" Id="R97afdc7a6d174e6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6af03a57ee4436" /><Relationship Type="http://schemas.openxmlformats.org/officeDocument/2006/relationships/image" Target="/ppt/media/image8.png" Id="R2b8736a830624979" /><Relationship Type="http://schemas.openxmlformats.org/officeDocument/2006/relationships/image" Target="/ppt/media/image9.png" Id="Rcb6652627f82464c" /><Relationship Type="http://schemas.openxmlformats.org/officeDocument/2006/relationships/image" Target="/ppt/media/image10.png" Id="R058f78412a4d49a7" /><Relationship Type="http://schemas.openxmlformats.org/officeDocument/2006/relationships/image" Target="/ppt/media/image11.png" Id="R28fec67446ad46c9" /><Relationship Type="http://schemas.openxmlformats.org/officeDocument/2006/relationships/image" Target="/ppt/media/image12.png" Id="R4271a3b23e9744d2" /><Relationship Type="http://schemas.openxmlformats.org/officeDocument/2006/relationships/image" Target="/ppt/media/image13.png" Id="Rbe4292ebf3cd4064" /><Relationship Type="http://schemas.openxmlformats.org/officeDocument/2006/relationships/image" Target="/ppt/media/image14.png" Id="R1340cb6a7972479f" /><Relationship Type="http://schemas.openxmlformats.org/officeDocument/2006/relationships/image" Target="/ppt/media/image15.png" Id="R5d1a3da2f26a4206" /><Relationship Type="http://schemas.openxmlformats.org/officeDocument/2006/relationships/image" Target="/ppt/media/image16.png" Id="R58fef5483f35415e" /><Relationship Type="http://schemas.openxmlformats.org/officeDocument/2006/relationships/image" Target="/ppt/media/image17.png" Id="Rd2a737b50d5147fb" /><Relationship Type="http://schemas.openxmlformats.org/officeDocument/2006/relationships/image" Target="/ppt/media/image38.png" Id="Racf31c017cbe4514" /><Relationship Type="http://schemas.openxmlformats.org/officeDocument/2006/relationships/notesSlide" Target="/ppt/notesSlides/notesSlide17.xml" Id="R7b059c1c45954a67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378b6fe81146d1" /><Relationship Type="http://schemas.openxmlformats.org/officeDocument/2006/relationships/image" Target="/ppt/media/image8.png" Id="R03f0e4f18f324f9f" /><Relationship Type="http://schemas.openxmlformats.org/officeDocument/2006/relationships/image" Target="/ppt/media/image9.png" Id="Re51d9c110e634a10" /><Relationship Type="http://schemas.openxmlformats.org/officeDocument/2006/relationships/image" Target="/ppt/media/image10.png" Id="R51c3aedd9c134cd1" /><Relationship Type="http://schemas.openxmlformats.org/officeDocument/2006/relationships/image" Target="/ppt/media/image11.png" Id="Re905bdad44eb47ed" /><Relationship Type="http://schemas.openxmlformats.org/officeDocument/2006/relationships/image" Target="/ppt/media/image12.png" Id="Rd96a369f7848426c" /><Relationship Type="http://schemas.openxmlformats.org/officeDocument/2006/relationships/image" Target="/ppt/media/image13.png" Id="Rcbcdd8a41648435d" /><Relationship Type="http://schemas.openxmlformats.org/officeDocument/2006/relationships/image" Target="/ppt/media/image14.png" Id="Rf8577a844c3b4b1f" /><Relationship Type="http://schemas.openxmlformats.org/officeDocument/2006/relationships/image" Target="/ppt/media/image15.png" Id="R1f8e85918ab34462" /><Relationship Type="http://schemas.openxmlformats.org/officeDocument/2006/relationships/image" Target="/ppt/media/image16.png" Id="R540a5c369d2c420e" /><Relationship Type="http://schemas.openxmlformats.org/officeDocument/2006/relationships/image" Target="/ppt/media/image17.png" Id="R2b8dfd0c58b94615" /><Relationship Type="http://schemas.openxmlformats.org/officeDocument/2006/relationships/notesSlide" Target="/ppt/notesSlides/notesSlide18.xml" Id="R301ae3d57f98483b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03f3186d6342f4" /><Relationship Type="http://schemas.openxmlformats.org/officeDocument/2006/relationships/image" Target="/ppt/media/image8.png" Id="R742cc24f12424f79" /><Relationship Type="http://schemas.openxmlformats.org/officeDocument/2006/relationships/image" Target="/ppt/media/image9.png" Id="R1f9c36470eb04642" /><Relationship Type="http://schemas.openxmlformats.org/officeDocument/2006/relationships/image" Target="/ppt/media/image10.png" Id="R3068254dacb149c6" /><Relationship Type="http://schemas.openxmlformats.org/officeDocument/2006/relationships/image" Target="/ppt/media/image11.png" Id="R6861397ad6354c9a" /><Relationship Type="http://schemas.openxmlformats.org/officeDocument/2006/relationships/image" Target="/ppt/media/image12.png" Id="R06439b25dc7748a3" /><Relationship Type="http://schemas.openxmlformats.org/officeDocument/2006/relationships/image" Target="/ppt/media/image13.png" Id="R278c51a9cf7c4ab6" /><Relationship Type="http://schemas.openxmlformats.org/officeDocument/2006/relationships/image" Target="/ppt/media/image14.png" Id="Ra297b09545664223" /><Relationship Type="http://schemas.openxmlformats.org/officeDocument/2006/relationships/image" Target="/ppt/media/image15.png" Id="Rf3393755f7c043c1" /><Relationship Type="http://schemas.openxmlformats.org/officeDocument/2006/relationships/image" Target="/ppt/media/image16.png" Id="R38ed14da199f4644" /><Relationship Type="http://schemas.openxmlformats.org/officeDocument/2006/relationships/image" Target="/ppt/media/image17.png" Id="R755f83ef00af4a70" /><Relationship Type="http://schemas.openxmlformats.org/officeDocument/2006/relationships/notesSlide" Target="/ppt/notesSlides/notesSlide19.xml" Id="R363e55487d1647ff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40ef09750043e2" /><Relationship Type="http://schemas.openxmlformats.org/officeDocument/2006/relationships/image" Target="/ppt/media/image18.png" Id="R06e1cbd9310e420d" /><Relationship Type="http://schemas.openxmlformats.org/officeDocument/2006/relationships/image" Target="/ppt/media/image19.png" Id="Re5ed68a75cad4a41" /><Relationship Type="http://schemas.openxmlformats.org/officeDocument/2006/relationships/image" Target="/ppt/media/image20.png" Id="R7d2b816b4ea04c2c" /><Relationship Type="http://schemas.openxmlformats.org/officeDocument/2006/relationships/image" Target="/ppt/media/image21.png" Id="R20cd6d8404844554" /><Relationship Type="http://schemas.openxmlformats.org/officeDocument/2006/relationships/image" Target="/ppt/media/image22.png" Id="Rb7765d104fe54a17" /><Relationship Type="http://schemas.openxmlformats.org/officeDocument/2006/relationships/image" Target="/ppt/media/image23.png" Id="R18b7736e82264dac" /><Relationship Type="http://schemas.openxmlformats.org/officeDocument/2006/relationships/image" Target="/ppt/media/image24.png" Id="R75ba3616561f4e30" /><Relationship Type="http://schemas.openxmlformats.org/officeDocument/2006/relationships/image" Target="/ppt/media/image25.png" Id="Rfe730707755145f0" /><Relationship Type="http://schemas.openxmlformats.org/officeDocument/2006/relationships/image" Target="/ppt/media/image26.png" Id="R4d5ff7a697b3458e" /><Relationship Type="http://schemas.openxmlformats.org/officeDocument/2006/relationships/image" Target="/ppt/media/image27.png" Id="Rdcffdbc8195b462c" /><Relationship Type="http://schemas.openxmlformats.org/officeDocument/2006/relationships/image" Target="/ppt/media/image28.png" Id="Rb4cf0acee9704537" /><Relationship Type="http://schemas.openxmlformats.org/officeDocument/2006/relationships/image" Target="/ppt/media/image29.png" Id="Rf8e5df1b83b44c69" /><Relationship Type="http://schemas.openxmlformats.org/officeDocument/2006/relationships/image" Target="/ppt/media/image30.png" Id="R6995cd78c664422f" /><Relationship Type="http://schemas.openxmlformats.org/officeDocument/2006/relationships/notesSlide" Target="/ppt/notesSlides/notesSlide20.xml" Id="R9799cba4553843df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962a2972884587" /><Relationship Type="http://schemas.openxmlformats.org/officeDocument/2006/relationships/image" Target="/ppt/media/image8.png" Id="R18f0199152fc4e09" /><Relationship Type="http://schemas.openxmlformats.org/officeDocument/2006/relationships/image" Target="/ppt/media/image9.png" Id="R3a2ccbb6282346b2" /><Relationship Type="http://schemas.openxmlformats.org/officeDocument/2006/relationships/image" Target="/ppt/media/image10.png" Id="R4841d6ca03d2499e" /><Relationship Type="http://schemas.openxmlformats.org/officeDocument/2006/relationships/image" Target="/ppt/media/image11.png" Id="R822a3a96c4f042f0" /><Relationship Type="http://schemas.openxmlformats.org/officeDocument/2006/relationships/image" Target="/ppt/media/image12.png" Id="Rfe22c19c64404914" /><Relationship Type="http://schemas.openxmlformats.org/officeDocument/2006/relationships/image" Target="/ppt/media/image13.png" Id="Rcc84e0e5761f4e3c" /><Relationship Type="http://schemas.openxmlformats.org/officeDocument/2006/relationships/image" Target="/ppt/media/image14.png" Id="R5a5689992f3f407d" /><Relationship Type="http://schemas.openxmlformats.org/officeDocument/2006/relationships/image" Target="/ppt/media/image15.png" Id="Rebe36f1043164d4e" /><Relationship Type="http://schemas.openxmlformats.org/officeDocument/2006/relationships/image" Target="/ppt/media/image16.png" Id="Ra825366e68514071" /><Relationship Type="http://schemas.openxmlformats.org/officeDocument/2006/relationships/image" Target="/ppt/media/image17.png" Id="R050bcdfc3e9143f9" /><Relationship Type="http://schemas.openxmlformats.org/officeDocument/2006/relationships/notesSlide" Target="/ppt/notesSlides/notesSlide21.xml" Id="R6f2e681733cf4520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cfdef5856c4651" /><Relationship Type="http://schemas.openxmlformats.org/officeDocument/2006/relationships/image" Target="/ppt/media/image8.png" Id="R69cae410779f459a" /><Relationship Type="http://schemas.openxmlformats.org/officeDocument/2006/relationships/image" Target="/ppt/media/image9.png" Id="R96359910a8134768" /><Relationship Type="http://schemas.openxmlformats.org/officeDocument/2006/relationships/image" Target="/ppt/media/image10.png" Id="Rcf02b8931e164e16" /><Relationship Type="http://schemas.openxmlformats.org/officeDocument/2006/relationships/image" Target="/ppt/media/image11.png" Id="R28db284753a64adb" /><Relationship Type="http://schemas.openxmlformats.org/officeDocument/2006/relationships/image" Target="/ppt/media/image12.png" Id="Re42ade8a16c34bb8" /><Relationship Type="http://schemas.openxmlformats.org/officeDocument/2006/relationships/image" Target="/ppt/media/image13.png" Id="Ra90527212c5249d9" /><Relationship Type="http://schemas.openxmlformats.org/officeDocument/2006/relationships/image" Target="/ppt/media/image14.png" Id="Rbf7a6f66a74c4179" /><Relationship Type="http://schemas.openxmlformats.org/officeDocument/2006/relationships/image" Target="/ppt/media/image15.png" Id="Ra839c1e33d8248cc" /><Relationship Type="http://schemas.openxmlformats.org/officeDocument/2006/relationships/image" Target="/ppt/media/image16.png" Id="Re98b53ca758247fe" /><Relationship Type="http://schemas.openxmlformats.org/officeDocument/2006/relationships/image" Target="/ppt/media/image17.png" Id="R5f0b41a832f64cfc" /><Relationship Type="http://schemas.openxmlformats.org/officeDocument/2006/relationships/notesSlide" Target="/ppt/notesSlides/notesSlide22.xml" Id="R363471086aa44db8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5190b11c354b8d" /><Relationship Type="http://schemas.openxmlformats.org/officeDocument/2006/relationships/image" Target="/ppt/media/image8.png" Id="Rde7231f77f9b474f" /><Relationship Type="http://schemas.openxmlformats.org/officeDocument/2006/relationships/image" Target="/ppt/media/image9.png" Id="R9ad81f0e9c0943c2" /><Relationship Type="http://schemas.openxmlformats.org/officeDocument/2006/relationships/image" Target="/ppt/media/image10.png" Id="R55ed68509d32480e" /><Relationship Type="http://schemas.openxmlformats.org/officeDocument/2006/relationships/image" Target="/ppt/media/image11.png" Id="R49591f9dca0e4642" /><Relationship Type="http://schemas.openxmlformats.org/officeDocument/2006/relationships/image" Target="/ppt/media/image12.png" Id="Rcb67f94bdb3147c2" /><Relationship Type="http://schemas.openxmlformats.org/officeDocument/2006/relationships/image" Target="/ppt/media/image13.png" Id="Ra8c1cab3cb9541b6" /><Relationship Type="http://schemas.openxmlformats.org/officeDocument/2006/relationships/image" Target="/ppt/media/image14.png" Id="Rab832e6e8be84fd1" /><Relationship Type="http://schemas.openxmlformats.org/officeDocument/2006/relationships/image" Target="/ppt/media/image15.png" Id="R367ac88740a24220" /><Relationship Type="http://schemas.openxmlformats.org/officeDocument/2006/relationships/image" Target="/ppt/media/image16.png" Id="R8b509594ff924ef2" /><Relationship Type="http://schemas.openxmlformats.org/officeDocument/2006/relationships/image" Target="/ppt/media/image17.png" Id="R781e1854d4474b8b" /><Relationship Type="http://schemas.openxmlformats.org/officeDocument/2006/relationships/notesSlide" Target="/ppt/notesSlides/notesSlide23.xml" Id="R975c108174a64d1a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a19ac353c24e44" /><Relationship Type="http://schemas.openxmlformats.org/officeDocument/2006/relationships/image" Target="/ppt/media/image31.png" Id="R9d90d030aba84484" /><Relationship Type="http://schemas.openxmlformats.org/officeDocument/2006/relationships/image" Target="/ppt/media/image32.png" Id="Rc0b21c2c3e24456a" /><Relationship Type="http://schemas.openxmlformats.org/officeDocument/2006/relationships/image" Target="/ppt/media/image33.png" Id="R190e4843a49245d9" /><Relationship Type="http://schemas.openxmlformats.org/officeDocument/2006/relationships/image" Target="/ppt/media/image34.png" Id="R34470fd5507344e5" /><Relationship Type="http://schemas.openxmlformats.org/officeDocument/2006/relationships/image" Target="/ppt/media/image35.png" Id="R0f0926f13d3949e6" /><Relationship Type="http://schemas.openxmlformats.org/officeDocument/2006/relationships/image" Target="/ppt/media/image36.png" Id="R93fb8077678043a6" /><Relationship Type="http://schemas.openxmlformats.org/officeDocument/2006/relationships/notesSlide" Target="/ppt/notesSlides/notesSlide24.xml" Id="Re9bd426ac5de4239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a1a140a58f4c2e" /><Relationship Type="http://schemas.openxmlformats.org/officeDocument/2006/relationships/image" Target="/ppt/media/image8.png" Id="R543b2f98edfc4cf6" /><Relationship Type="http://schemas.openxmlformats.org/officeDocument/2006/relationships/image" Target="/ppt/media/image9.png" Id="Rb17226ee50aa484d" /><Relationship Type="http://schemas.openxmlformats.org/officeDocument/2006/relationships/image" Target="/ppt/media/image10.png" Id="Rcfd3b78807d14624" /><Relationship Type="http://schemas.openxmlformats.org/officeDocument/2006/relationships/image" Target="/ppt/media/image11.png" Id="R6fddbb1bf0d6447d" /><Relationship Type="http://schemas.openxmlformats.org/officeDocument/2006/relationships/image" Target="/ppt/media/image12.png" Id="Rc1f39a1b0d1d495d" /><Relationship Type="http://schemas.openxmlformats.org/officeDocument/2006/relationships/image" Target="/ppt/media/image13.png" Id="R6bc40e1863ef42c9" /><Relationship Type="http://schemas.openxmlformats.org/officeDocument/2006/relationships/image" Target="/ppt/media/image14.png" Id="R488cfc7d43c040fe" /><Relationship Type="http://schemas.openxmlformats.org/officeDocument/2006/relationships/image" Target="/ppt/media/image15.png" Id="R6ad7c6ae92364562" /><Relationship Type="http://schemas.openxmlformats.org/officeDocument/2006/relationships/image" Target="/ppt/media/image16.png" Id="Rc0b3c5ba64ab4ecb" /><Relationship Type="http://schemas.openxmlformats.org/officeDocument/2006/relationships/image" Target="/ppt/media/image17.png" Id="Ra72ac9349e804590" /><Relationship Type="http://schemas.openxmlformats.org/officeDocument/2006/relationships/notesSlide" Target="/ppt/notesSlides/notesSlide25.xml" Id="Rc12f545782904b36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f408a00fef4f04" /><Relationship Type="http://schemas.openxmlformats.org/officeDocument/2006/relationships/image" Target="/ppt/media/image8.png" Id="Re245e9fe18d64d38" /><Relationship Type="http://schemas.openxmlformats.org/officeDocument/2006/relationships/image" Target="/ppt/media/image9.png" Id="R9f23d44a99314509" /><Relationship Type="http://schemas.openxmlformats.org/officeDocument/2006/relationships/image" Target="/ppt/media/image10.png" Id="R82a43eda9ba64d33" /><Relationship Type="http://schemas.openxmlformats.org/officeDocument/2006/relationships/image" Target="/ppt/media/image11.png" Id="R1b9ecc5a579c4f99" /><Relationship Type="http://schemas.openxmlformats.org/officeDocument/2006/relationships/image" Target="/ppt/media/image12.png" Id="R569b0f487efb4a40" /><Relationship Type="http://schemas.openxmlformats.org/officeDocument/2006/relationships/image" Target="/ppt/media/image13.png" Id="R041237e28b04468d" /><Relationship Type="http://schemas.openxmlformats.org/officeDocument/2006/relationships/image" Target="/ppt/media/image14.png" Id="Rd75b01a69cbf44b8" /><Relationship Type="http://schemas.openxmlformats.org/officeDocument/2006/relationships/image" Target="/ppt/media/image15.png" Id="R1763754b88894d9f" /><Relationship Type="http://schemas.openxmlformats.org/officeDocument/2006/relationships/image" Target="/ppt/media/image16.png" Id="Rd3204728f57c4c9b" /><Relationship Type="http://schemas.openxmlformats.org/officeDocument/2006/relationships/image" Target="/ppt/media/image17.png" Id="R93aa6dea77cf4c4a" /><Relationship Type="http://schemas.openxmlformats.org/officeDocument/2006/relationships/notesSlide" Target="/ppt/notesSlides/notesSlide26.xml" Id="R75517c924af04961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61fc45c0f646bc" /><Relationship Type="http://schemas.openxmlformats.org/officeDocument/2006/relationships/image" Target="/ppt/media/image8.png" Id="Rcb75371f4a834127" /><Relationship Type="http://schemas.openxmlformats.org/officeDocument/2006/relationships/image" Target="/ppt/media/image9.png" Id="R711e0d4fd453418e" /><Relationship Type="http://schemas.openxmlformats.org/officeDocument/2006/relationships/image" Target="/ppt/media/image10.png" Id="R0909a7d3bc444805" /><Relationship Type="http://schemas.openxmlformats.org/officeDocument/2006/relationships/image" Target="/ppt/media/image11.png" Id="R8f41c59ee10f4f52" /><Relationship Type="http://schemas.openxmlformats.org/officeDocument/2006/relationships/image" Target="/ppt/media/image12.png" Id="R56667de366b9426b" /><Relationship Type="http://schemas.openxmlformats.org/officeDocument/2006/relationships/image" Target="/ppt/media/image13.png" Id="Raab6553b983f4dd6" /><Relationship Type="http://schemas.openxmlformats.org/officeDocument/2006/relationships/image" Target="/ppt/media/image14.png" Id="R7a02633134e54d56" /><Relationship Type="http://schemas.openxmlformats.org/officeDocument/2006/relationships/image" Target="/ppt/media/image15.png" Id="Rf7e2203389104e22" /><Relationship Type="http://schemas.openxmlformats.org/officeDocument/2006/relationships/image" Target="/ppt/media/image16.png" Id="R377c8420673c4bae" /><Relationship Type="http://schemas.openxmlformats.org/officeDocument/2006/relationships/image" Target="/ppt/media/image17.png" Id="Rd558ceef03db45aa" /><Relationship Type="http://schemas.openxmlformats.org/officeDocument/2006/relationships/image" Target="/ppt/media/image39.png" Id="Ra7fd17314c3c4cb3" /><Relationship Type="http://schemas.openxmlformats.org/officeDocument/2006/relationships/notesSlide" Target="/ppt/notesSlides/notesSlide27.xml" Id="R0b8880606333442d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fff0d374354f26" /><Relationship Type="http://schemas.openxmlformats.org/officeDocument/2006/relationships/image" Target="/ppt/media/image8.png" Id="R300666c8b4844fa5" /><Relationship Type="http://schemas.openxmlformats.org/officeDocument/2006/relationships/image" Target="/ppt/media/image9.png" Id="R7132a95ab5694a19" /><Relationship Type="http://schemas.openxmlformats.org/officeDocument/2006/relationships/image" Target="/ppt/media/image10.png" Id="R95d8872ae3cf4c2a" /><Relationship Type="http://schemas.openxmlformats.org/officeDocument/2006/relationships/image" Target="/ppt/media/image11.png" Id="R52b9337b40524d28" /><Relationship Type="http://schemas.openxmlformats.org/officeDocument/2006/relationships/image" Target="/ppt/media/image12.png" Id="R9f88d6110d45491a" /><Relationship Type="http://schemas.openxmlformats.org/officeDocument/2006/relationships/image" Target="/ppt/media/image13.png" Id="R1a5fd9e3f1a24c6c" /><Relationship Type="http://schemas.openxmlformats.org/officeDocument/2006/relationships/image" Target="/ppt/media/image14.png" Id="R33b481ddb9ac4c03" /><Relationship Type="http://schemas.openxmlformats.org/officeDocument/2006/relationships/image" Target="/ppt/media/image15.png" Id="R582a366d61d04f5f" /><Relationship Type="http://schemas.openxmlformats.org/officeDocument/2006/relationships/image" Target="/ppt/media/image16.png" Id="Rdebab66b1e334c39" /><Relationship Type="http://schemas.openxmlformats.org/officeDocument/2006/relationships/image" Target="/ppt/media/image17.png" Id="R3e46fcbdd2f04c81" /><Relationship Type="http://schemas.openxmlformats.org/officeDocument/2006/relationships/image" Target="/ppt/media/image2.jpeg" Id="Re5f898c697d7405a" /><Relationship Type="http://schemas.openxmlformats.org/officeDocument/2006/relationships/notesSlide" Target="/ppt/notesSlides/notesSlide28.xml" Id="Rc6c4e997f6b34d0e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149d2cf01041c8" /><Relationship Type="http://schemas.openxmlformats.org/officeDocument/2006/relationships/image" Target="/ppt/media/image31.png" Id="R708f195083ea4859" /><Relationship Type="http://schemas.openxmlformats.org/officeDocument/2006/relationships/image" Target="/ppt/media/image32.png" Id="R58cdf66f73cd48d1" /><Relationship Type="http://schemas.openxmlformats.org/officeDocument/2006/relationships/image" Target="/ppt/media/image33.png" Id="R3a547ba0f5e9486c" /><Relationship Type="http://schemas.openxmlformats.org/officeDocument/2006/relationships/image" Target="/ppt/media/image34.png" Id="R3bc006e40d054829" /><Relationship Type="http://schemas.openxmlformats.org/officeDocument/2006/relationships/image" Target="/ppt/media/image35.png" Id="R051061fc71694468" /><Relationship Type="http://schemas.openxmlformats.org/officeDocument/2006/relationships/image" Target="/ppt/media/image36.png" Id="R8d088d265b3d4024" /><Relationship Type="http://schemas.openxmlformats.org/officeDocument/2006/relationships/notesSlide" Target="/ppt/notesSlides/notesSlide29.xml" Id="Rc233a54685c543c5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f40cfc34af4dcd" /><Relationship Type="http://schemas.openxmlformats.org/officeDocument/2006/relationships/image" Target="/ppt/media/image8.png" Id="R671af849ab194482" /><Relationship Type="http://schemas.openxmlformats.org/officeDocument/2006/relationships/image" Target="/ppt/media/image9.png" Id="Rd7fc8a1ff3cf464a" /><Relationship Type="http://schemas.openxmlformats.org/officeDocument/2006/relationships/image" Target="/ppt/media/image10.png" Id="R0c17a3e931c34adb" /><Relationship Type="http://schemas.openxmlformats.org/officeDocument/2006/relationships/image" Target="/ppt/media/image11.png" Id="R3d87baaa8def4b41" /><Relationship Type="http://schemas.openxmlformats.org/officeDocument/2006/relationships/image" Target="/ppt/media/image12.png" Id="Raf4dfb6542c64e50" /><Relationship Type="http://schemas.openxmlformats.org/officeDocument/2006/relationships/image" Target="/ppt/media/image13.png" Id="R1a4547d346d0495c" /><Relationship Type="http://schemas.openxmlformats.org/officeDocument/2006/relationships/image" Target="/ppt/media/image14.png" Id="R974947a595bb4aa0" /><Relationship Type="http://schemas.openxmlformats.org/officeDocument/2006/relationships/image" Target="/ppt/media/image15.png" Id="Rfdd1198f90904ef3" /><Relationship Type="http://schemas.openxmlformats.org/officeDocument/2006/relationships/image" Target="/ppt/media/image16.png" Id="R6fee10c156ff43c8" /><Relationship Type="http://schemas.openxmlformats.org/officeDocument/2006/relationships/image" Target="/ppt/media/image17.png" Id="R8691abc99b6e4045" /><Relationship Type="http://schemas.openxmlformats.org/officeDocument/2006/relationships/image" Target="/ppt/media/image3.jpeg" Id="Rb68b8f0619c64eb0" /><Relationship Type="http://schemas.openxmlformats.org/officeDocument/2006/relationships/notesSlide" Target="/ppt/notesSlides/notesSlide30.xml" Id="Rc0a0c02ba94a4759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913c7f8d9549ae" /><Relationship Type="http://schemas.openxmlformats.org/officeDocument/2006/relationships/image" Target="/ppt/media/image8.png" Id="R61fb70f9e7544626" /><Relationship Type="http://schemas.openxmlformats.org/officeDocument/2006/relationships/image" Target="/ppt/media/image9.png" Id="R920ece5419004ef1" /><Relationship Type="http://schemas.openxmlformats.org/officeDocument/2006/relationships/image" Target="/ppt/media/image10.png" Id="Rcebb267e019c47b8" /><Relationship Type="http://schemas.openxmlformats.org/officeDocument/2006/relationships/image" Target="/ppt/media/image11.png" Id="R9b1891f279614a62" /><Relationship Type="http://schemas.openxmlformats.org/officeDocument/2006/relationships/image" Target="/ppt/media/image12.png" Id="R91e8f9543ebd4ccd" /><Relationship Type="http://schemas.openxmlformats.org/officeDocument/2006/relationships/image" Target="/ppt/media/image13.png" Id="R1c614f1eb44b45e9" /><Relationship Type="http://schemas.openxmlformats.org/officeDocument/2006/relationships/image" Target="/ppt/media/image14.png" Id="Re789cf602a694ffc" /><Relationship Type="http://schemas.openxmlformats.org/officeDocument/2006/relationships/image" Target="/ppt/media/image15.png" Id="R4f2ade49494e4551" /><Relationship Type="http://schemas.openxmlformats.org/officeDocument/2006/relationships/image" Target="/ppt/media/image16.png" Id="R3c8ef4e845254921" /><Relationship Type="http://schemas.openxmlformats.org/officeDocument/2006/relationships/image" Target="/ppt/media/image17.png" Id="R9170951aabc24b40" /><Relationship Type="http://schemas.openxmlformats.org/officeDocument/2006/relationships/image" Target="/ppt/media/image4.jpeg" Id="Rb3caf8c5dafc4e5e" /><Relationship Type="http://schemas.openxmlformats.org/officeDocument/2006/relationships/notesSlide" Target="/ppt/notesSlides/notesSlide31.xml" Id="Rc320ec42b33a45c9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3360547e04474a" /><Relationship Type="http://schemas.openxmlformats.org/officeDocument/2006/relationships/image" Target="/ppt/media/image8.png" Id="Rb338389c8e234ca9" /><Relationship Type="http://schemas.openxmlformats.org/officeDocument/2006/relationships/image" Target="/ppt/media/image9.png" Id="R95a06bca840a4215" /><Relationship Type="http://schemas.openxmlformats.org/officeDocument/2006/relationships/image" Target="/ppt/media/image10.png" Id="Rf593af85a9804c53" /><Relationship Type="http://schemas.openxmlformats.org/officeDocument/2006/relationships/image" Target="/ppt/media/image11.png" Id="R4655d61c2d3b4565" /><Relationship Type="http://schemas.openxmlformats.org/officeDocument/2006/relationships/image" Target="/ppt/media/image12.png" Id="Rdd4ac6494544410b" /><Relationship Type="http://schemas.openxmlformats.org/officeDocument/2006/relationships/image" Target="/ppt/media/image13.png" Id="R0578419419b64993" /><Relationship Type="http://schemas.openxmlformats.org/officeDocument/2006/relationships/image" Target="/ppt/media/image14.png" Id="R221a5118a7b9430e" /><Relationship Type="http://schemas.openxmlformats.org/officeDocument/2006/relationships/image" Target="/ppt/media/image15.png" Id="Ra7a4bab8570342a3" /><Relationship Type="http://schemas.openxmlformats.org/officeDocument/2006/relationships/image" Target="/ppt/media/image16.png" Id="R7315b3a0c93d4ed6" /><Relationship Type="http://schemas.openxmlformats.org/officeDocument/2006/relationships/image" Target="/ppt/media/image17.png" Id="R41902bb7b4ef48e1" /><Relationship Type="http://schemas.openxmlformats.org/officeDocument/2006/relationships/image" Target="/ppt/media/image5.jpeg" Id="R21e560c9691744f7" /><Relationship Type="http://schemas.openxmlformats.org/officeDocument/2006/relationships/notesSlide" Target="/ppt/notesSlides/notesSlide32.xml" Id="R7bc6508208a648a9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94a91476cc487c" /><Relationship Type="http://schemas.openxmlformats.org/officeDocument/2006/relationships/image" Target="/ppt/media/image8.png" Id="Rdc7edaa864f3462f" /><Relationship Type="http://schemas.openxmlformats.org/officeDocument/2006/relationships/image" Target="/ppt/media/image9.png" Id="R378d7ea98e4e4aed" /><Relationship Type="http://schemas.openxmlformats.org/officeDocument/2006/relationships/image" Target="/ppt/media/image10.png" Id="R6ab05390a61f40dd" /><Relationship Type="http://schemas.openxmlformats.org/officeDocument/2006/relationships/image" Target="/ppt/media/image11.png" Id="R140ea3382e1f4909" /><Relationship Type="http://schemas.openxmlformats.org/officeDocument/2006/relationships/image" Target="/ppt/media/image12.png" Id="R289784ca2c554748" /><Relationship Type="http://schemas.openxmlformats.org/officeDocument/2006/relationships/image" Target="/ppt/media/image13.png" Id="R7c4ac9a4a0a54490" /><Relationship Type="http://schemas.openxmlformats.org/officeDocument/2006/relationships/image" Target="/ppt/media/image14.png" Id="R7f2f1d6a131b4c7f" /><Relationship Type="http://schemas.openxmlformats.org/officeDocument/2006/relationships/image" Target="/ppt/media/image15.png" Id="Rd26fa5e4ec864a15" /><Relationship Type="http://schemas.openxmlformats.org/officeDocument/2006/relationships/image" Target="/ppt/media/image16.png" Id="R101c10512cf04687" /><Relationship Type="http://schemas.openxmlformats.org/officeDocument/2006/relationships/image" Target="/ppt/media/image17.png" Id="R979e8380a4e940ba" /><Relationship Type="http://schemas.openxmlformats.org/officeDocument/2006/relationships/notesSlide" Target="/ppt/notesSlides/notesSlide33.xml" Id="R5ddb4a766e7f4fb6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75033ee92a4925" /><Relationship Type="http://schemas.openxmlformats.org/officeDocument/2006/relationships/image" Target="/ppt/media/image8.png" Id="R0fae5cdfc0b74527" /><Relationship Type="http://schemas.openxmlformats.org/officeDocument/2006/relationships/image" Target="/ppt/media/image9.png" Id="R9bd8fcd10be74206" /><Relationship Type="http://schemas.openxmlformats.org/officeDocument/2006/relationships/image" Target="/ppt/media/image10.png" Id="R30df85bcaef24f5e" /><Relationship Type="http://schemas.openxmlformats.org/officeDocument/2006/relationships/image" Target="/ppt/media/image11.png" Id="Rfea9c9012e9f4512" /><Relationship Type="http://schemas.openxmlformats.org/officeDocument/2006/relationships/image" Target="/ppt/media/image12.png" Id="Rc4157e5ecebd475f" /><Relationship Type="http://schemas.openxmlformats.org/officeDocument/2006/relationships/image" Target="/ppt/media/image13.png" Id="R6dd907d56c0a4b4e" /><Relationship Type="http://schemas.openxmlformats.org/officeDocument/2006/relationships/image" Target="/ppt/media/image14.png" Id="R98b8c283d6384abc" /><Relationship Type="http://schemas.openxmlformats.org/officeDocument/2006/relationships/image" Target="/ppt/media/image15.png" Id="R1a28306aec1b4696" /><Relationship Type="http://schemas.openxmlformats.org/officeDocument/2006/relationships/image" Target="/ppt/media/image16.png" Id="Rfafc694bfbef49ac" /><Relationship Type="http://schemas.openxmlformats.org/officeDocument/2006/relationships/image" Target="/ppt/media/image17.png" Id="R9d45c4f7b53c4952" /><Relationship Type="http://schemas.openxmlformats.org/officeDocument/2006/relationships/image" Target="/ppt/media/image6.jpeg" Id="R1420078eef1441e6" /><Relationship Type="http://schemas.openxmlformats.org/officeDocument/2006/relationships/notesSlide" Target="/ppt/notesSlides/notesSlide34.xml" Id="R0259387cd06841c8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fe0b0b091048bc" /><Relationship Type="http://schemas.openxmlformats.org/officeDocument/2006/relationships/image" Target="/ppt/media/image18.png" Id="R8d153cb37e6a48c5" /><Relationship Type="http://schemas.openxmlformats.org/officeDocument/2006/relationships/image" Target="/ppt/media/image19.png" Id="Rb596153eb9b04d66" /><Relationship Type="http://schemas.openxmlformats.org/officeDocument/2006/relationships/image" Target="/ppt/media/image20.png" Id="Rf5750e1f952c460f" /><Relationship Type="http://schemas.openxmlformats.org/officeDocument/2006/relationships/image" Target="/ppt/media/image21.png" Id="R27d7e2677f834958" /><Relationship Type="http://schemas.openxmlformats.org/officeDocument/2006/relationships/image" Target="/ppt/media/image22.png" Id="Rdb39a5f0240044a8" /><Relationship Type="http://schemas.openxmlformats.org/officeDocument/2006/relationships/image" Target="/ppt/media/image23.png" Id="Rc2748ffcde384dc7" /><Relationship Type="http://schemas.openxmlformats.org/officeDocument/2006/relationships/image" Target="/ppt/media/image24.png" Id="R304efb5b8e594dfc" /><Relationship Type="http://schemas.openxmlformats.org/officeDocument/2006/relationships/image" Target="/ppt/media/image25.png" Id="R12fe7a09f8e14ed1" /><Relationship Type="http://schemas.openxmlformats.org/officeDocument/2006/relationships/image" Target="/ppt/media/image26.png" Id="Ra8336ae1651646af" /><Relationship Type="http://schemas.openxmlformats.org/officeDocument/2006/relationships/image" Target="/ppt/media/image27.png" Id="R71577cc00575457e" /><Relationship Type="http://schemas.openxmlformats.org/officeDocument/2006/relationships/image" Target="/ppt/media/image28.png" Id="R2faed700dd86482e" /><Relationship Type="http://schemas.openxmlformats.org/officeDocument/2006/relationships/image" Target="/ppt/media/image29.png" Id="R08301a6b1c4b4fd9" /><Relationship Type="http://schemas.openxmlformats.org/officeDocument/2006/relationships/image" Target="/ppt/media/image30.png" Id="Ra3403c131af349ab" /><Relationship Type="http://schemas.openxmlformats.org/officeDocument/2006/relationships/notesSlide" Target="/ppt/notesSlides/notesSlide35.xml" Id="R9f3df7894c634631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df33f5c1c04359" /><Relationship Type="http://schemas.openxmlformats.org/officeDocument/2006/relationships/image" Target="/ppt/media/image31.png" Id="R90cf303df3d743db" /><Relationship Type="http://schemas.openxmlformats.org/officeDocument/2006/relationships/image" Target="/ppt/media/image32.png" Id="R3fecc2d167554fa8" /><Relationship Type="http://schemas.openxmlformats.org/officeDocument/2006/relationships/image" Target="/ppt/media/image33.png" Id="R60e9881f9e57478f" /><Relationship Type="http://schemas.openxmlformats.org/officeDocument/2006/relationships/image" Target="/ppt/media/image34.png" Id="R70aae558d7c44e08" /><Relationship Type="http://schemas.openxmlformats.org/officeDocument/2006/relationships/image" Target="/ppt/media/image35.png" Id="Rc8e83dfe23054b06" /><Relationship Type="http://schemas.openxmlformats.org/officeDocument/2006/relationships/image" Target="/ppt/media/image36.png" Id="R0ce6064072f34717" /><Relationship Type="http://schemas.openxmlformats.org/officeDocument/2006/relationships/notesSlide" Target="/ppt/notesSlides/notesSlide36.xml" Id="R45e5807a2dd943df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c3ceb06f394b37" /><Relationship Type="http://schemas.openxmlformats.org/officeDocument/2006/relationships/image" Target="/ppt/media/image8.png" Id="Rb37e6ec7820e416e" /><Relationship Type="http://schemas.openxmlformats.org/officeDocument/2006/relationships/image" Target="/ppt/media/image9.png" Id="Rdec021a89b5f453c" /><Relationship Type="http://schemas.openxmlformats.org/officeDocument/2006/relationships/image" Target="/ppt/media/image10.png" Id="Rbcec8ee055304df2" /><Relationship Type="http://schemas.openxmlformats.org/officeDocument/2006/relationships/image" Target="/ppt/media/image11.png" Id="R7c92acf1bea245e5" /><Relationship Type="http://schemas.openxmlformats.org/officeDocument/2006/relationships/image" Target="/ppt/media/image12.png" Id="Rf6f66f7a706145bc" /><Relationship Type="http://schemas.openxmlformats.org/officeDocument/2006/relationships/image" Target="/ppt/media/image13.png" Id="Re7e4dc11d8f14171" /><Relationship Type="http://schemas.openxmlformats.org/officeDocument/2006/relationships/image" Target="/ppt/media/image14.png" Id="Rceb5e13dfd1942ff" /><Relationship Type="http://schemas.openxmlformats.org/officeDocument/2006/relationships/image" Target="/ppt/media/image15.png" Id="R10250390a7f149ac" /><Relationship Type="http://schemas.openxmlformats.org/officeDocument/2006/relationships/image" Target="/ppt/media/image16.png" Id="Rfc4a53768c95486b" /><Relationship Type="http://schemas.openxmlformats.org/officeDocument/2006/relationships/image" Target="/ppt/media/image17.png" Id="R1b388e282fc84dd0" /><Relationship Type="http://schemas.openxmlformats.org/officeDocument/2006/relationships/notesSlide" Target="/ppt/notesSlides/notesSlide37.xml" Id="Re52c9e975c5a4c63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7253db9dcb4ba9" /><Relationship Type="http://schemas.openxmlformats.org/officeDocument/2006/relationships/image" Target="/ppt/media/image8.png" Id="R1355f79dfbc548dd" /><Relationship Type="http://schemas.openxmlformats.org/officeDocument/2006/relationships/image" Target="/ppt/media/image9.png" Id="R37f4d86ec127467d" /><Relationship Type="http://schemas.openxmlformats.org/officeDocument/2006/relationships/image" Target="/ppt/media/image10.png" Id="R6d03aac84399436e" /><Relationship Type="http://schemas.openxmlformats.org/officeDocument/2006/relationships/image" Target="/ppt/media/image11.png" Id="R8b869d75ca4f497c" /><Relationship Type="http://schemas.openxmlformats.org/officeDocument/2006/relationships/image" Target="/ppt/media/image12.png" Id="R976f774f4451423e" /><Relationship Type="http://schemas.openxmlformats.org/officeDocument/2006/relationships/image" Target="/ppt/media/image13.png" Id="Rfeb8fde971744770" /><Relationship Type="http://schemas.openxmlformats.org/officeDocument/2006/relationships/image" Target="/ppt/media/image14.png" Id="R2fc84ef1c7a64512" /><Relationship Type="http://schemas.openxmlformats.org/officeDocument/2006/relationships/image" Target="/ppt/media/image15.png" Id="Rb390e14553d24119" /><Relationship Type="http://schemas.openxmlformats.org/officeDocument/2006/relationships/image" Target="/ppt/media/image16.png" Id="R8c631a7fa5214d42" /><Relationship Type="http://schemas.openxmlformats.org/officeDocument/2006/relationships/image" Target="/ppt/media/image17.png" Id="R792b6f79de3641c1" /><Relationship Type="http://schemas.openxmlformats.org/officeDocument/2006/relationships/image" Target="/ppt/media/image7.jpeg" Id="R29d0255c2a674ae7" /><Relationship Type="http://schemas.openxmlformats.org/officeDocument/2006/relationships/notesSlide" Target="/ppt/notesSlides/notesSlide38.xml" Id="R49bc3b6c7a874225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a67a90fd4d4824" /><Relationship Type="http://schemas.openxmlformats.org/officeDocument/2006/relationships/image" Target="/ppt/media/image8.png" Id="R73f6a7d70a574a10" /><Relationship Type="http://schemas.openxmlformats.org/officeDocument/2006/relationships/image" Target="/ppt/media/image9.png" Id="R43e6055da3d845f5" /><Relationship Type="http://schemas.openxmlformats.org/officeDocument/2006/relationships/image" Target="/ppt/media/image10.png" Id="Rc9d939b6520741fb" /><Relationship Type="http://schemas.openxmlformats.org/officeDocument/2006/relationships/image" Target="/ppt/media/image11.png" Id="R51a793e42b6548df" /><Relationship Type="http://schemas.openxmlformats.org/officeDocument/2006/relationships/image" Target="/ppt/media/image12.png" Id="R6ab31f2f1bba4ebc" /><Relationship Type="http://schemas.openxmlformats.org/officeDocument/2006/relationships/image" Target="/ppt/media/image13.png" Id="Rfbfe3f72a7e54109" /><Relationship Type="http://schemas.openxmlformats.org/officeDocument/2006/relationships/image" Target="/ppt/media/image14.png" Id="R70cf01a17bdb40c1" /><Relationship Type="http://schemas.openxmlformats.org/officeDocument/2006/relationships/image" Target="/ppt/media/image15.png" Id="Rba7996137ea14215" /><Relationship Type="http://schemas.openxmlformats.org/officeDocument/2006/relationships/image" Target="/ppt/media/image16.png" Id="Ra195becc92584b63" /><Relationship Type="http://schemas.openxmlformats.org/officeDocument/2006/relationships/image" Target="/ppt/media/image17.png" Id="Rf596791f3b8241f2" /><Relationship Type="http://schemas.openxmlformats.org/officeDocument/2006/relationships/image" Target="/ppt/media/image40.png" Id="R3fbcea5aec3b4229" /><Relationship Type="http://schemas.openxmlformats.org/officeDocument/2006/relationships/notesSlide" Target="/ppt/notesSlides/notesSlide39.xml" Id="R363be64d015f4ee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9937CBA2-7E4F-43F3-9EBA-CFD6BD1B5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38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01 · 开场｜先定义可信交付</a:t>
            </a:r>
          </a:p>
        </p:txBody>
      </p:sp>
      <p:sp>
        <p:nvSpPr>
          <p:cNvPr id="5" name="team-name">
            <a:extLst xmlns:a="http://schemas.openxmlformats.org/drawingml/2006/main">
              <a:ext uri="{FF2B5EF4-FFF2-40B4-BE49-F238E27FC236}">
                <a16:creationId xmlns:a16="http://schemas.microsoft.com/office/drawing/2014/main" id="{DF70FBB6-5F6E-4537-9090-0CBE67318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5143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使用 AI 进阶能力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实现较为复杂的需求</a:t>
            </a:r>
          </a:p>
        </p:txBody>
      </p:sp>
      <p:sp>
        <p:nvSpPr>
          <p:cNvPr id="6" name="business-direction">
            <a:extLst xmlns:a="http://schemas.openxmlformats.org/drawingml/2006/main">
              <a:ext uri="{FF2B5EF4-FFF2-40B4-BE49-F238E27FC236}">
                <a16:creationId xmlns:a16="http://schemas.microsoft.com/office/drawing/2014/main" id="{264209F6-E82F-4B7F-97F5-9E0C8215D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24100"/>
            <a:ext cx="514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从需求拆解、开发、验证，到问题定位与协同闭环</a:t>
            </a:r>
          </a:p>
        </p:txBody>
      </p:sp>
      <p:sp>
        <p:nvSpPr>
          <p:cNvPr id="7" name="storyline-lead">
            <a:extLst xmlns:a="http://schemas.openxmlformats.org/drawingml/2006/main">
              <a:ext uri="{FF2B5EF4-FFF2-40B4-BE49-F238E27FC236}">
                <a16:creationId xmlns:a16="http://schemas.microsoft.com/office/drawing/2014/main" id="{513D4A51-8337-4FB4-B56E-8172C046E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8" name="storyline-outcome">
            <a:extLst xmlns:a="http://schemas.openxmlformats.org/drawingml/2006/main">
              <a:ext uri="{FF2B5EF4-FFF2-40B4-BE49-F238E27FC236}">
                <a16:creationId xmlns:a16="http://schemas.microsoft.com/office/drawing/2014/main" id="{BB1932BF-7915-4685-850E-EE30D779E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0"/>
            <a:ext cx="476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6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不是提示词技巧课，也不是单纯的项目复盘。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06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用真实 MDM 与 FreeRDP GPU 问题，训练把复杂需求变成可信结果。</a:t>
            </a:r>
          </a:p>
        </p:txBody>
      </p:sp>
      <p:sp>
        <p:nvSpPr>
          <p:cNvPr id="9" name="origin-story">
            <a:extLst xmlns:a="http://schemas.openxmlformats.org/drawingml/2006/main">
              <a:ext uri="{FF2B5EF4-FFF2-40B4-BE49-F238E27FC236}">
                <a16:creationId xmlns:a16="http://schemas.microsoft.com/office/drawing/2014/main" id="{4F383126-75F9-4A95-9DFA-12133DB4A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2100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0" name="capability-label">
            <a:extLst xmlns:a="http://schemas.openxmlformats.org/drawingml/2006/main">
              <a:ext uri="{FF2B5EF4-FFF2-40B4-BE49-F238E27FC236}">
                <a16:creationId xmlns:a16="http://schemas.microsoft.com/office/drawing/2014/main" id="{6618DDA6-5320-4544-A67A-4138E5DF0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0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1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TRAINING FOCUS</a:t>
            </a:r>
          </a:p>
        </p:txBody>
      </p:sp>
      <p:sp>
        <p:nvSpPr>
          <p:cNvPr id="12" name="capability-goal-text">
            <a:extLst xmlns:a="http://schemas.openxmlformats.org/drawingml/2006/main">
              <a:ext uri="{FF2B5EF4-FFF2-40B4-BE49-F238E27FC236}">
                <a16:creationId xmlns:a16="http://schemas.microsoft.com/office/drawing/2014/main" id="{A9BB6ADF-6F5A-486E-9828-9BB90056D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6115050"/>
            <a:ext cx="114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需求闭合</a:t>
            </a:r>
          </a:p>
        </p:txBody>
      </p:sp>
      <p:sp>
        <p:nvSpPr>
          <p:cNvPr id="14" name="capability-tech-text">
            <a:extLst xmlns:a="http://schemas.openxmlformats.org/drawingml/2006/main">
              <a:ext uri="{FF2B5EF4-FFF2-40B4-BE49-F238E27FC236}">
                <a16:creationId xmlns:a16="http://schemas.microsoft.com/office/drawing/2014/main" id="{A789BA83-BEE2-4D60-80BC-6239BCAB3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6115050"/>
            <a:ext cx="114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最小实现</a:t>
            </a:r>
          </a:p>
        </p:txBody>
      </p:sp>
      <p:sp>
        <p:nvSpPr>
          <p:cNvPr id="16" name="capability-collaboration-text">
            <a:extLst xmlns:a="http://schemas.openxmlformats.org/drawingml/2006/main">
              <a:ext uri="{FF2B5EF4-FFF2-40B4-BE49-F238E27FC236}">
                <a16:creationId xmlns:a16="http://schemas.microsoft.com/office/drawing/2014/main" id="{D085A46E-BB95-4E44-A140-3211DC950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6115050"/>
            <a:ext cx="114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设备取证</a:t>
            </a:r>
          </a:p>
        </p:txBody>
      </p:sp>
      <p:sp>
        <p:nvSpPr>
          <p:cNvPr id="18" name="capability-cohesion-text">
            <a:extLst xmlns:a="http://schemas.openxmlformats.org/drawingml/2006/main">
              <a:ext uri="{FF2B5EF4-FFF2-40B4-BE49-F238E27FC236}">
                <a16:creationId xmlns:a16="http://schemas.microsoft.com/office/drawing/2014/main" id="{31E7FE61-7CF7-4BF1-B351-6E8BC2ABB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6115050"/>
            <a:ext cx="114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独立反证</a:t>
            </a:r>
          </a:p>
        </p:txBody>
      </p:sp>
      <p:sp>
        <p:nvSpPr>
          <p:cNvPr id="21" name="journey-top-rule">
            <a:extLst xmlns:a="http://schemas.openxmlformats.org/drawingml/2006/main">
              <a:ext uri="{FF2B5EF4-FFF2-40B4-BE49-F238E27FC236}">
                <a16:creationId xmlns:a16="http://schemas.microsoft.com/office/drawing/2014/main" id="{3F7D1C62-8DF5-4E48-9864-9C17DDEE1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2" name="journey-label">
            <a:extLst xmlns:a="http://schemas.openxmlformats.org/drawingml/2006/main">
              <a:ext uri="{FF2B5EF4-FFF2-40B4-BE49-F238E27FC236}">
                <a16:creationId xmlns:a16="http://schemas.microsoft.com/office/drawing/2014/main" id="{8E7E41EF-B0E6-4678-B07F-0EBF826CF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6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26" name="stage-01-number">
            <a:extLst xmlns:a="http://schemas.openxmlformats.org/drawingml/2006/main">
              <a:ext uri="{FF2B5EF4-FFF2-40B4-BE49-F238E27FC236}">
                <a16:creationId xmlns:a16="http://schemas.microsoft.com/office/drawing/2014/main" id="{4225D723-AF17-46CE-8F57-EF6385A30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27" name="stage-01-title">
            <a:extLst xmlns:a="http://schemas.openxmlformats.org/drawingml/2006/main">
              <a:ext uri="{FF2B5EF4-FFF2-40B4-BE49-F238E27FC236}">
                <a16:creationId xmlns:a16="http://schemas.microsoft.com/office/drawing/2014/main" id="{A080687F-349A-4D96-8B9B-B15D9284C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28" name="stage-01-body">
            <a:extLst xmlns:a="http://schemas.openxmlformats.org/drawingml/2006/main">
              <a:ext uri="{FF2B5EF4-FFF2-40B4-BE49-F238E27FC236}">
                <a16:creationId xmlns:a16="http://schemas.microsoft.com/office/drawing/2014/main" id="{35DB16DD-F51B-49F2-B81F-24E50A16B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36" name="stage-03-number">
            <a:extLst xmlns:a="http://schemas.openxmlformats.org/drawingml/2006/main">
              <a:ext uri="{FF2B5EF4-FFF2-40B4-BE49-F238E27FC236}">
                <a16:creationId xmlns:a16="http://schemas.microsoft.com/office/drawing/2014/main" id="{C0286EEE-76D7-4C3D-959B-C1A40C2DE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37" name="stage-03-title">
            <a:extLst xmlns:a="http://schemas.openxmlformats.org/drawingml/2006/main">
              <a:ext uri="{FF2B5EF4-FFF2-40B4-BE49-F238E27FC236}">
                <a16:creationId xmlns:a16="http://schemas.microsoft.com/office/drawing/2014/main" id="{B27EC97C-4E04-4513-B0CF-9ED410CD8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38" name="stage-03-body">
            <a:extLst xmlns:a="http://schemas.openxmlformats.org/drawingml/2006/main">
              <a:ext uri="{FF2B5EF4-FFF2-40B4-BE49-F238E27FC236}">
                <a16:creationId xmlns:a16="http://schemas.microsoft.com/office/drawing/2014/main" id="{9E912F49-5FAE-4B6A-9826-0EE1EFB7F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46" name="stage-05-number">
            <a:extLst xmlns:a="http://schemas.openxmlformats.org/drawingml/2006/main">
              <a:ext uri="{FF2B5EF4-FFF2-40B4-BE49-F238E27FC236}">
                <a16:creationId xmlns:a16="http://schemas.microsoft.com/office/drawing/2014/main" id="{AA36F8DB-73A8-47E8-A962-56FE8DE85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47" name="stage-05-title">
            <a:extLst xmlns:a="http://schemas.openxmlformats.org/drawingml/2006/main">
              <a:ext uri="{FF2B5EF4-FFF2-40B4-BE49-F238E27FC236}">
                <a16:creationId xmlns:a16="http://schemas.microsoft.com/office/drawing/2014/main" id="{E55E05DE-AFC6-4422-9A2F-AD9E27F89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48" name="stage-05-body">
            <a:extLst xmlns:a="http://schemas.openxmlformats.org/drawingml/2006/main">
              <a:ext uri="{FF2B5EF4-FFF2-40B4-BE49-F238E27FC236}">
                <a16:creationId xmlns:a16="http://schemas.microsoft.com/office/drawing/2014/main" id="{F938BB63-05FA-4699-B9B6-45CD5A0C9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0" name="rail-flow-label">
            <a:extLst xmlns:a="http://schemas.openxmlformats.org/drawingml/2006/main">
              <a:ext uri="{FF2B5EF4-FFF2-40B4-BE49-F238E27FC236}">
                <a16:creationId xmlns:a16="http://schemas.microsoft.com/office/drawing/2014/main" id="{FF5EAC43-B84B-4541-B2F4-61336FAA9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8585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858585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1" name="rail-flow-line">
            <a:extLst xmlns:a="http://schemas.openxmlformats.org/drawingml/2006/main">
              <a:ext uri="{FF2B5EF4-FFF2-40B4-BE49-F238E27FC236}">
                <a16:creationId xmlns:a16="http://schemas.microsoft.com/office/drawing/2014/main" id="{AF9A8871-2B22-4386-A390-72752FB38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3" name="rail-flow-idea-label">
            <a:extLst xmlns:a="http://schemas.openxmlformats.org/drawingml/2006/main">
              <a:ext uri="{FF2B5EF4-FFF2-40B4-BE49-F238E27FC236}">
                <a16:creationId xmlns:a16="http://schemas.microsoft.com/office/drawing/2014/main" id="{72E1E745-7177-4B95-A3C2-46F9EE067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5" name="rail-flow-attack-label">
            <a:extLst xmlns:a="http://schemas.openxmlformats.org/drawingml/2006/main">
              <a:ext uri="{FF2B5EF4-FFF2-40B4-BE49-F238E27FC236}">
                <a16:creationId xmlns:a16="http://schemas.microsoft.com/office/drawing/2014/main" id="{1CD5E551-A644-4209-8B85-C43D55DAD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7" name="rail-flow-delivery-label">
            <a:extLst xmlns:a="http://schemas.openxmlformats.org/drawingml/2006/main">
              <a:ext uri="{FF2B5EF4-FFF2-40B4-BE49-F238E27FC236}">
                <a16:creationId xmlns:a16="http://schemas.microsoft.com/office/drawing/2014/main" id="{41242F25-AB1D-4FEC-AA44-0C6A2FA72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8" name="rail-result-box">
            <a:extLst xmlns:a="http://schemas.openxmlformats.org/drawingml/2006/main">
              <a:ext uri="{FF2B5EF4-FFF2-40B4-BE49-F238E27FC236}">
                <a16:creationId xmlns:a16="http://schemas.microsoft.com/office/drawing/2014/main" id="{F7117D08-254C-4F26-B6DD-8B03EB047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71950"/>
            <a:ext cx="4762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EC"/>
          </a:solidFill>
          <a:ln xmlns:a="http://schemas.openxmlformats.org/drawingml/2006/main" w="0">
            <a:solidFill>
              <a:srgbClr val="FBEAEC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0" name="rail-result-text">
            <a:extLst xmlns:a="http://schemas.openxmlformats.org/drawingml/2006/main">
              <a:ext uri="{FF2B5EF4-FFF2-40B4-BE49-F238E27FC236}">
                <a16:creationId xmlns:a16="http://schemas.microsoft.com/office/drawing/2014/main" id="{34A8EF6F-28E9-4F9F-8CFD-1BF6F2603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24350"/>
            <a:ext cx="3714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9C000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9C0008"/>
                </a:solidFill>
                <a:latin typeface="Microsoft YaHei"/>
                <a:ea typeface="Microsoft YaHei"/>
                <a:cs typeface="Microsoft YaHei"/>
              </a:rPr>
              <a:t>核心标准</a:t>
            </a:r>
          </a:p>
          <a:p xmlns:a="http://schemas.openxmlformats.org/drawingml/2006/main">
            <a:pPr algn="l">
              <a:buNone/>
              <a:defRPr sz="1200" b="1">
                <a:solidFill>
                  <a:srgbClr val="9C000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9C0008"/>
                </a:solidFill>
                <a:latin typeface="Microsoft YaHei"/>
                <a:ea typeface="Microsoft YaHei"/>
                <a:cs typeface="Microsoft YaHei"/>
              </a:rPr>
              <a:t>代码不是终点，系统事实能够被追踪、复现和审阅才算交付。</a:t>
            </a:r>
          </a:p>
        </p:txBody>
      </p:sp>
      <p:sp>
        <p:nvSpPr>
          <p:cNvPr id="61" name="grid-top-rule">
            <a:extLst xmlns:a="http://schemas.openxmlformats.org/drawingml/2006/main">
              <a:ext uri="{FF2B5EF4-FFF2-40B4-BE49-F238E27FC236}">
                <a16:creationId xmlns:a16="http://schemas.microsoft.com/office/drawing/2014/main" id="{0F39FBDF-9E3B-4D49-B005-6B5B93FED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2" name="grid-middle-rule">
            <a:extLst xmlns:a="http://schemas.openxmlformats.org/drawingml/2006/main">
              <a:ext uri="{FF2B5EF4-FFF2-40B4-BE49-F238E27FC236}">
                <a16:creationId xmlns:a16="http://schemas.microsoft.com/office/drawing/2014/main" id="{BBC7B45A-19EF-4696-97BA-CE5C123E4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3" name="grid-vertical-rule">
            <a:extLst xmlns:a="http://schemas.openxmlformats.org/drawingml/2006/main">
              <a:ext uri="{FF2B5EF4-FFF2-40B4-BE49-F238E27FC236}">
                <a16:creationId xmlns:a16="http://schemas.microsoft.com/office/drawing/2014/main" id="{9513784B-DF55-42B5-ACF2-4EF87CE54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4" name="capability-top-rule">
            <a:extLst xmlns:a="http://schemas.openxmlformats.org/drawingml/2006/main">
              <a:ext uri="{FF2B5EF4-FFF2-40B4-BE49-F238E27FC236}">
                <a16:creationId xmlns:a16="http://schemas.microsoft.com/office/drawing/2014/main" id="{9013330B-53F2-4C98-B459-B7BC45073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5" name="module-01-icon-background">
            <a:extLst xmlns:a="http://schemas.openxmlformats.org/drawingml/2006/main">
              <a:ext uri="{FF2B5EF4-FFF2-40B4-BE49-F238E27FC236}">
                <a16:creationId xmlns:a16="http://schemas.microsoft.com/office/drawing/2014/main" id="{6BB7565D-24EF-47D6-BBB0-E18B6DE76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09750"/>
            <a:ext cx="495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EC"/>
          </a:solidFill>
          <a:ln xmlns:a="http://schemas.openxmlformats.org/drawingml/2006/main" w="0">
            <a:solidFill>
              <a:srgbClr val="FBEAEC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7" name="module-02-icon-background">
            <a:extLst xmlns:a="http://schemas.openxmlformats.org/drawingml/2006/main">
              <a:ext uri="{FF2B5EF4-FFF2-40B4-BE49-F238E27FC236}">
                <a16:creationId xmlns:a16="http://schemas.microsoft.com/office/drawing/2014/main" id="{80C31D3C-F758-4BBC-A10E-E9C339D14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686050"/>
            <a:ext cx="495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B"/>
          </a:solidFill>
          <a:ln xmlns:a="http://schemas.openxmlformats.org/drawingml/2006/main" w="0">
            <a:solidFill>
              <a:srgbClr val="EAF2FB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9" name="module-03-icon-background">
            <a:extLst xmlns:a="http://schemas.openxmlformats.org/drawingml/2006/main">
              <a:ext uri="{FF2B5EF4-FFF2-40B4-BE49-F238E27FC236}">
                <a16:creationId xmlns:a16="http://schemas.microsoft.com/office/drawing/2014/main" id="{78E97F08-D68A-43EC-A2D0-7C3051E07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562350"/>
            <a:ext cx="495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EC"/>
          </a:solidFill>
          <a:ln xmlns:a="http://schemas.openxmlformats.org/drawingml/2006/main" w="0">
            <a:solidFill>
              <a:srgbClr val="FBEAEC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1" name="module-04-icon-background">
            <a:extLst xmlns:a="http://schemas.openxmlformats.org/drawingml/2006/main">
              <a:ext uri="{FF2B5EF4-FFF2-40B4-BE49-F238E27FC236}">
                <a16:creationId xmlns:a16="http://schemas.microsoft.com/office/drawing/2014/main" id="{C303905D-0287-4B86-92D4-33F0EB3B9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438650"/>
            <a:ext cx="495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E"/>
          </a:solidFill>
          <a:ln xmlns:a="http://schemas.openxmlformats.org/drawingml/2006/main" w="0">
            <a:solidFill>
              <a:srgbClr val="EAF5EE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3" name="module-04-number">
            <a:extLst xmlns:a="http://schemas.openxmlformats.org/drawingml/2006/main">
              <a:ext uri="{FF2B5EF4-FFF2-40B4-BE49-F238E27FC236}">
                <a16:creationId xmlns:a16="http://schemas.microsoft.com/office/drawing/2014/main" id="{644EFF2E-DC9B-4D41-84F4-10582B446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4" name="module-04-title">
            <a:extLst xmlns:a="http://schemas.openxmlformats.org/drawingml/2006/main">
              <a:ext uri="{FF2B5EF4-FFF2-40B4-BE49-F238E27FC236}">
                <a16:creationId xmlns:a16="http://schemas.microsoft.com/office/drawing/2014/main" id="{9C3B8801-0886-4C35-A421-9571B2595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5" name="module-04-body">
            <a:extLst xmlns:a="http://schemas.openxmlformats.org/drawingml/2006/main">
              <a:ext uri="{FF2B5EF4-FFF2-40B4-BE49-F238E27FC236}">
                <a16:creationId xmlns:a16="http://schemas.microsoft.com/office/drawing/2014/main" id="{815AB31E-77DC-41EF-9FDD-2104B3529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6" name="capability-goal-icon-background">
            <a:extLst xmlns:a="http://schemas.openxmlformats.org/drawingml/2006/main">
              <a:ext uri="{FF2B5EF4-FFF2-40B4-BE49-F238E27FC236}">
                <a16:creationId xmlns:a16="http://schemas.microsoft.com/office/drawing/2014/main" id="{ACC8CF6A-83B8-4CA8-B500-7FCD1FE49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8" name="capability-tech-icon-background">
            <a:extLst xmlns:a="http://schemas.openxmlformats.org/drawingml/2006/main">
              <a:ext uri="{FF2B5EF4-FFF2-40B4-BE49-F238E27FC236}">
                <a16:creationId xmlns:a16="http://schemas.microsoft.com/office/drawing/2014/main" id="{1FBC427F-E57C-45DB-9CCE-FEBB0D899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0" name="capability-collaboration-icon-background">
            <a:extLst xmlns:a="http://schemas.openxmlformats.org/drawingml/2006/main">
              <a:ext uri="{FF2B5EF4-FFF2-40B4-BE49-F238E27FC236}">
                <a16:creationId xmlns:a16="http://schemas.microsoft.com/office/drawing/2014/main" id="{6E13DFB3-20F1-4890-9CA4-4556205A7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2" name="capability-cohesion-icon-background">
            <a:extLst xmlns:a="http://schemas.openxmlformats.org/drawingml/2006/main">
              <a:ext uri="{FF2B5EF4-FFF2-40B4-BE49-F238E27FC236}">
                <a16:creationId xmlns:a16="http://schemas.microsoft.com/office/drawing/2014/main" id="{6D6CB4E0-0BEB-4D63-8FF5-DCEBE4D95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4" name="competitiveness-result-box">
            <a:extLst xmlns:a="http://schemas.openxmlformats.org/drawingml/2006/main">
              <a:ext uri="{FF2B5EF4-FFF2-40B4-BE49-F238E27FC236}">
                <a16:creationId xmlns:a16="http://schemas.microsoft.com/office/drawing/2014/main" id="{F216EF67-2742-4E3A-81AE-9DA7A0133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6" name="competitiveness-result-text">
            <a:extLst xmlns:a="http://schemas.openxmlformats.org/drawingml/2006/main">
              <a:ext uri="{FF2B5EF4-FFF2-40B4-BE49-F238E27FC236}">
                <a16:creationId xmlns:a16="http://schemas.microsoft.com/office/drawing/2014/main" id="{5EF20348-951F-48D4-9F42-3FB89748A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1150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rPr>
              <a:t>最终形成可审计证据包</a:t>
            </a:r>
          </a:p>
        </p:txBody>
      </p:sp>
      <p:pic>
        <p:nvPicPr>
          <p:cNvPr id="16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ab490df6d74d68"/>
          <a:stretch xmlns:a="http://schemas.openxmlformats.org/drawingml/2006/main"/>
        </p:blipFill>
        <p:spPr>
          <a:xfrm xmlns:a="http://schemas.openxmlformats.org/drawingml/2006/main">
            <a:off x="400050" y="257175"/>
            <a:ext cx="323850" cy="323850"/>
          </a:xfrm>
          <a:prstGeom xmlns:a="http://schemas.openxmlformats.org/drawingml/2006/main" prst="rect">
            <a:avLst/>
          </a:prstGeom>
        </p:spPr>
      </p:pic>
      <p:pic>
        <p:nvPicPr>
          <p:cNvPr id="16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09620a109d4498"/>
          <a:stretch xmlns:a="http://schemas.openxmlformats.org/drawingml/2006/main"/>
        </p:blipFill>
        <p:spPr>
          <a:xfrm xmlns:a="http://schemas.openxmlformats.org/drawingml/2006/main">
            <a:off x="4591050" y="4400550"/>
            <a:ext cx="419100" cy="419100"/>
          </a:xfrm>
          <a:prstGeom xmlns:a="http://schemas.openxmlformats.org/drawingml/2006/main" prst="rect">
            <a:avLst/>
          </a:prstGeom>
        </p:spPr>
      </p:pic>
      <p:sp>
        <p:nvSpPr>
          <p:cNvPr id="89" name="opening-flow-bg">
            <a:extLst xmlns:a="http://schemas.openxmlformats.org/drawingml/2006/main">
              <a:ext uri="{FF2B5EF4-FFF2-40B4-BE49-F238E27FC236}">
                <a16:creationId xmlns:a16="http://schemas.microsoft.com/office/drawing/2014/main" id="{88C66CEE-2542-4967-91D4-CD994705E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819150"/>
            <a:ext cx="5391150" cy="489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solidFill>
              <a:srgbClr val="F6F6F6"/>
            </a:solidFill>
            <a:prstDash val="solid"/>
          </a:ln>
        </p:spPr>
      </p:sp>
      <p:sp>
        <p:nvSpPr>
          <p:cNvPr id="90" name="opening-flow-title">
            <a:extLst xmlns:a="http://schemas.openxmlformats.org/drawingml/2006/main">
              <a:ext uri="{FF2B5EF4-FFF2-40B4-BE49-F238E27FC236}">
                <a16:creationId xmlns:a16="http://schemas.microsoft.com/office/drawing/2014/main" id="{986AAEA5-C59C-44F8-94AD-B8C369505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06680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真实设备画面：它能证明什么？</a:t>
            </a:r>
          </a:p>
        </p:txBody>
      </p:sp>
      <p:sp>
        <p:nvSpPr>
          <p:cNvPr id="91" name="opening-accent-rule">
            <a:extLst xmlns:a="http://schemas.openxmlformats.org/drawingml/2006/main">
              <a:ext uri="{FF2B5EF4-FFF2-40B4-BE49-F238E27FC236}">
                <a16:creationId xmlns:a16="http://schemas.microsoft.com/office/drawing/2014/main" id="{18FDD30D-B366-4154-A033-C5BC7D02E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504950"/>
            <a:ext cx="800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92" name="opening-number-0">
            <a:extLst xmlns:a="http://schemas.openxmlformats.org/drawingml/2006/main">
              <a:ext uri="{FF2B5EF4-FFF2-40B4-BE49-F238E27FC236}">
                <a16:creationId xmlns:a16="http://schemas.microsoft.com/office/drawing/2014/main" id="{43CC2A9A-6520-4F89-BC9E-6D4118F90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182880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93" name="opening-title-0">
            <a:extLst xmlns:a="http://schemas.openxmlformats.org/drawingml/2006/main">
              <a:ext uri="{FF2B5EF4-FFF2-40B4-BE49-F238E27FC236}">
                <a16:creationId xmlns:a16="http://schemas.microsoft.com/office/drawing/2014/main" id="{8C7ABC11-0FA3-4F62-8514-6FFC90FD5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7907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94" name="opening-body-0">
            <a:extLst xmlns:a="http://schemas.openxmlformats.org/drawingml/2006/main">
              <a:ext uri="{FF2B5EF4-FFF2-40B4-BE49-F238E27FC236}">
                <a16:creationId xmlns:a16="http://schemas.microsoft.com/office/drawing/2014/main" id="{CE3A2F8B-21E9-48EB-B802-09673EDEC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09550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53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53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pic>
        <p:nvPicPr>
          <p:cNvPr id="17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ee6f018c2c41b8"/>
          <a:stretch xmlns:a="http://schemas.openxmlformats.org/drawingml/2006/main"/>
        </p:blipFill>
        <p:spPr>
          <a:xfrm xmlns:a="http://schemas.openxmlformats.org/drawingml/2006/main">
            <a:off x="6391275" y="1914525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96" name="opening-step-line-0">
            <a:extLst xmlns:a="http://schemas.openxmlformats.org/drawingml/2006/main">
              <a:ext uri="{FF2B5EF4-FFF2-40B4-BE49-F238E27FC236}">
                <a16:creationId xmlns:a16="http://schemas.microsoft.com/office/drawing/2014/main" id="{0BD04792-A220-45EA-8866-2770B8781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24100"/>
            <a:ext cx="19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7D7"/>
          </a:solidFill>
          <a:ln xmlns:a="http://schemas.openxmlformats.org/drawingml/2006/main" w="0">
            <a:solidFill>
              <a:srgbClr val="D7D7D7"/>
            </a:solidFill>
            <a:prstDash val="solid"/>
          </a:ln>
        </p:spPr>
      </p:sp>
      <p:sp>
        <p:nvSpPr>
          <p:cNvPr id="97" name="opening-number-1">
            <a:extLst xmlns:a="http://schemas.openxmlformats.org/drawingml/2006/main">
              <a:ext uri="{FF2B5EF4-FFF2-40B4-BE49-F238E27FC236}">
                <a16:creationId xmlns:a16="http://schemas.microsoft.com/office/drawing/2014/main" id="{B85BCD21-9584-400D-A38F-4A0F559E9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70510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98" name="opening-title-1">
            <a:extLst xmlns:a="http://schemas.openxmlformats.org/drawingml/2006/main">
              <a:ext uri="{FF2B5EF4-FFF2-40B4-BE49-F238E27FC236}">
                <a16:creationId xmlns:a16="http://schemas.microsoft.com/office/drawing/2014/main" id="{F53F6573-E20B-4004-B049-EF1B3BA27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6670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99" name="opening-body-1">
            <a:extLst xmlns:a="http://schemas.openxmlformats.org/drawingml/2006/main">
              <a:ext uri="{FF2B5EF4-FFF2-40B4-BE49-F238E27FC236}">
                <a16:creationId xmlns:a16="http://schemas.microsoft.com/office/drawing/2014/main" id="{10CCFB48-8603-434B-ADA6-45333DDAA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97180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53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53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pic>
        <p:nvPicPr>
          <p:cNvPr id="17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b1ce6f0f5b4089"/>
          <a:stretch xmlns:a="http://schemas.openxmlformats.org/drawingml/2006/main"/>
        </p:blipFill>
        <p:spPr>
          <a:xfrm xmlns:a="http://schemas.openxmlformats.org/drawingml/2006/main">
            <a:off x="6391275" y="2790825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101" name="opening-step-line-1">
            <a:extLst xmlns:a="http://schemas.openxmlformats.org/drawingml/2006/main">
              <a:ext uri="{FF2B5EF4-FFF2-40B4-BE49-F238E27FC236}">
                <a16:creationId xmlns:a16="http://schemas.microsoft.com/office/drawing/2014/main" id="{0BD99563-688F-4546-B7E5-5119F7076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200400"/>
            <a:ext cx="19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7D7"/>
          </a:solidFill>
          <a:ln xmlns:a="http://schemas.openxmlformats.org/drawingml/2006/main" w="0">
            <a:solidFill>
              <a:srgbClr val="D7D7D7"/>
            </a:solidFill>
            <a:prstDash val="solid"/>
          </a:ln>
        </p:spPr>
      </p:sp>
      <p:sp>
        <p:nvSpPr>
          <p:cNvPr id="102" name="opening-number-2">
            <a:extLst xmlns:a="http://schemas.openxmlformats.org/drawingml/2006/main">
              <a:ext uri="{FF2B5EF4-FFF2-40B4-BE49-F238E27FC236}">
                <a16:creationId xmlns:a16="http://schemas.microsoft.com/office/drawing/2014/main" id="{9BBBD59E-536A-49B0-B977-FB286EE03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58140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03" name="opening-title-2">
            <a:extLst xmlns:a="http://schemas.openxmlformats.org/drawingml/2006/main">
              <a:ext uri="{FF2B5EF4-FFF2-40B4-BE49-F238E27FC236}">
                <a16:creationId xmlns:a16="http://schemas.microsoft.com/office/drawing/2014/main" id="{AF0C7A6F-AD38-4CC2-B5E1-148B57F6E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5433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04" name="opening-body-2">
            <a:extLst xmlns:a="http://schemas.openxmlformats.org/drawingml/2006/main">
              <a:ext uri="{FF2B5EF4-FFF2-40B4-BE49-F238E27FC236}">
                <a16:creationId xmlns:a16="http://schemas.microsoft.com/office/drawing/2014/main" id="{780D0676-2702-49B7-A78A-915E07E16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84810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53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53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pic>
        <p:nvPicPr>
          <p:cNvPr id="18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cacae821e8489f"/>
          <a:stretch xmlns:a="http://schemas.openxmlformats.org/drawingml/2006/main"/>
        </p:blipFill>
        <p:spPr>
          <a:xfrm xmlns:a="http://schemas.openxmlformats.org/drawingml/2006/main">
            <a:off x="6391275" y="3667125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106" name="opening-step-line-2">
            <a:extLst xmlns:a="http://schemas.openxmlformats.org/drawingml/2006/main">
              <a:ext uri="{FF2B5EF4-FFF2-40B4-BE49-F238E27FC236}">
                <a16:creationId xmlns:a16="http://schemas.microsoft.com/office/drawing/2014/main" id="{E65573F2-6E05-451D-ADEC-7F54232F7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076700"/>
            <a:ext cx="19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7D7"/>
          </a:solidFill>
          <a:ln xmlns:a="http://schemas.openxmlformats.org/drawingml/2006/main" w="0">
            <a:solidFill>
              <a:srgbClr val="D7D7D7"/>
            </a:solidFill>
            <a:prstDash val="solid"/>
          </a:ln>
        </p:spPr>
      </p:sp>
      <p:sp>
        <p:nvSpPr>
          <p:cNvPr id="107" name="opening-number-3">
            <a:extLst xmlns:a="http://schemas.openxmlformats.org/drawingml/2006/main">
              <a:ext uri="{FF2B5EF4-FFF2-40B4-BE49-F238E27FC236}">
                <a16:creationId xmlns:a16="http://schemas.microsoft.com/office/drawing/2014/main" id="{96D109A0-D91C-4374-935F-56B2C59C8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45770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08" name="opening-title-3">
            <a:extLst xmlns:a="http://schemas.openxmlformats.org/drawingml/2006/main">
              <a:ext uri="{FF2B5EF4-FFF2-40B4-BE49-F238E27FC236}">
                <a16:creationId xmlns:a16="http://schemas.microsoft.com/office/drawing/2014/main" id="{C35987CF-650B-4D56-945D-B63A24A5C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4196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09" name="opening-body-3">
            <a:extLst xmlns:a="http://schemas.openxmlformats.org/drawingml/2006/main">
              <a:ext uri="{FF2B5EF4-FFF2-40B4-BE49-F238E27FC236}">
                <a16:creationId xmlns:a16="http://schemas.microsoft.com/office/drawing/2014/main" id="{896E8181-B7E8-4432-AAF4-492DC6A51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72440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53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53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pic>
        <p:nvPicPr>
          <p:cNvPr id="18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352075eccd46e1"/>
          <a:stretch xmlns:a="http://schemas.openxmlformats.org/drawingml/2006/main"/>
        </p:blipFill>
        <p:spPr>
          <a:xfrm xmlns:a="http://schemas.openxmlformats.org/drawingml/2006/main">
            <a:off x="6391275" y="4543425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111" name="opening-bottom-rule">
            <a:extLst xmlns:a="http://schemas.openxmlformats.org/drawingml/2006/main">
              <a:ext uri="{FF2B5EF4-FFF2-40B4-BE49-F238E27FC236}">
                <a16:creationId xmlns:a16="http://schemas.microsoft.com/office/drawing/2014/main" id="{C673C672-3712-43C4-A775-DADD795A1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1980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7D7"/>
          </a:solidFill>
          <a:ln xmlns:a="http://schemas.openxmlformats.org/drawingml/2006/main" w="0">
            <a:solidFill>
              <a:srgbClr val="D7D7D7"/>
            </a:solidFill>
            <a:prstDash val="solid"/>
          </a:ln>
        </p:spPr>
      </p:sp>
      <p:pic>
        <p:nvPicPr>
          <p:cNvPr id="19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cee769887c46a6"/>
          <a:stretch xmlns:a="http://schemas.openxmlformats.org/drawingml/2006/main"/>
        </p:blipFill>
        <p:spPr>
          <a:xfrm xmlns:a="http://schemas.openxmlformats.org/drawingml/2006/main">
            <a:off x="10382250" y="268813"/>
            <a:ext cx="952500" cy="214850"/>
          </a:xfrm>
          <a:prstGeom xmlns:a="http://schemas.openxmlformats.org/drawingml/2006/main" prst="rect">
            <a:avLst/>
          </a:prstGeom>
        </p:spPr>
      </p:pic>
      <p:pic>
        <p:nvPicPr>
          <p:cNvPr id="19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dc4c751c0b470a"/>
          <a:stretch xmlns:a="http://schemas.openxmlformats.org/drawingml/2006/main"/>
        </p:blipFill>
        <p:spPr>
          <a:xfrm xmlns:a="http://schemas.openxmlformats.org/drawingml/2006/main">
            <a:off x="5943600" y="1470025"/>
            <a:ext cx="5391150" cy="3594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980598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9937CBA2-7E4F-43F3-9EBA-CFD6BD1B5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38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rPr>
              <a:t>02 · 开场｜先定义可信交付</a:t>
            </a:r>
          </a:p>
        </p:txBody>
      </p:sp>
      <p:sp>
        <p:nvSpPr>
          <p:cNvPr id="5" name="team-name">
            <a:extLst xmlns:a="http://schemas.openxmlformats.org/drawingml/2006/main">
              <a:ext uri="{FF2B5EF4-FFF2-40B4-BE49-F238E27FC236}">
                <a16:creationId xmlns:a16="http://schemas.microsoft.com/office/drawing/2014/main" id="{DF70FBB6-5F6E-4537-9090-0CBE67318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6" name="business-direction">
            <a:extLst xmlns:a="http://schemas.openxmlformats.org/drawingml/2006/main">
              <a:ext uri="{FF2B5EF4-FFF2-40B4-BE49-F238E27FC236}">
                <a16:creationId xmlns:a16="http://schemas.microsoft.com/office/drawing/2014/main" id="{264209F6-E82F-4B7F-97F5-9E0C8215D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" name="storyline-lead">
            <a:extLst xmlns:a="http://schemas.openxmlformats.org/drawingml/2006/main">
              <a:ext uri="{FF2B5EF4-FFF2-40B4-BE49-F238E27FC236}">
                <a16:creationId xmlns:a16="http://schemas.microsoft.com/office/drawing/2014/main" id="{513D4A51-8337-4FB4-B56E-8172C046E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8" name="storyline-outcome">
            <a:extLst xmlns:a="http://schemas.openxmlformats.org/drawingml/2006/main">
              <a:ext uri="{FF2B5EF4-FFF2-40B4-BE49-F238E27FC236}">
                <a16:creationId xmlns:a16="http://schemas.microsoft.com/office/drawing/2014/main" id="{BB1932BF-7915-4685-850E-EE30D779E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9" name="origin-story">
            <a:extLst xmlns:a="http://schemas.openxmlformats.org/drawingml/2006/main">
              <a:ext uri="{FF2B5EF4-FFF2-40B4-BE49-F238E27FC236}">
                <a16:creationId xmlns:a16="http://schemas.microsoft.com/office/drawing/2014/main" id="{4F383126-75F9-4A95-9DFA-12133DB4A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1104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210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两小时跑通一条主闭环，再做一次跨域迁移</a:t>
            </a:r>
          </a:p>
        </p:txBody>
      </p:sp>
      <p:sp>
        <p:nvSpPr>
          <p:cNvPr id="10" name="capability-label">
            <a:extLst xmlns:a="http://schemas.openxmlformats.org/drawingml/2006/main">
              <a:ext uri="{FF2B5EF4-FFF2-40B4-BE49-F238E27FC236}">
                <a16:creationId xmlns:a16="http://schemas.microsoft.com/office/drawing/2014/main" id="{6618DDA6-5320-4544-A67A-4138E5DF0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9115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SLIDE 02 · WORKSHOP</a:t>
            </a:r>
          </a:p>
        </p:txBody>
      </p:sp>
      <p:sp>
        <p:nvSpPr>
          <p:cNvPr id="12" name="capability-goal-text">
            <a:extLst xmlns:a="http://schemas.openxmlformats.org/drawingml/2006/main">
              <a:ext uri="{FF2B5EF4-FFF2-40B4-BE49-F238E27FC236}">
                <a16:creationId xmlns:a16="http://schemas.microsoft.com/office/drawing/2014/main" id="{A9BB6ADF-6F5A-486E-9828-9BB90056D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4" name="capability-tech-text">
            <a:extLst xmlns:a="http://schemas.openxmlformats.org/drawingml/2006/main">
              <a:ext uri="{FF2B5EF4-FFF2-40B4-BE49-F238E27FC236}">
                <a16:creationId xmlns:a16="http://schemas.microsoft.com/office/drawing/2014/main" id="{A789BA83-BEE2-4D60-80BC-6239BCAB3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6" name="capability-collaboration-text">
            <a:extLst xmlns:a="http://schemas.openxmlformats.org/drawingml/2006/main">
              <a:ext uri="{FF2B5EF4-FFF2-40B4-BE49-F238E27FC236}">
                <a16:creationId xmlns:a16="http://schemas.microsoft.com/office/drawing/2014/main" id="{D085A46E-BB95-4E44-A140-3211DC950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8" name="capability-cohesion-text">
            <a:extLst xmlns:a="http://schemas.openxmlformats.org/drawingml/2006/main">
              <a:ext uri="{FF2B5EF4-FFF2-40B4-BE49-F238E27FC236}">
                <a16:creationId xmlns:a16="http://schemas.microsoft.com/office/drawing/2014/main" id="{31E7FE61-7CF7-4BF1-B351-6E8BC2ABB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21" name="journey-top-rule">
            <a:extLst xmlns:a="http://schemas.openxmlformats.org/drawingml/2006/main">
              <a:ext uri="{FF2B5EF4-FFF2-40B4-BE49-F238E27FC236}">
                <a16:creationId xmlns:a16="http://schemas.microsoft.com/office/drawing/2014/main" id="{3F7D1C62-8DF5-4E48-9864-9C17DDEE1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2" name="journey-label">
            <a:extLst xmlns:a="http://schemas.openxmlformats.org/drawingml/2006/main">
              <a:ext uri="{FF2B5EF4-FFF2-40B4-BE49-F238E27FC236}">
                <a16:creationId xmlns:a16="http://schemas.microsoft.com/office/drawing/2014/main" id="{8E7E41EF-B0E6-4678-B07F-0EBF826CF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MDM 冻结行为语义，GPU 建立同帧证据；两条主线共用一套工程控制法。</a:t>
            </a:r>
          </a:p>
        </p:txBody>
      </p:sp>
      <p:sp>
        <p:nvSpPr>
          <p:cNvPr id="26" name="stage-01-number">
            <a:extLst xmlns:a="http://schemas.openxmlformats.org/drawingml/2006/main">
              <a:ext uri="{FF2B5EF4-FFF2-40B4-BE49-F238E27FC236}">
                <a16:creationId xmlns:a16="http://schemas.microsoft.com/office/drawing/2014/main" id="{4225D723-AF17-46CE-8F57-EF6385A30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27" name="stage-01-title">
            <a:extLst xmlns:a="http://schemas.openxmlformats.org/drawingml/2006/main">
              <a:ext uri="{FF2B5EF4-FFF2-40B4-BE49-F238E27FC236}">
                <a16:creationId xmlns:a16="http://schemas.microsoft.com/office/drawing/2014/main" id="{A080687F-349A-4D96-8B9B-B15D9284C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28" name="stage-01-body">
            <a:extLst xmlns:a="http://schemas.openxmlformats.org/drawingml/2006/main">
              <a:ext uri="{FF2B5EF4-FFF2-40B4-BE49-F238E27FC236}">
                <a16:creationId xmlns:a16="http://schemas.microsoft.com/office/drawing/2014/main" id="{35DB16DD-F51B-49F2-B81F-24E50A16B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36" name="stage-03-number">
            <a:extLst xmlns:a="http://schemas.openxmlformats.org/drawingml/2006/main">
              <a:ext uri="{FF2B5EF4-FFF2-40B4-BE49-F238E27FC236}">
                <a16:creationId xmlns:a16="http://schemas.microsoft.com/office/drawing/2014/main" id="{C0286EEE-76D7-4C3D-959B-C1A40C2DE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37" name="stage-03-title">
            <a:extLst xmlns:a="http://schemas.openxmlformats.org/drawingml/2006/main">
              <a:ext uri="{FF2B5EF4-FFF2-40B4-BE49-F238E27FC236}">
                <a16:creationId xmlns:a16="http://schemas.microsoft.com/office/drawing/2014/main" id="{B27EC97C-4E04-4513-B0CF-9ED410CD8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38" name="stage-03-body">
            <a:extLst xmlns:a="http://schemas.openxmlformats.org/drawingml/2006/main">
              <a:ext uri="{FF2B5EF4-FFF2-40B4-BE49-F238E27FC236}">
                <a16:creationId xmlns:a16="http://schemas.microsoft.com/office/drawing/2014/main" id="{9E912F49-5FAE-4B6A-9826-0EE1EFB7F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46" name="stage-05-number">
            <a:extLst xmlns:a="http://schemas.openxmlformats.org/drawingml/2006/main">
              <a:ext uri="{FF2B5EF4-FFF2-40B4-BE49-F238E27FC236}">
                <a16:creationId xmlns:a16="http://schemas.microsoft.com/office/drawing/2014/main" id="{AA36F8DB-73A8-47E8-A962-56FE8DE85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47" name="stage-05-title">
            <a:extLst xmlns:a="http://schemas.openxmlformats.org/drawingml/2006/main">
              <a:ext uri="{FF2B5EF4-FFF2-40B4-BE49-F238E27FC236}">
                <a16:creationId xmlns:a16="http://schemas.microsoft.com/office/drawing/2014/main" id="{E55E05DE-AFC6-4422-9A2F-AD9E27F89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48" name="stage-05-body">
            <a:extLst xmlns:a="http://schemas.openxmlformats.org/drawingml/2006/main">
              <a:ext uri="{FF2B5EF4-FFF2-40B4-BE49-F238E27FC236}">
                <a16:creationId xmlns:a16="http://schemas.microsoft.com/office/drawing/2014/main" id="{F938BB63-05FA-4699-B9B6-45CD5A0C9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0" name="rail-flow-label">
            <a:extLst xmlns:a="http://schemas.openxmlformats.org/drawingml/2006/main">
              <a:ext uri="{FF2B5EF4-FFF2-40B4-BE49-F238E27FC236}">
                <a16:creationId xmlns:a16="http://schemas.microsoft.com/office/drawing/2014/main" id="{FF5EAC43-B84B-4541-B2F4-61336FAA9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8585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858585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1" name="rail-flow-line">
            <a:extLst xmlns:a="http://schemas.openxmlformats.org/drawingml/2006/main">
              <a:ext uri="{FF2B5EF4-FFF2-40B4-BE49-F238E27FC236}">
                <a16:creationId xmlns:a16="http://schemas.microsoft.com/office/drawing/2014/main" id="{AF9A8871-2B22-4386-A390-72752FB38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3" name="rail-flow-idea-label">
            <a:extLst xmlns:a="http://schemas.openxmlformats.org/drawingml/2006/main">
              <a:ext uri="{FF2B5EF4-FFF2-40B4-BE49-F238E27FC236}">
                <a16:creationId xmlns:a16="http://schemas.microsoft.com/office/drawing/2014/main" id="{72E1E745-7177-4B95-A3C2-46F9EE067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5" name="rail-flow-attack-label">
            <a:extLst xmlns:a="http://schemas.openxmlformats.org/drawingml/2006/main">
              <a:ext uri="{FF2B5EF4-FFF2-40B4-BE49-F238E27FC236}">
                <a16:creationId xmlns:a16="http://schemas.microsoft.com/office/drawing/2014/main" id="{1CD5E551-A644-4209-8B85-C43D55DAD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7" name="rail-flow-delivery-label">
            <a:extLst xmlns:a="http://schemas.openxmlformats.org/drawingml/2006/main">
              <a:ext uri="{FF2B5EF4-FFF2-40B4-BE49-F238E27FC236}">
                <a16:creationId xmlns:a16="http://schemas.microsoft.com/office/drawing/2014/main" id="{41242F25-AB1D-4FEC-AA44-0C6A2FA72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8" name="rail-result-box">
            <a:extLst xmlns:a="http://schemas.openxmlformats.org/drawingml/2006/main">
              <a:ext uri="{FF2B5EF4-FFF2-40B4-BE49-F238E27FC236}">
                <a16:creationId xmlns:a16="http://schemas.microsoft.com/office/drawing/2014/main" id="{F7117D08-254C-4F26-B6DD-8B03EB047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0" name="rail-result-text">
            <a:extLst xmlns:a="http://schemas.openxmlformats.org/drawingml/2006/main">
              <a:ext uri="{FF2B5EF4-FFF2-40B4-BE49-F238E27FC236}">
                <a16:creationId xmlns:a16="http://schemas.microsoft.com/office/drawing/2014/main" id="{34A8EF6F-28E9-4F9F-8CFD-1BF6F2603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63" b="1">
                <a:solidFill>
                  <a:srgbClr val="9C000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9C000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61" name="grid-top-rule">
            <a:extLst xmlns:a="http://schemas.openxmlformats.org/drawingml/2006/main">
              <a:ext uri="{FF2B5EF4-FFF2-40B4-BE49-F238E27FC236}">
                <a16:creationId xmlns:a16="http://schemas.microsoft.com/office/drawing/2014/main" id="{0F39FBDF-9E3B-4D49-B005-6B5B93FED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2" name="grid-middle-rule">
            <a:extLst xmlns:a="http://schemas.openxmlformats.org/drawingml/2006/main">
              <a:ext uri="{FF2B5EF4-FFF2-40B4-BE49-F238E27FC236}">
                <a16:creationId xmlns:a16="http://schemas.microsoft.com/office/drawing/2014/main" id="{BBC7B45A-19EF-4696-97BA-CE5C123E4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3" name="grid-vertical-rule">
            <a:extLst xmlns:a="http://schemas.openxmlformats.org/drawingml/2006/main">
              <a:ext uri="{FF2B5EF4-FFF2-40B4-BE49-F238E27FC236}">
                <a16:creationId xmlns:a16="http://schemas.microsoft.com/office/drawing/2014/main" id="{9513784B-DF55-42B5-ACF2-4EF87CE54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4" name="capability-top-rule">
            <a:extLst xmlns:a="http://schemas.openxmlformats.org/drawingml/2006/main">
              <a:ext uri="{FF2B5EF4-FFF2-40B4-BE49-F238E27FC236}">
                <a16:creationId xmlns:a16="http://schemas.microsoft.com/office/drawing/2014/main" id="{9013330B-53F2-4C98-B459-B7BC45073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5" name="module-01-icon-background">
            <a:extLst xmlns:a="http://schemas.openxmlformats.org/drawingml/2006/main">
              <a:ext uri="{FF2B5EF4-FFF2-40B4-BE49-F238E27FC236}">
                <a16:creationId xmlns:a16="http://schemas.microsoft.com/office/drawing/2014/main" id="{6BB7565D-24EF-47D6-BBB0-E18B6DE76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24050"/>
            <a:ext cx="4762500" cy="3124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B"/>
          </a:solidFill>
          <a:ln xmlns:a="http://schemas.openxmlformats.org/drawingml/2006/main" w="0">
            <a:solidFill>
              <a:srgbClr val="EAF2FB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7" name="module-02-icon-background">
            <a:extLst xmlns:a="http://schemas.openxmlformats.org/drawingml/2006/main">
              <a:ext uri="{FF2B5EF4-FFF2-40B4-BE49-F238E27FC236}">
                <a16:creationId xmlns:a16="http://schemas.microsoft.com/office/drawing/2014/main" id="{80C31D3C-F758-4BBC-A10E-E9C339D14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24050"/>
            <a:ext cx="4762500" cy="3124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FA"/>
          </a:solidFill>
          <a:ln xmlns:a="http://schemas.openxmlformats.org/drawingml/2006/main" w="0">
            <a:solidFill>
              <a:srgbClr val="F1ECF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9" name="module-03-icon-background">
            <a:extLst xmlns:a="http://schemas.openxmlformats.org/drawingml/2006/main">
              <a:ext uri="{FF2B5EF4-FFF2-40B4-BE49-F238E27FC236}">
                <a16:creationId xmlns:a16="http://schemas.microsoft.com/office/drawing/2014/main" id="{78E97F08-D68A-43EC-A2D0-7C3051E07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1" name="module-04-icon-background">
            <a:extLst xmlns:a="http://schemas.openxmlformats.org/drawingml/2006/main">
              <a:ext uri="{FF2B5EF4-FFF2-40B4-BE49-F238E27FC236}">
                <a16:creationId xmlns:a16="http://schemas.microsoft.com/office/drawing/2014/main" id="{C303905D-0287-4B86-92D4-33F0EB3B9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3" name="module-04-number">
            <a:extLst xmlns:a="http://schemas.openxmlformats.org/drawingml/2006/main">
              <a:ext uri="{FF2B5EF4-FFF2-40B4-BE49-F238E27FC236}">
                <a16:creationId xmlns:a16="http://schemas.microsoft.com/office/drawing/2014/main" id="{644EFF2E-DC9B-4D41-84F4-10582B446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4" name="module-04-title">
            <a:extLst xmlns:a="http://schemas.openxmlformats.org/drawingml/2006/main">
              <a:ext uri="{FF2B5EF4-FFF2-40B4-BE49-F238E27FC236}">
                <a16:creationId xmlns:a16="http://schemas.microsoft.com/office/drawing/2014/main" id="{9C3B8801-0886-4C35-A421-9571B2595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5" name="module-04-body">
            <a:extLst xmlns:a="http://schemas.openxmlformats.org/drawingml/2006/main">
              <a:ext uri="{FF2B5EF4-FFF2-40B4-BE49-F238E27FC236}">
                <a16:creationId xmlns:a16="http://schemas.microsoft.com/office/drawing/2014/main" id="{815AB31E-77DC-41EF-9FDD-2104B3529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6" name="capability-goal-icon-background">
            <a:extLst xmlns:a="http://schemas.openxmlformats.org/drawingml/2006/main">
              <a:ext uri="{FF2B5EF4-FFF2-40B4-BE49-F238E27FC236}">
                <a16:creationId xmlns:a16="http://schemas.microsoft.com/office/drawing/2014/main" id="{ACC8CF6A-83B8-4CA8-B500-7FCD1FE49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8" name="capability-tech-icon-background">
            <a:extLst xmlns:a="http://schemas.openxmlformats.org/drawingml/2006/main">
              <a:ext uri="{FF2B5EF4-FFF2-40B4-BE49-F238E27FC236}">
                <a16:creationId xmlns:a16="http://schemas.microsoft.com/office/drawing/2014/main" id="{1FBC427F-E57C-45DB-9CCE-FEBB0D899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0" name="capability-collaboration-icon-background">
            <a:extLst xmlns:a="http://schemas.openxmlformats.org/drawingml/2006/main">
              <a:ext uri="{FF2B5EF4-FFF2-40B4-BE49-F238E27FC236}">
                <a16:creationId xmlns:a16="http://schemas.microsoft.com/office/drawing/2014/main" id="{6E13DFB3-20F1-4890-9CA4-4556205A7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2" name="capability-cohesion-icon-background">
            <a:extLst xmlns:a="http://schemas.openxmlformats.org/drawingml/2006/main">
              <a:ext uri="{FF2B5EF4-FFF2-40B4-BE49-F238E27FC236}">
                <a16:creationId xmlns:a16="http://schemas.microsoft.com/office/drawing/2014/main" id="{6D6CB4E0-0BEB-4D63-8FF5-DCEBE4D95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4" name="competitiveness-result-box">
            <a:extLst xmlns:a="http://schemas.openxmlformats.org/drawingml/2006/main">
              <a:ext uri="{FF2B5EF4-FFF2-40B4-BE49-F238E27FC236}">
                <a16:creationId xmlns:a16="http://schemas.microsoft.com/office/drawing/2014/main" id="{F216EF67-2742-4E3A-81AE-9DA7A0133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6" name="competitiveness-result-text">
            <a:extLst xmlns:a="http://schemas.openxmlformats.org/drawingml/2006/main">
              <a:ext uri="{FF2B5EF4-FFF2-40B4-BE49-F238E27FC236}">
                <a16:creationId xmlns:a16="http://schemas.microsoft.com/office/drawing/2014/main" id="{5EF20348-951F-48D4-9F42-3FB89748A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276850"/>
            <a:ext cx="733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38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rPr>
              <a:t>最终交付：spec · design · Task Card · patch · acceptance · progress · evidence · GPU diagnosis</a:t>
            </a:r>
          </a:p>
        </p:txBody>
      </p:sp>
      <p:pic>
        <p:nvPicPr>
          <p:cNvPr id="20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6ad6b7c3b94c41"/>
          <a:stretch xmlns:a="http://schemas.openxmlformats.org/drawingml/2006/main"/>
        </p:blipFill>
        <p:spPr>
          <a:xfrm xmlns:a="http://schemas.openxmlformats.org/drawingml/2006/main">
            <a:off x="400050" y="257175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88" name="case-header-rule">
            <a:extLst xmlns:a="http://schemas.openxmlformats.org/drawingml/2006/main">
              <a:ext uri="{FF2B5EF4-FFF2-40B4-BE49-F238E27FC236}">
                <a16:creationId xmlns:a16="http://schemas.microsoft.com/office/drawing/2014/main" id="{BAC1EAF4-B798-4F81-B3D8-E711C771E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0020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7D7"/>
          </a:solidFill>
          <a:ln xmlns:a="http://schemas.openxmlformats.org/drawingml/2006/main" w="0">
            <a:solidFill>
              <a:srgbClr val="D7D7D7"/>
            </a:solidFill>
            <a:prstDash val="solid"/>
          </a:ln>
        </p:spPr>
      </p:sp>
      <p:pic>
        <p:nvPicPr>
          <p:cNvPr id="20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1b3008764d484b"/>
          <a:stretch xmlns:a="http://schemas.openxmlformats.org/drawingml/2006/main"/>
        </p:blipFill>
        <p:spPr>
          <a:xfrm xmlns:a="http://schemas.openxmlformats.org/drawingml/2006/main">
            <a:off x="666750" y="2190750"/>
            <a:ext cx="438150" cy="438150"/>
          </a:xfrm>
          <a:prstGeom xmlns:a="http://schemas.openxmlformats.org/drawingml/2006/main" prst="rect">
            <a:avLst/>
          </a:prstGeom>
        </p:spPr>
      </p:pic>
      <p:pic>
        <p:nvPicPr>
          <p:cNvPr id="20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a71d2272654c22"/>
          <a:stretch xmlns:a="http://schemas.openxmlformats.org/drawingml/2006/main"/>
        </p:blipFill>
        <p:spPr>
          <a:xfrm xmlns:a="http://schemas.openxmlformats.org/drawingml/2006/main">
            <a:off x="6838950" y="2190750"/>
            <a:ext cx="438150" cy="438150"/>
          </a:xfrm>
          <a:prstGeom xmlns:a="http://schemas.openxmlformats.org/drawingml/2006/main" prst="rect">
            <a:avLst/>
          </a:prstGeom>
        </p:spPr>
      </p:pic>
      <p:sp>
        <p:nvSpPr>
          <p:cNvPr id="91" name="case-one-number">
            <a:extLst xmlns:a="http://schemas.openxmlformats.org/drawingml/2006/main">
              <a:ext uri="{FF2B5EF4-FFF2-40B4-BE49-F238E27FC236}">
                <a16:creationId xmlns:a16="http://schemas.microsoft.com/office/drawing/2014/main" id="{80F689AD-6F88-4A35-AE85-A26AC3B82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1526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rPr>
              <a:t>CASE 02</a:t>
            </a:r>
          </a:p>
        </p:txBody>
      </p:sp>
      <p:sp>
        <p:nvSpPr>
          <p:cNvPr id="92" name="case-two-number">
            <a:extLst xmlns:a="http://schemas.openxmlformats.org/drawingml/2006/main">
              <a:ext uri="{FF2B5EF4-FFF2-40B4-BE49-F238E27FC236}">
                <a16:creationId xmlns:a16="http://schemas.microsoft.com/office/drawing/2014/main" id="{0A6698CA-AC0B-41F4-85BA-082BCE6B8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1526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>CONTRAST</a:t>
            </a:r>
          </a:p>
        </p:txBody>
      </p:sp>
      <p:sp>
        <p:nvSpPr>
          <p:cNvPr id="93" name="case-one-title">
            <a:extLst xmlns:a="http://schemas.openxmlformats.org/drawingml/2006/main">
              <a:ext uri="{FF2B5EF4-FFF2-40B4-BE49-F238E27FC236}">
                <a16:creationId xmlns:a16="http://schemas.microsoft.com/office/drawing/2014/main" id="{EE710BA8-D19C-4963-AFB4-4F3C1F99D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3622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MDM 主闭环</a:t>
            </a:r>
          </a:p>
        </p:txBody>
      </p:sp>
      <p:sp>
        <p:nvSpPr>
          <p:cNvPr id="94" name="case-two-title">
            <a:extLst xmlns:a="http://schemas.openxmlformats.org/drawingml/2006/main">
              <a:ext uri="{FF2B5EF4-FFF2-40B4-BE49-F238E27FC236}">
                <a16:creationId xmlns:a16="http://schemas.microsoft.com/office/drawing/2014/main" id="{318AF84A-C84B-43B2-BA7D-1800772BA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3622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FreeRDP GPU 迁移</a:t>
            </a:r>
          </a:p>
        </p:txBody>
      </p:sp>
      <p:sp>
        <p:nvSpPr>
          <p:cNvPr id="95" name="case-one-method">
            <a:extLst xmlns:a="http://schemas.openxmlformats.org/drawingml/2006/main">
              <a:ext uri="{FF2B5EF4-FFF2-40B4-BE49-F238E27FC236}">
                <a16:creationId xmlns:a16="http://schemas.microsoft.com/office/drawing/2014/main" id="{D641B88F-BC38-42A3-A4BB-5C0A78563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rPr>
              <a:t>FEATURE-FIRST</a:t>
            </a:r>
          </a:p>
        </p:txBody>
      </p:sp>
      <p:sp>
        <p:nvSpPr>
          <p:cNvPr id="96" name="case-two-method">
            <a:extLst xmlns:a="http://schemas.openxmlformats.org/drawingml/2006/main">
              <a:ext uri="{FF2B5EF4-FFF2-40B4-BE49-F238E27FC236}">
                <a16:creationId xmlns:a16="http://schemas.microsoft.com/office/drawing/2014/main" id="{138671CA-C122-4895-8836-E45A6FC58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575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>EVIDENCE-FIRST</a:t>
            </a:r>
          </a:p>
        </p:txBody>
      </p:sp>
      <p:sp>
        <p:nvSpPr>
          <p:cNvPr id="97" name="case-left-rule-0">
            <a:extLst xmlns:a="http://schemas.openxmlformats.org/drawingml/2006/main">
              <a:ext uri="{FF2B5EF4-FFF2-40B4-BE49-F238E27FC236}">
                <a16:creationId xmlns:a16="http://schemas.microsoft.com/office/drawing/2014/main" id="{A9E0F7F1-556E-496E-816D-C112F9654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813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98" name="case-right-rule-0">
            <a:extLst xmlns:a="http://schemas.openxmlformats.org/drawingml/2006/main">
              <a:ext uri="{FF2B5EF4-FFF2-40B4-BE49-F238E27FC236}">
                <a16:creationId xmlns:a16="http://schemas.microsoft.com/office/drawing/2014/main" id="{F698392D-CBD9-4BDB-A31B-B374CB008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1813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99" name="case-label-left-0">
            <a:extLst xmlns:a="http://schemas.openxmlformats.org/drawingml/2006/main">
              <a:ext uri="{FF2B5EF4-FFF2-40B4-BE49-F238E27FC236}">
                <a16:creationId xmlns:a16="http://schemas.microsoft.com/office/drawing/2014/main" id="{1AFF2D59-C41A-4DA2-B654-8554618F8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切入点</a:t>
            </a:r>
          </a:p>
        </p:txBody>
      </p:sp>
      <p:sp>
        <p:nvSpPr>
          <p:cNvPr id="100" name="case-value-left-0">
            <a:extLst xmlns:a="http://schemas.openxmlformats.org/drawingml/2006/main">
              <a:ext uri="{FF2B5EF4-FFF2-40B4-BE49-F238E27FC236}">
                <a16:creationId xmlns:a16="http://schemas.microsoft.com/office/drawing/2014/main" id="{17B95C37-E670-4E76-804D-E304F37CD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2385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多用户、状态与事务</a:t>
            </a:r>
          </a:p>
        </p:txBody>
      </p:sp>
      <p:sp>
        <p:nvSpPr>
          <p:cNvPr id="101" name="case-label-right-0">
            <a:extLst xmlns:a="http://schemas.openxmlformats.org/drawingml/2006/main">
              <a:ext uri="{FF2B5EF4-FFF2-40B4-BE49-F238E27FC236}">
                <a16:creationId xmlns:a16="http://schemas.microsoft.com/office/drawing/2014/main" id="{18A46C20-C188-49D9-98C2-BA5F1F298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2385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切入点</a:t>
            </a:r>
          </a:p>
        </p:txBody>
      </p:sp>
      <p:sp>
        <p:nvSpPr>
          <p:cNvPr id="102" name="case-value-right-0">
            <a:extLst xmlns:a="http://schemas.openxmlformats.org/drawingml/2006/main">
              <a:ext uri="{FF2B5EF4-FFF2-40B4-BE49-F238E27FC236}">
                <a16:creationId xmlns:a16="http://schemas.microsoft.com/office/drawing/2014/main" id="{7B7E08BA-BD87-441F-B3DB-2BCCF3B9A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2385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AVC420 / AVC444 双路径</a:t>
            </a:r>
          </a:p>
        </p:txBody>
      </p:sp>
      <p:sp>
        <p:nvSpPr>
          <p:cNvPr id="103" name="case-left-rule-1">
            <a:extLst xmlns:a="http://schemas.openxmlformats.org/drawingml/2006/main">
              <a:ext uri="{FF2B5EF4-FFF2-40B4-BE49-F238E27FC236}">
                <a16:creationId xmlns:a16="http://schemas.microsoft.com/office/drawing/2014/main" id="{659D7CC2-4EC3-4F7C-BF89-3A07EE6C3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004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04" name="case-right-rule-1">
            <a:extLst xmlns:a="http://schemas.openxmlformats.org/drawingml/2006/main">
              <a:ext uri="{FF2B5EF4-FFF2-40B4-BE49-F238E27FC236}">
                <a16:creationId xmlns:a16="http://schemas.microsoft.com/office/drawing/2014/main" id="{B37D164D-5E44-46FA-ADF5-91601117C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6004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05" name="case-label-left-1">
            <a:extLst xmlns:a="http://schemas.openxmlformats.org/drawingml/2006/main">
              <a:ext uri="{FF2B5EF4-FFF2-40B4-BE49-F238E27FC236}">
                <a16:creationId xmlns:a16="http://schemas.microsoft.com/office/drawing/2014/main" id="{796BAB44-29A4-4469-8C56-2DD29EAB6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576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先冻结</a:t>
            </a:r>
          </a:p>
        </p:txBody>
      </p:sp>
      <p:sp>
        <p:nvSpPr>
          <p:cNvPr id="106" name="case-value-left-1">
            <a:extLst xmlns:a="http://schemas.openxmlformats.org/drawingml/2006/main">
              <a:ext uri="{FF2B5EF4-FFF2-40B4-BE49-F238E27FC236}">
                <a16:creationId xmlns:a16="http://schemas.microsoft.com/office/drawing/2014/main" id="{E2585E34-D692-44BF-BE1E-7329CBA4B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576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行为矩阵与失败语义</a:t>
            </a:r>
          </a:p>
        </p:txBody>
      </p:sp>
      <p:sp>
        <p:nvSpPr>
          <p:cNvPr id="107" name="case-label-right-1">
            <a:extLst xmlns:a="http://schemas.openxmlformats.org/drawingml/2006/main">
              <a:ext uri="{FF2B5EF4-FFF2-40B4-BE49-F238E27FC236}">
                <a16:creationId xmlns:a16="http://schemas.microsoft.com/office/drawing/2014/main" id="{40591D54-6B8B-4336-9EA6-38AC4E705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6576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先冻结</a:t>
            </a:r>
          </a:p>
        </p:txBody>
      </p:sp>
      <p:sp>
        <p:nvSpPr>
          <p:cNvPr id="108" name="case-value-right-1">
            <a:extLst xmlns:a="http://schemas.openxmlformats.org/drawingml/2006/main">
              <a:ext uri="{FF2B5EF4-FFF2-40B4-BE49-F238E27FC236}">
                <a16:creationId xmlns:a16="http://schemas.microsoft.com/office/drawing/2014/main" id="{3E0F325A-0686-4039-ACBE-35AD57BC2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6576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frameId 同帧证据</a:t>
            </a:r>
          </a:p>
        </p:txBody>
      </p:sp>
      <p:sp>
        <p:nvSpPr>
          <p:cNvPr id="109" name="case-left-rule-2">
            <a:extLst xmlns:a="http://schemas.openxmlformats.org/drawingml/2006/main">
              <a:ext uri="{FF2B5EF4-FFF2-40B4-BE49-F238E27FC236}">
                <a16:creationId xmlns:a16="http://schemas.microsoft.com/office/drawing/2014/main" id="{B431DC1D-7996-47F7-B716-B4104C061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195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0" name="case-right-rule-2">
            <a:extLst xmlns:a="http://schemas.openxmlformats.org/drawingml/2006/main">
              <a:ext uri="{FF2B5EF4-FFF2-40B4-BE49-F238E27FC236}">
                <a16:creationId xmlns:a16="http://schemas.microsoft.com/office/drawing/2014/main" id="{8A9990CB-8F45-4A02-86D6-E10EE0E9F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0195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1" name="case-label-left-2">
            <a:extLst xmlns:a="http://schemas.openxmlformats.org/drawingml/2006/main">
              <a:ext uri="{FF2B5EF4-FFF2-40B4-BE49-F238E27FC236}">
                <a16:creationId xmlns:a16="http://schemas.microsoft.com/office/drawing/2014/main" id="{2BEDC775-5045-4471-AF1B-C0AD01484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767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最小修改</a:t>
            </a:r>
          </a:p>
        </p:txBody>
      </p:sp>
      <p:sp>
        <p:nvSpPr>
          <p:cNvPr id="112" name="case-value-left-2">
            <a:extLst xmlns:a="http://schemas.openxmlformats.org/drawingml/2006/main">
              <a:ext uri="{FF2B5EF4-FFF2-40B4-BE49-F238E27FC236}">
                <a16:creationId xmlns:a16="http://schemas.microsoft.com/office/drawing/2014/main" id="{EA218FAD-D644-4FFB-BE95-C64F04C7F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767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先规格后实现</a:t>
            </a:r>
          </a:p>
        </p:txBody>
      </p:sp>
      <p:sp>
        <p:nvSpPr>
          <p:cNvPr id="113" name="case-label-right-2">
            <a:extLst xmlns:a="http://schemas.openxmlformats.org/drawingml/2006/main">
              <a:ext uri="{FF2B5EF4-FFF2-40B4-BE49-F238E27FC236}">
                <a16:creationId xmlns:a16="http://schemas.microsoft.com/office/drawing/2014/main" id="{577C7B67-0F67-44A6-9DDD-559EFF9DC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0767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最小修改</a:t>
            </a:r>
          </a:p>
        </p:txBody>
      </p:sp>
      <p:sp>
        <p:nvSpPr>
          <p:cNvPr id="114" name="case-value-right-2">
            <a:extLst xmlns:a="http://schemas.openxmlformats.org/drawingml/2006/main">
              <a:ext uri="{FF2B5EF4-FFF2-40B4-BE49-F238E27FC236}">
                <a16:creationId xmlns:a16="http://schemas.microsoft.com/office/drawing/2014/main" id="{563E56E8-30B3-435F-846A-BBF723B44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0767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先找最早异常</a:t>
            </a:r>
          </a:p>
        </p:txBody>
      </p:sp>
      <p:sp>
        <p:nvSpPr>
          <p:cNvPr id="115" name="case-left-rule-3">
            <a:extLst xmlns:a="http://schemas.openxmlformats.org/drawingml/2006/main">
              <a:ext uri="{FF2B5EF4-FFF2-40B4-BE49-F238E27FC236}">
                <a16:creationId xmlns:a16="http://schemas.microsoft.com/office/drawing/2014/main" id="{73F1F4EA-AE10-4C4D-BA07-7CC8DAE70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386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6" name="case-right-rule-3">
            <a:extLst xmlns:a="http://schemas.openxmlformats.org/drawingml/2006/main">
              <a:ext uri="{FF2B5EF4-FFF2-40B4-BE49-F238E27FC236}">
                <a16:creationId xmlns:a16="http://schemas.microsoft.com/office/drawing/2014/main" id="{54F3B591-F56B-4DB3-A065-BC6E7BCF2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4386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7" name="case-label-left-3">
            <a:extLst xmlns:a="http://schemas.openxmlformats.org/drawingml/2006/main">
              <a:ext uri="{FF2B5EF4-FFF2-40B4-BE49-F238E27FC236}">
                <a16:creationId xmlns:a16="http://schemas.microsoft.com/office/drawing/2014/main" id="{678E3CF7-1438-4AC3-A0C1-5353F3F2F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958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交付物</a:t>
            </a:r>
          </a:p>
        </p:txBody>
      </p:sp>
      <p:sp>
        <p:nvSpPr>
          <p:cNvPr id="118" name="case-value-left-3">
            <a:extLst xmlns:a="http://schemas.openxmlformats.org/drawingml/2006/main">
              <a:ext uri="{FF2B5EF4-FFF2-40B4-BE49-F238E27FC236}">
                <a16:creationId xmlns:a16="http://schemas.microsoft.com/office/drawing/2014/main" id="{63677797-5DC0-45FD-9D3E-4D98A65D1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4958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spec + patch + acceptance</a:t>
            </a:r>
          </a:p>
        </p:txBody>
      </p:sp>
      <p:sp>
        <p:nvSpPr>
          <p:cNvPr id="119" name="case-label-right-3">
            <a:extLst xmlns:a="http://schemas.openxmlformats.org/drawingml/2006/main">
              <a:ext uri="{FF2B5EF4-FFF2-40B4-BE49-F238E27FC236}">
                <a16:creationId xmlns:a16="http://schemas.microsoft.com/office/drawing/2014/main" id="{796CDBCF-DEAC-47B8-9C7D-BBC794C33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4958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交付物</a:t>
            </a:r>
          </a:p>
        </p:txBody>
      </p:sp>
      <p:sp>
        <p:nvSpPr>
          <p:cNvPr id="120" name="case-value-right-3">
            <a:extLst xmlns:a="http://schemas.openxmlformats.org/drawingml/2006/main">
              <a:ext uri="{FF2B5EF4-FFF2-40B4-BE49-F238E27FC236}">
                <a16:creationId xmlns:a16="http://schemas.microsoft.com/office/drawing/2014/main" id="{1212E204-1B9F-477E-80DD-961E203DC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4958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GPU diagnosis + evidence</a:t>
            </a:r>
          </a:p>
        </p:txBody>
      </p:sp>
      <p:sp>
        <p:nvSpPr>
          <p:cNvPr id="121" name="case-transfer-circle">
            <a:extLst xmlns:a="http://schemas.openxmlformats.org/drawingml/2006/main">
              <a:ext uri="{FF2B5EF4-FFF2-40B4-BE49-F238E27FC236}">
                <a16:creationId xmlns:a16="http://schemas.microsoft.com/office/drawing/2014/main" id="{FF6A693F-DADF-434A-A7E7-B5831EE8E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95275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7000B"/>
            </a:solidFill>
            <a:prstDash val="solid"/>
          </a:ln>
        </p:spPr>
      </p:sp>
      <p:pic>
        <p:nvPicPr>
          <p:cNvPr id="2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780a57a3604801"/>
          <a:stretch xmlns:a="http://schemas.openxmlformats.org/drawingml/2006/main"/>
        </p:blipFill>
        <p:spPr>
          <a:xfrm xmlns:a="http://schemas.openxmlformats.org/drawingml/2006/main">
            <a:off x="5667375" y="3105150"/>
            <a:ext cx="400050" cy="400050"/>
          </a:xfrm>
          <a:prstGeom xmlns:a="http://schemas.openxmlformats.org/drawingml/2006/main" prst="rect">
            <a:avLst/>
          </a:prstGeom>
        </p:spPr>
      </p:pic>
      <p:sp>
        <p:nvSpPr>
          <p:cNvPr id="123" name="case-transfer-text">
            <a:extLst xmlns:a="http://schemas.openxmlformats.org/drawingml/2006/main">
              <a:ext uri="{FF2B5EF4-FFF2-40B4-BE49-F238E27FC236}">
                <a16:creationId xmlns:a16="http://schemas.microsoft.com/office/drawing/2014/main" id="{48A38601-6EA4-43E6-9D6F-38C449733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524250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88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对照</a:t>
            </a:r>
          </a:p>
        </p:txBody>
      </p:sp>
      <p:sp>
        <p:nvSpPr>
          <p:cNvPr id="124" name="case-left-arrow">
            <a:extLst xmlns:a="http://schemas.openxmlformats.org/drawingml/2006/main">
              <a:ext uri="{FF2B5EF4-FFF2-40B4-BE49-F238E27FC236}">
                <a16:creationId xmlns:a16="http://schemas.microsoft.com/office/drawing/2014/main" id="{03A1806C-B519-4A4A-9980-2434DFAFD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21945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22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←</a:t>
            </a:r>
          </a:p>
        </p:txBody>
      </p:sp>
      <p:sp>
        <p:nvSpPr>
          <p:cNvPr id="125" name="case-right-arrow">
            <a:extLst xmlns:a="http://schemas.openxmlformats.org/drawingml/2006/main">
              <a:ext uri="{FF2B5EF4-FFF2-40B4-BE49-F238E27FC236}">
                <a16:creationId xmlns:a16="http://schemas.microsoft.com/office/drawing/2014/main" id="{E8FB34F1-A4F6-406E-85FD-21A5A0934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21945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22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26" name="timeline-rule">
            <a:extLst xmlns:a="http://schemas.openxmlformats.org/drawingml/2006/main">
              <a:ext uri="{FF2B5EF4-FFF2-40B4-BE49-F238E27FC236}">
                <a16:creationId xmlns:a16="http://schemas.microsoft.com/office/drawing/2014/main" id="{46F26517-8D14-4ED8-B91E-154EEEC9A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81700"/>
            <a:ext cx="10934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7D7"/>
          </a:solidFill>
          <a:ln xmlns:a="http://schemas.openxmlformats.org/drawingml/2006/main" w="0">
            <a:solidFill>
              <a:srgbClr val="D7D7D7"/>
            </a:solidFill>
            <a:prstDash val="solid"/>
          </a:ln>
        </p:spPr>
      </p:sp>
      <p:sp>
        <p:nvSpPr>
          <p:cNvPr id="127" name="timeline-dot-0">
            <a:extLst xmlns:a="http://schemas.openxmlformats.org/drawingml/2006/main">
              <a:ext uri="{FF2B5EF4-FFF2-40B4-BE49-F238E27FC236}">
                <a16:creationId xmlns:a16="http://schemas.microsoft.com/office/drawing/2014/main" id="{B1B2265D-D326-40FF-A60F-C0FBE9741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674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128" name="timeline-card-0">
            <a:extLst xmlns:a="http://schemas.openxmlformats.org/drawingml/2006/main">
              <a:ext uri="{FF2B5EF4-FFF2-40B4-BE49-F238E27FC236}">
                <a16:creationId xmlns:a16="http://schemas.microsoft.com/office/drawing/2014/main" id="{E06F85EB-4FA9-4043-8BE1-A3CF40B5C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72200"/>
            <a:ext cx="2000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EC"/>
          </a:solidFill>
          <a:ln xmlns:a="http://schemas.openxmlformats.org/drawingml/2006/main" w="0">
            <a:solidFill>
              <a:srgbClr val="FBEAEC"/>
            </a:solidFill>
            <a:prstDash val="solid"/>
          </a:ln>
        </p:spPr>
      </p:sp>
      <p:pic>
        <p:nvPicPr>
          <p:cNvPr id="2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3f7730bff040f2"/>
          <a:stretch xmlns:a="http://schemas.openxmlformats.org/drawingml/2006/main"/>
        </p:blipFill>
        <p:spPr>
          <a:xfrm xmlns:a="http://schemas.openxmlformats.org/drawingml/2006/main">
            <a:off x="514350" y="63055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30" name="timeline-text-0">
            <a:extLst xmlns:a="http://schemas.openxmlformats.org/drawingml/2006/main">
              <a:ext uri="{FF2B5EF4-FFF2-40B4-BE49-F238E27FC236}">
                <a16:creationId xmlns:a16="http://schemas.microsoft.com/office/drawing/2014/main" id="{3B912A19-9FE5-4187-98C5-1F80D3054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210300"/>
            <a:ext cx="1543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00–26 需求闭合</a:t>
            </a:r>
          </a:p>
        </p:txBody>
      </p:sp>
      <p:sp>
        <p:nvSpPr>
          <p:cNvPr id="131" name="timeline-dot-1">
            <a:extLst xmlns:a="http://schemas.openxmlformats.org/drawingml/2006/main">
              <a:ext uri="{FF2B5EF4-FFF2-40B4-BE49-F238E27FC236}">
                <a16:creationId xmlns:a16="http://schemas.microsoft.com/office/drawing/2014/main" id="{7D872788-C8C9-4D53-BCFB-3EE338664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58674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45C7"/>
          </a:solidFill>
          <a:ln xmlns:a="http://schemas.openxmlformats.org/drawingml/2006/main" w="0">
            <a:solidFill>
              <a:srgbClr val="6D45C7"/>
            </a:solidFill>
            <a:prstDash val="solid"/>
          </a:ln>
        </p:spPr>
      </p:sp>
      <p:sp>
        <p:nvSpPr>
          <p:cNvPr id="132" name="timeline-card-1">
            <a:extLst xmlns:a="http://schemas.openxmlformats.org/drawingml/2006/main">
              <a:ext uri="{FF2B5EF4-FFF2-40B4-BE49-F238E27FC236}">
                <a16:creationId xmlns:a16="http://schemas.microsoft.com/office/drawing/2014/main" id="{07574872-6C46-4DCB-998F-DE9FCE105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6172200"/>
            <a:ext cx="3048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FA"/>
          </a:solidFill>
          <a:ln xmlns:a="http://schemas.openxmlformats.org/drawingml/2006/main" w="0">
            <a:solidFill>
              <a:srgbClr val="F1ECFA"/>
            </a:solidFill>
            <a:prstDash val="solid"/>
          </a:ln>
        </p:spPr>
      </p:sp>
      <p:pic>
        <p:nvPicPr>
          <p:cNvPr id="2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43e74d778040e8"/>
          <a:stretch xmlns:a="http://schemas.openxmlformats.org/drawingml/2006/main"/>
        </p:blipFill>
        <p:spPr>
          <a:xfrm xmlns:a="http://schemas.openxmlformats.org/drawingml/2006/main">
            <a:off x="2705100" y="63055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34" name="timeline-text-1">
            <a:extLst xmlns:a="http://schemas.openxmlformats.org/drawingml/2006/main">
              <a:ext uri="{FF2B5EF4-FFF2-40B4-BE49-F238E27FC236}">
                <a16:creationId xmlns:a16="http://schemas.microsoft.com/office/drawing/2014/main" id="{4A727200-EA29-4361-9862-418A0DE95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6210300"/>
            <a:ext cx="2590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>26–70 设计与 Ralph</a:t>
            </a:r>
          </a:p>
        </p:txBody>
      </p:sp>
      <p:sp>
        <p:nvSpPr>
          <p:cNvPr id="135" name="timeline-dot-2">
            <a:extLst xmlns:a="http://schemas.openxmlformats.org/drawingml/2006/main">
              <a:ext uri="{FF2B5EF4-FFF2-40B4-BE49-F238E27FC236}">
                <a16:creationId xmlns:a16="http://schemas.microsoft.com/office/drawing/2014/main" id="{3F1EC896-E46F-4384-894B-3DDEC4776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58674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136" name="timeline-card-2">
            <a:extLst xmlns:a="http://schemas.openxmlformats.org/drawingml/2006/main">
              <a:ext uri="{FF2B5EF4-FFF2-40B4-BE49-F238E27FC236}">
                <a16:creationId xmlns:a16="http://schemas.microsoft.com/office/drawing/2014/main" id="{F4FEA41C-C58A-4D35-9F21-95E1FD4ED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6172200"/>
            <a:ext cx="1428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EC"/>
          </a:solidFill>
          <a:ln xmlns:a="http://schemas.openxmlformats.org/drawingml/2006/main" w="0">
            <a:solidFill>
              <a:srgbClr val="FBEAEC"/>
            </a:solidFill>
            <a:prstDash val="solid"/>
          </a:ln>
        </p:spPr>
      </p:sp>
      <p:pic>
        <p:nvPicPr>
          <p:cNvPr id="2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c86ec918584165"/>
          <a:stretch xmlns:a="http://schemas.openxmlformats.org/drawingml/2006/main"/>
        </p:blipFill>
        <p:spPr>
          <a:xfrm xmlns:a="http://schemas.openxmlformats.org/drawingml/2006/main">
            <a:off x="5943600" y="63055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38" name="timeline-text-2">
            <a:extLst xmlns:a="http://schemas.openxmlformats.org/drawingml/2006/main">
              <a:ext uri="{FF2B5EF4-FFF2-40B4-BE49-F238E27FC236}">
                <a16:creationId xmlns:a16="http://schemas.microsoft.com/office/drawing/2014/main" id="{75A6DFD3-381A-4508-A88C-74D03EE63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6210300"/>
            <a:ext cx="971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70–88 平台验收</a:t>
            </a:r>
          </a:p>
        </p:txBody>
      </p:sp>
      <p:sp>
        <p:nvSpPr>
          <p:cNvPr id="139" name="timeline-dot-3">
            <a:extLst xmlns:a="http://schemas.openxmlformats.org/drawingml/2006/main">
              <a:ext uri="{FF2B5EF4-FFF2-40B4-BE49-F238E27FC236}">
                <a16:creationId xmlns:a16="http://schemas.microsoft.com/office/drawing/2014/main" id="{EE23DBD8-AF98-46BF-B5EA-9A5764E71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8674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45C7"/>
          </a:solidFill>
          <a:ln xmlns:a="http://schemas.openxmlformats.org/drawingml/2006/main" w="0">
            <a:solidFill>
              <a:srgbClr val="6D45C7"/>
            </a:solidFill>
            <a:prstDash val="solid"/>
          </a:ln>
        </p:spPr>
      </p:sp>
      <p:sp>
        <p:nvSpPr>
          <p:cNvPr id="140" name="timeline-card-3">
            <a:extLst xmlns:a="http://schemas.openxmlformats.org/drawingml/2006/main">
              <a:ext uri="{FF2B5EF4-FFF2-40B4-BE49-F238E27FC236}">
                <a16:creationId xmlns:a16="http://schemas.microsoft.com/office/drawing/2014/main" id="{705D6FCE-1ACC-445B-943D-DD93AE12E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72200"/>
            <a:ext cx="2571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FA"/>
          </a:solidFill>
          <a:ln xmlns:a="http://schemas.openxmlformats.org/drawingml/2006/main" w="0">
            <a:solidFill>
              <a:srgbClr val="F1ECFA"/>
            </a:solidFill>
            <a:prstDash val="solid"/>
          </a:ln>
        </p:spPr>
      </p:sp>
      <p:pic>
        <p:nvPicPr>
          <p:cNvPr id="25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17cf0dff4641b9"/>
          <a:stretch xmlns:a="http://schemas.openxmlformats.org/drawingml/2006/main"/>
        </p:blipFill>
        <p:spPr>
          <a:xfrm xmlns:a="http://schemas.openxmlformats.org/drawingml/2006/main">
            <a:off x="7562850" y="63055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42" name="timeline-text-3">
            <a:extLst xmlns:a="http://schemas.openxmlformats.org/drawingml/2006/main">
              <a:ext uri="{FF2B5EF4-FFF2-40B4-BE49-F238E27FC236}">
                <a16:creationId xmlns:a16="http://schemas.microsoft.com/office/drawing/2014/main" id="{D8BB6B58-07F6-42CB-AD15-5ADC5CB98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6210300"/>
            <a:ext cx="2114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>88–116 GPU 迁移</a:t>
            </a:r>
          </a:p>
        </p:txBody>
      </p:sp>
      <p:sp>
        <p:nvSpPr>
          <p:cNvPr id="143" name="timeline-dot-4">
            <a:extLst xmlns:a="http://schemas.openxmlformats.org/drawingml/2006/main">
              <a:ext uri="{FF2B5EF4-FFF2-40B4-BE49-F238E27FC236}">
                <a16:creationId xmlns:a16="http://schemas.microsoft.com/office/drawing/2014/main" id="{42256876-971C-44C3-B36A-A2A5DC337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58674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F5B"/>
          </a:solidFill>
          <a:ln xmlns:a="http://schemas.openxmlformats.org/drawingml/2006/main" w="0">
            <a:solidFill>
              <a:srgbClr val="2F8F5B"/>
            </a:solidFill>
            <a:prstDash val="solid"/>
          </a:ln>
        </p:spPr>
      </p:sp>
      <p:sp>
        <p:nvSpPr>
          <p:cNvPr id="144" name="timeline-card-4">
            <a:extLst xmlns:a="http://schemas.openxmlformats.org/drawingml/2006/main">
              <a:ext uri="{FF2B5EF4-FFF2-40B4-BE49-F238E27FC236}">
                <a16:creationId xmlns:a16="http://schemas.microsoft.com/office/drawing/2014/main" id="{B406802C-BB49-4241-9BAC-E9752EDB4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6172200"/>
            <a:ext cx="10287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E"/>
          </a:solidFill>
          <a:ln xmlns:a="http://schemas.openxmlformats.org/drawingml/2006/main" w="0">
            <a:solidFill>
              <a:srgbClr val="EAF5EE"/>
            </a:solidFill>
            <a:prstDash val="solid"/>
          </a:ln>
        </p:spPr>
      </p:sp>
      <p:pic>
        <p:nvPicPr>
          <p:cNvPr id="26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b34fea18e84c66"/>
          <a:stretch xmlns:a="http://schemas.openxmlformats.org/drawingml/2006/main"/>
        </p:blipFill>
        <p:spPr>
          <a:xfrm xmlns:a="http://schemas.openxmlformats.org/drawingml/2006/main">
            <a:off x="10325100" y="63055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46" name="timeline-text-4">
            <a:extLst xmlns:a="http://schemas.openxmlformats.org/drawingml/2006/main">
              <a:ext uri="{FF2B5EF4-FFF2-40B4-BE49-F238E27FC236}">
                <a16:creationId xmlns:a16="http://schemas.microsoft.com/office/drawing/2014/main" id="{B28B3A76-07CD-44BF-8BCF-942072BDE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6210300"/>
            <a:ext cx="57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rPr>
              <a:t>116–120 评审</a:t>
            </a:r>
          </a:p>
        </p:txBody>
      </p:sp>
      <p:pic>
        <p:nvPicPr>
          <p:cNvPr id="26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0a8f1e62634894"/>
          <a:stretch xmlns:a="http://schemas.openxmlformats.org/drawingml/2006/main"/>
        </p:blipFill>
        <p:spPr>
          <a:xfrm xmlns:a="http://schemas.openxmlformats.org/drawingml/2006/main">
            <a:off x="10382250" y="268813"/>
            <a:ext cx="952500" cy="2148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980598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9937CBA2-7E4F-43F3-9EBA-CFD6BD1B5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38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>03 · 开场｜先定义可信交付</a:t>
            </a:r>
          </a:p>
        </p:txBody>
      </p:sp>
      <p:sp>
        <p:nvSpPr>
          <p:cNvPr id="5" name="team-name">
            <a:extLst xmlns:a="http://schemas.openxmlformats.org/drawingml/2006/main">
              <a:ext uri="{FF2B5EF4-FFF2-40B4-BE49-F238E27FC236}">
                <a16:creationId xmlns:a16="http://schemas.microsoft.com/office/drawing/2014/main" id="{DF70FBB6-5F6E-4537-9090-0CBE67318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6" name="business-direction">
            <a:extLst xmlns:a="http://schemas.openxmlformats.org/drawingml/2006/main">
              <a:ext uri="{FF2B5EF4-FFF2-40B4-BE49-F238E27FC236}">
                <a16:creationId xmlns:a16="http://schemas.microsoft.com/office/drawing/2014/main" id="{264209F6-E82F-4B7F-97F5-9E0C8215D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72200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结论出口</a:t>
            </a:r>
          </a:p>
        </p:txBody>
      </p:sp>
      <p:sp>
        <p:nvSpPr>
          <p:cNvPr id="7" name="storyline-lead">
            <a:extLst xmlns:a="http://schemas.openxmlformats.org/drawingml/2006/main">
              <a:ext uri="{FF2B5EF4-FFF2-40B4-BE49-F238E27FC236}">
                <a16:creationId xmlns:a16="http://schemas.microsoft.com/office/drawing/2014/main" id="{513D4A51-8337-4FB4-B56E-8172C046E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8" name="storyline-outcome">
            <a:extLst xmlns:a="http://schemas.openxmlformats.org/drawingml/2006/main">
              <a:ext uri="{FF2B5EF4-FFF2-40B4-BE49-F238E27FC236}">
                <a16:creationId xmlns:a16="http://schemas.microsoft.com/office/drawing/2014/main" id="{BB1932BF-7915-4685-850E-EE30D779E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9" name="origin-story">
            <a:extLst xmlns:a="http://schemas.openxmlformats.org/drawingml/2006/main">
              <a:ext uri="{FF2B5EF4-FFF2-40B4-BE49-F238E27FC236}">
                <a16:creationId xmlns:a16="http://schemas.microsoft.com/office/drawing/2014/main" id="{4F383126-75F9-4A95-9DFA-12133DB4A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1104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210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复杂任务每轮必须留下六类证据</a:t>
            </a:r>
          </a:p>
        </p:txBody>
      </p:sp>
      <p:sp>
        <p:nvSpPr>
          <p:cNvPr id="10" name="capability-label">
            <a:extLst xmlns:a="http://schemas.openxmlformats.org/drawingml/2006/main">
              <a:ext uri="{FF2B5EF4-FFF2-40B4-BE49-F238E27FC236}">
                <a16:creationId xmlns:a16="http://schemas.microsoft.com/office/drawing/2014/main" id="{6618DDA6-5320-4544-A67A-4138E5DF0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92405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EVIDENCE OUTPUT</a:t>
            </a:r>
          </a:p>
        </p:txBody>
      </p:sp>
      <p:sp>
        <p:nvSpPr>
          <p:cNvPr id="12" name="capability-goal-text">
            <a:extLst xmlns:a="http://schemas.openxmlformats.org/drawingml/2006/main">
              <a:ext uri="{FF2B5EF4-FFF2-40B4-BE49-F238E27FC236}">
                <a16:creationId xmlns:a16="http://schemas.microsoft.com/office/drawing/2014/main" id="{A9BB6ADF-6F5A-486E-9828-9BB90056D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228850"/>
            <a:ext cx="123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RED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15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失败日志</a:t>
            </a:r>
          </a:p>
        </p:txBody>
      </p:sp>
      <p:sp>
        <p:nvSpPr>
          <p:cNvPr id="14" name="capability-tech-text">
            <a:extLst xmlns:a="http://schemas.openxmlformats.org/drawingml/2006/main">
              <a:ext uri="{FF2B5EF4-FFF2-40B4-BE49-F238E27FC236}">
                <a16:creationId xmlns:a16="http://schemas.microsoft.com/office/drawing/2014/main" id="{A789BA83-BEE2-4D60-80BC-6239BCAB3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819400"/>
            <a:ext cx="123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GREEN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15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通过日志</a:t>
            </a:r>
          </a:p>
        </p:txBody>
      </p:sp>
      <p:sp>
        <p:nvSpPr>
          <p:cNvPr id="16" name="capability-collaboration-text">
            <a:extLst xmlns:a="http://schemas.openxmlformats.org/drawingml/2006/main">
              <a:ext uri="{FF2B5EF4-FFF2-40B4-BE49-F238E27FC236}">
                <a16:creationId xmlns:a16="http://schemas.microsoft.com/office/drawing/2014/main" id="{D085A46E-BB95-4E44-A140-3211DC950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409950"/>
            <a:ext cx="123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BUILD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15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构建记录</a:t>
            </a:r>
          </a:p>
        </p:txBody>
      </p:sp>
      <p:sp>
        <p:nvSpPr>
          <p:cNvPr id="18" name="capability-cohesion-text">
            <a:extLst xmlns:a="http://schemas.openxmlformats.org/drawingml/2006/main">
              <a:ext uri="{FF2B5EF4-FFF2-40B4-BE49-F238E27FC236}">
                <a16:creationId xmlns:a16="http://schemas.microsoft.com/office/drawing/2014/main" id="{31E7FE61-7CF7-4BF1-B351-6E8BC2ABB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4000500"/>
            <a:ext cx="123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DEVICE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15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设备日志</a:t>
            </a:r>
          </a:p>
        </p:txBody>
      </p:sp>
      <p:sp>
        <p:nvSpPr>
          <p:cNvPr id="21" name="journey-top-rule">
            <a:extLst xmlns:a="http://schemas.openxmlformats.org/drawingml/2006/main">
              <a:ext uri="{FF2B5EF4-FFF2-40B4-BE49-F238E27FC236}">
                <a16:creationId xmlns:a16="http://schemas.microsoft.com/office/drawing/2014/main" id="{3F7D1C62-8DF5-4E48-9864-9C17DDEE1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2" name="journey-label">
            <a:extLst xmlns:a="http://schemas.openxmlformats.org/drawingml/2006/main">
              <a:ext uri="{FF2B5EF4-FFF2-40B4-BE49-F238E27FC236}">
                <a16:creationId xmlns:a16="http://schemas.microsoft.com/office/drawing/2014/main" id="{8E7E41EF-B0E6-4678-B07F-0EBF826CF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每一轮只推进一个可验证问题，并让执行轨迹与最终系统状态同时成立。</a:t>
            </a:r>
          </a:p>
        </p:txBody>
      </p:sp>
      <p:sp>
        <p:nvSpPr>
          <p:cNvPr id="26" name="stage-01-number">
            <a:extLst xmlns:a="http://schemas.openxmlformats.org/drawingml/2006/main">
              <a:ext uri="{FF2B5EF4-FFF2-40B4-BE49-F238E27FC236}">
                <a16:creationId xmlns:a16="http://schemas.microsoft.com/office/drawing/2014/main" id="{4225D723-AF17-46CE-8F57-EF6385A30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27" name="stage-01-title">
            <a:extLst xmlns:a="http://schemas.openxmlformats.org/drawingml/2006/main">
              <a:ext uri="{FF2B5EF4-FFF2-40B4-BE49-F238E27FC236}">
                <a16:creationId xmlns:a16="http://schemas.microsoft.com/office/drawing/2014/main" id="{A080687F-349A-4D96-8B9B-B15D9284C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28" name="stage-01-body">
            <a:extLst xmlns:a="http://schemas.openxmlformats.org/drawingml/2006/main">
              <a:ext uri="{FF2B5EF4-FFF2-40B4-BE49-F238E27FC236}">
                <a16:creationId xmlns:a16="http://schemas.microsoft.com/office/drawing/2014/main" id="{35DB16DD-F51B-49F2-B81F-24E50A16B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36" name="stage-03-number">
            <a:extLst xmlns:a="http://schemas.openxmlformats.org/drawingml/2006/main">
              <a:ext uri="{FF2B5EF4-FFF2-40B4-BE49-F238E27FC236}">
                <a16:creationId xmlns:a16="http://schemas.microsoft.com/office/drawing/2014/main" id="{C0286EEE-76D7-4C3D-959B-C1A40C2DE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37" name="stage-03-title">
            <a:extLst xmlns:a="http://schemas.openxmlformats.org/drawingml/2006/main">
              <a:ext uri="{FF2B5EF4-FFF2-40B4-BE49-F238E27FC236}">
                <a16:creationId xmlns:a16="http://schemas.microsoft.com/office/drawing/2014/main" id="{B27EC97C-4E04-4513-B0CF-9ED410CD8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38" name="stage-03-body">
            <a:extLst xmlns:a="http://schemas.openxmlformats.org/drawingml/2006/main">
              <a:ext uri="{FF2B5EF4-FFF2-40B4-BE49-F238E27FC236}">
                <a16:creationId xmlns:a16="http://schemas.microsoft.com/office/drawing/2014/main" id="{9E912F49-5FAE-4B6A-9826-0EE1EFB7F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46" name="stage-05-number">
            <a:extLst xmlns:a="http://schemas.openxmlformats.org/drawingml/2006/main">
              <a:ext uri="{FF2B5EF4-FFF2-40B4-BE49-F238E27FC236}">
                <a16:creationId xmlns:a16="http://schemas.microsoft.com/office/drawing/2014/main" id="{AA36F8DB-73A8-47E8-A962-56FE8DE85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47" name="stage-05-title">
            <a:extLst xmlns:a="http://schemas.openxmlformats.org/drawingml/2006/main">
              <a:ext uri="{FF2B5EF4-FFF2-40B4-BE49-F238E27FC236}">
                <a16:creationId xmlns:a16="http://schemas.microsoft.com/office/drawing/2014/main" id="{E55E05DE-AFC6-4422-9A2F-AD9E27F89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48" name="stage-05-body">
            <a:extLst xmlns:a="http://schemas.openxmlformats.org/drawingml/2006/main">
              <a:ext uri="{FF2B5EF4-FFF2-40B4-BE49-F238E27FC236}">
                <a16:creationId xmlns:a16="http://schemas.microsoft.com/office/drawing/2014/main" id="{F938BB63-05FA-4699-B9B6-45CD5A0C9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0" name="rail-flow-label">
            <a:extLst xmlns:a="http://schemas.openxmlformats.org/drawingml/2006/main">
              <a:ext uri="{FF2B5EF4-FFF2-40B4-BE49-F238E27FC236}">
                <a16:creationId xmlns:a16="http://schemas.microsoft.com/office/drawing/2014/main" id="{FF5EAC43-B84B-4541-B2F4-61336FAA9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8585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858585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1" name="rail-flow-line">
            <a:extLst xmlns:a="http://schemas.openxmlformats.org/drawingml/2006/main">
              <a:ext uri="{FF2B5EF4-FFF2-40B4-BE49-F238E27FC236}">
                <a16:creationId xmlns:a16="http://schemas.microsoft.com/office/drawing/2014/main" id="{AF9A8871-2B22-4386-A390-72752FB38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3" name="rail-flow-idea-label">
            <a:extLst xmlns:a="http://schemas.openxmlformats.org/drawingml/2006/main">
              <a:ext uri="{FF2B5EF4-FFF2-40B4-BE49-F238E27FC236}">
                <a16:creationId xmlns:a16="http://schemas.microsoft.com/office/drawing/2014/main" id="{72E1E745-7177-4B95-A3C2-46F9EE067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5" name="rail-flow-attack-label">
            <a:extLst xmlns:a="http://schemas.openxmlformats.org/drawingml/2006/main">
              <a:ext uri="{FF2B5EF4-FFF2-40B4-BE49-F238E27FC236}">
                <a16:creationId xmlns:a16="http://schemas.microsoft.com/office/drawing/2014/main" id="{1CD5E551-A644-4209-8B85-C43D55DAD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7" name="rail-flow-delivery-label">
            <a:extLst xmlns:a="http://schemas.openxmlformats.org/drawingml/2006/main">
              <a:ext uri="{FF2B5EF4-FFF2-40B4-BE49-F238E27FC236}">
                <a16:creationId xmlns:a16="http://schemas.microsoft.com/office/drawing/2014/main" id="{41242F25-AB1D-4FEC-AA44-0C6A2FA72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8" name="rail-result-box">
            <a:extLst xmlns:a="http://schemas.openxmlformats.org/drawingml/2006/main">
              <a:ext uri="{FF2B5EF4-FFF2-40B4-BE49-F238E27FC236}">
                <a16:creationId xmlns:a16="http://schemas.microsoft.com/office/drawing/2014/main" id="{F7117D08-254C-4F26-B6DD-8B03EB047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62150"/>
            <a:ext cx="2724150" cy="3219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FA"/>
          </a:solidFill>
          <a:ln xmlns:a="http://schemas.openxmlformats.org/drawingml/2006/main" w="0">
            <a:solidFill>
              <a:srgbClr val="F1ECF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0" name="rail-result-text">
            <a:extLst xmlns:a="http://schemas.openxmlformats.org/drawingml/2006/main">
              <a:ext uri="{FF2B5EF4-FFF2-40B4-BE49-F238E27FC236}">
                <a16:creationId xmlns:a16="http://schemas.microsoft.com/office/drawing/2014/main" id="{34A8EF6F-28E9-4F9F-8CFD-1BF6F2603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63" b="1">
                <a:solidFill>
                  <a:srgbClr val="9C000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9C000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61" name="grid-top-rule">
            <a:extLst xmlns:a="http://schemas.openxmlformats.org/drawingml/2006/main">
              <a:ext uri="{FF2B5EF4-FFF2-40B4-BE49-F238E27FC236}">
                <a16:creationId xmlns:a16="http://schemas.microsoft.com/office/drawing/2014/main" id="{0F39FBDF-9E3B-4D49-B005-6B5B93FED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2" name="grid-middle-rule">
            <a:extLst xmlns:a="http://schemas.openxmlformats.org/drawingml/2006/main">
              <a:ext uri="{FF2B5EF4-FFF2-40B4-BE49-F238E27FC236}">
                <a16:creationId xmlns:a16="http://schemas.microsoft.com/office/drawing/2014/main" id="{BBC7B45A-19EF-4696-97BA-CE5C123E4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3" name="grid-vertical-rule">
            <a:extLst xmlns:a="http://schemas.openxmlformats.org/drawingml/2006/main">
              <a:ext uri="{FF2B5EF4-FFF2-40B4-BE49-F238E27FC236}">
                <a16:creationId xmlns:a16="http://schemas.microsoft.com/office/drawing/2014/main" id="{9513784B-DF55-42B5-ACF2-4EF87CE54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4" name="capability-top-rule">
            <a:extLst xmlns:a="http://schemas.openxmlformats.org/drawingml/2006/main">
              <a:ext uri="{FF2B5EF4-FFF2-40B4-BE49-F238E27FC236}">
                <a16:creationId xmlns:a16="http://schemas.microsoft.com/office/drawing/2014/main" id="{9013330B-53F2-4C98-B459-B7BC45073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5" name="module-01-icon-background">
            <a:extLst xmlns:a="http://schemas.openxmlformats.org/drawingml/2006/main">
              <a:ext uri="{FF2B5EF4-FFF2-40B4-BE49-F238E27FC236}">
                <a16:creationId xmlns:a16="http://schemas.microsoft.com/office/drawing/2014/main" id="{6BB7565D-24EF-47D6-BBB0-E18B6DE76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847850"/>
            <a:ext cx="22669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FA"/>
          </a:solidFill>
          <a:ln xmlns:a="http://schemas.openxmlformats.org/drawingml/2006/main" w="0">
            <a:solidFill>
              <a:srgbClr val="F1ECF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7" name="module-02-icon-background">
            <a:extLst xmlns:a="http://schemas.openxmlformats.org/drawingml/2006/main">
              <a:ext uri="{FF2B5EF4-FFF2-40B4-BE49-F238E27FC236}">
                <a16:creationId xmlns:a16="http://schemas.microsoft.com/office/drawing/2014/main" id="{80C31D3C-F758-4BBC-A10E-E9C339D14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1847850"/>
            <a:ext cx="22669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EC"/>
          </a:solidFill>
          <a:ln xmlns:a="http://schemas.openxmlformats.org/drawingml/2006/main" w="0">
            <a:solidFill>
              <a:srgbClr val="FBEAEC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9" name="module-03-icon-background">
            <a:extLst xmlns:a="http://schemas.openxmlformats.org/drawingml/2006/main">
              <a:ext uri="{FF2B5EF4-FFF2-40B4-BE49-F238E27FC236}">
                <a16:creationId xmlns:a16="http://schemas.microsoft.com/office/drawing/2014/main" id="{78E97F08-D68A-43EC-A2D0-7C3051E07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438650"/>
            <a:ext cx="22669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E"/>
          </a:solidFill>
          <a:ln xmlns:a="http://schemas.openxmlformats.org/drawingml/2006/main" w="0">
            <a:solidFill>
              <a:srgbClr val="EAF5EE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1" name="module-04-icon-background">
            <a:extLst xmlns:a="http://schemas.openxmlformats.org/drawingml/2006/main">
              <a:ext uri="{FF2B5EF4-FFF2-40B4-BE49-F238E27FC236}">
                <a16:creationId xmlns:a16="http://schemas.microsoft.com/office/drawing/2014/main" id="{C303905D-0287-4B86-92D4-33F0EB3B9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438650"/>
            <a:ext cx="22669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FA"/>
          </a:solidFill>
          <a:ln xmlns:a="http://schemas.openxmlformats.org/drawingml/2006/main" w="0">
            <a:solidFill>
              <a:srgbClr val="F1ECF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3" name="module-04-number">
            <a:extLst xmlns:a="http://schemas.openxmlformats.org/drawingml/2006/main">
              <a:ext uri="{FF2B5EF4-FFF2-40B4-BE49-F238E27FC236}">
                <a16:creationId xmlns:a16="http://schemas.microsoft.com/office/drawing/2014/main" id="{644EFF2E-DC9B-4D41-84F4-10582B446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4" name="module-04-title">
            <a:extLst xmlns:a="http://schemas.openxmlformats.org/drawingml/2006/main">
              <a:ext uri="{FF2B5EF4-FFF2-40B4-BE49-F238E27FC236}">
                <a16:creationId xmlns:a16="http://schemas.microsoft.com/office/drawing/2014/main" id="{9C3B8801-0886-4C35-A421-9571B2595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5" name="module-04-body">
            <a:extLst xmlns:a="http://schemas.openxmlformats.org/drawingml/2006/main">
              <a:ext uri="{FF2B5EF4-FFF2-40B4-BE49-F238E27FC236}">
                <a16:creationId xmlns:a16="http://schemas.microsoft.com/office/drawing/2014/main" id="{815AB31E-77DC-41EF-9FDD-2104B3529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6" name="capability-goal-icon-background">
            <a:extLst xmlns:a="http://schemas.openxmlformats.org/drawingml/2006/main">
              <a:ext uri="{FF2B5EF4-FFF2-40B4-BE49-F238E27FC236}">
                <a16:creationId xmlns:a16="http://schemas.microsoft.com/office/drawing/2014/main" id="{ACC8CF6A-83B8-4CA8-B500-7FCD1FE49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26695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EC"/>
          </a:solidFill>
          <a:ln xmlns:a="http://schemas.openxmlformats.org/drawingml/2006/main" w="0">
            <a:solidFill>
              <a:srgbClr val="FBEAEC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8" name="capability-tech-icon-background">
            <a:extLst xmlns:a="http://schemas.openxmlformats.org/drawingml/2006/main">
              <a:ext uri="{FF2B5EF4-FFF2-40B4-BE49-F238E27FC236}">
                <a16:creationId xmlns:a16="http://schemas.microsoft.com/office/drawing/2014/main" id="{1FBC427F-E57C-45DB-9CCE-FEBB0D899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85750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E"/>
          </a:solidFill>
          <a:ln xmlns:a="http://schemas.openxmlformats.org/drawingml/2006/main" w="0">
            <a:solidFill>
              <a:srgbClr val="EAF5EE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0" name="capability-collaboration-icon-background">
            <a:extLst xmlns:a="http://schemas.openxmlformats.org/drawingml/2006/main">
              <a:ext uri="{FF2B5EF4-FFF2-40B4-BE49-F238E27FC236}">
                <a16:creationId xmlns:a16="http://schemas.microsoft.com/office/drawing/2014/main" id="{6E13DFB3-20F1-4890-9CA4-4556205A7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44805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B"/>
          </a:solidFill>
          <a:ln xmlns:a="http://schemas.openxmlformats.org/drawingml/2006/main" w="0">
            <a:solidFill>
              <a:srgbClr val="EAF2FB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2" name="capability-cohesion-icon-background">
            <a:extLst xmlns:a="http://schemas.openxmlformats.org/drawingml/2006/main">
              <a:ext uri="{FF2B5EF4-FFF2-40B4-BE49-F238E27FC236}">
                <a16:creationId xmlns:a16="http://schemas.microsoft.com/office/drawing/2014/main" id="{6D6CB4E0-0BEB-4D63-8FF5-DCEBE4D95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03860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solidFill>
              <a:srgbClr val="F6F6F6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4" name="competitiveness-result-box">
            <a:extLst xmlns:a="http://schemas.openxmlformats.org/drawingml/2006/main">
              <a:ext uri="{FF2B5EF4-FFF2-40B4-BE49-F238E27FC236}">
                <a16:creationId xmlns:a16="http://schemas.microsoft.com/office/drawing/2014/main" id="{F216EF67-2742-4E3A-81AE-9DA7A0133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62915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FA"/>
          </a:solidFill>
          <a:ln xmlns:a="http://schemas.openxmlformats.org/drawingml/2006/main" w="0">
            <a:solidFill>
              <a:srgbClr val="F1ECF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6" name="competitiveness-result-text">
            <a:extLst xmlns:a="http://schemas.openxmlformats.org/drawingml/2006/main">
              <a:ext uri="{FF2B5EF4-FFF2-40B4-BE49-F238E27FC236}">
                <a16:creationId xmlns:a16="http://schemas.microsoft.com/office/drawing/2014/main" id="{5EF20348-951F-48D4-9F42-3FB89748A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4591050"/>
            <a:ext cx="123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15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STATE</a:t>
            </a:r>
          </a:p>
          <a:p xmlns:a="http://schemas.openxmlformats.org/drawingml/2006/main">
            <a:pPr algn="l">
              <a:buNone/>
              <a:defRPr sz="915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运行状态</a:t>
            </a:r>
          </a:p>
        </p:txBody>
      </p:sp>
      <p:pic>
        <p:nvPicPr>
          <p:cNvPr id="18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81503e0307428c"/>
          <a:stretch xmlns:a="http://schemas.openxmlformats.org/drawingml/2006/main"/>
        </p:blipFill>
        <p:spPr>
          <a:xfrm xmlns:a="http://schemas.openxmlformats.org/drawingml/2006/main">
            <a:off x="400050" y="257175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88" name="concept-header-rule">
            <a:extLst xmlns:a="http://schemas.openxmlformats.org/drawingml/2006/main">
              <a:ext uri="{FF2B5EF4-FFF2-40B4-BE49-F238E27FC236}">
                <a16:creationId xmlns:a16="http://schemas.microsoft.com/office/drawing/2014/main" id="{DD7C09CC-1556-4B60-A092-1B1E81490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0020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7D7"/>
          </a:solidFill>
          <a:ln xmlns:a="http://schemas.openxmlformats.org/drawingml/2006/main" w="0">
            <a:solidFill>
              <a:srgbClr val="D7D7D7"/>
            </a:solidFill>
            <a:prstDash val="solid"/>
          </a:ln>
        </p:spPr>
      </p:sp>
      <p:sp>
        <p:nvSpPr>
          <p:cNvPr id="89" name="concept-key-title">
            <a:extLst xmlns:a="http://schemas.openxmlformats.org/drawingml/2006/main">
              <a:ext uri="{FF2B5EF4-FFF2-40B4-BE49-F238E27FC236}">
                <a16:creationId xmlns:a16="http://schemas.microsoft.com/office/drawing/2014/main" id="{20763748-8857-41C1-A46C-B729125A1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098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>每轮只问三件事</a:t>
            </a:r>
          </a:p>
        </p:txBody>
      </p:sp>
      <p:sp>
        <p:nvSpPr>
          <p:cNvPr id="90" name="concept-key-body">
            <a:extLst xmlns:a="http://schemas.openxmlformats.org/drawingml/2006/main">
              <a:ext uri="{FF2B5EF4-FFF2-40B4-BE49-F238E27FC236}">
                <a16:creationId xmlns:a16="http://schemas.microsoft.com/office/drawing/2014/main" id="{25B41D1C-66AA-42FB-918D-58E2A779D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24150"/>
            <a:ext cx="2095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失败是否与目标行为同源？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05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修改是否保持最小边界？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05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最终系统事实是否可回读？</a:t>
            </a:r>
          </a:p>
        </p:txBody>
      </p:sp>
      <p:sp>
        <p:nvSpPr>
          <p:cNvPr id="91" name="concept-key-result">
            <a:extLst xmlns:a="http://schemas.openxmlformats.org/drawingml/2006/main">
              <a:ext uri="{FF2B5EF4-FFF2-40B4-BE49-F238E27FC236}">
                <a16:creationId xmlns:a16="http://schemas.microsoft.com/office/drawing/2014/main" id="{D555AA78-42B7-4C5C-9DFD-48DD14213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3390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63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>MCP 负责取证</a:t>
            </a:r>
          </a:p>
          <a:p xmlns:a="http://schemas.openxmlformats.org/drawingml/2006/main">
            <a:pPr algn="l">
              <a:buNone/>
              <a:defRPr sz="1163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>工程师负责判断</a:t>
            </a:r>
          </a:p>
        </p:txBody>
      </p:sp>
      <p:sp>
        <p:nvSpPr>
          <p:cNvPr id="92" name="ralph-core">
            <a:extLst xmlns:a="http://schemas.openxmlformats.org/drawingml/2006/main">
              <a:ext uri="{FF2B5EF4-FFF2-40B4-BE49-F238E27FC236}">
                <a16:creationId xmlns:a16="http://schemas.microsoft.com/office/drawing/2014/main" id="{E51B9C1A-5DA6-438E-9F5F-C111D86EB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628900"/>
            <a:ext cx="1676400" cy="1676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6D45C7"/>
            </a:solidFill>
            <a:prstDash val="solid"/>
          </a:ln>
        </p:spPr>
      </p:sp>
      <p:pic>
        <p:nvPicPr>
          <p:cNvPr id="19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66ddf8201f4c48"/>
          <a:stretch xmlns:a="http://schemas.openxmlformats.org/drawingml/2006/main"/>
        </p:blipFill>
        <p:spPr>
          <a:xfrm xmlns:a="http://schemas.openxmlformats.org/drawingml/2006/main">
            <a:off x="5924550" y="2914650"/>
            <a:ext cx="647700" cy="647700"/>
          </a:xfrm>
          <a:prstGeom xmlns:a="http://schemas.openxmlformats.org/drawingml/2006/main" prst="rect">
            <a:avLst/>
          </a:prstGeom>
        </p:spPr>
      </p:pic>
      <p:sp>
        <p:nvSpPr>
          <p:cNvPr id="94" name="ralph-core-title">
            <a:extLst xmlns:a="http://schemas.openxmlformats.org/drawingml/2006/main">
              <a:ext uri="{FF2B5EF4-FFF2-40B4-BE49-F238E27FC236}">
                <a16:creationId xmlns:a16="http://schemas.microsoft.com/office/drawing/2014/main" id="{F331D5CC-1CBB-42C1-A7D7-30ED70757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638550"/>
            <a:ext cx="1066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>RALPH</a:t>
            </a:r>
          </a:p>
        </p:txBody>
      </p:sp>
      <p:sp>
        <p:nvSpPr>
          <p:cNvPr id="95" name="ralph-core-sub">
            <a:extLst xmlns:a="http://schemas.openxmlformats.org/drawingml/2006/main">
              <a:ext uri="{FF2B5EF4-FFF2-40B4-BE49-F238E27FC236}">
                <a16:creationId xmlns:a16="http://schemas.microsoft.com/office/drawing/2014/main" id="{4BB17387-D193-4637-AA15-6D61F04C8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943350"/>
            <a:ext cx="1066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63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证据闭环</a:t>
            </a:r>
          </a:p>
        </p:txBody>
      </p:sp>
      <p:sp>
        <p:nvSpPr>
          <p:cNvPr id="96" name="loop-title-0">
            <a:extLst xmlns:a="http://schemas.openxmlformats.org/drawingml/2006/main">
              <a:ext uri="{FF2B5EF4-FFF2-40B4-BE49-F238E27FC236}">
                <a16:creationId xmlns:a16="http://schemas.microsoft.com/office/drawing/2014/main" id="{50F8C196-82D3-4733-A5E3-554229E7B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990725"/>
            <a:ext cx="1485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63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>TASK</a:t>
            </a:r>
          </a:p>
        </p:txBody>
      </p:sp>
      <p:sp>
        <p:nvSpPr>
          <p:cNvPr id="97" name="loop-body-0">
            <a:extLst xmlns:a="http://schemas.openxmlformats.org/drawingml/2006/main">
              <a:ext uri="{FF2B5EF4-FFF2-40B4-BE49-F238E27FC236}">
                <a16:creationId xmlns:a16="http://schemas.microsoft.com/office/drawing/2014/main" id="{58A4AA6E-C932-44C0-82B4-8405B70A4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257425"/>
            <a:ext cx="1485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23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23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冻结本轮唯一结果</a:t>
            </a:r>
          </a:p>
        </p:txBody>
      </p:sp>
      <p:pic>
        <p:nvPicPr>
          <p:cNvPr id="19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39b2fe5ed04075"/>
          <a:stretch xmlns:a="http://schemas.openxmlformats.org/drawingml/2006/main"/>
        </p:blipFill>
        <p:spPr>
          <a:xfrm xmlns:a="http://schemas.openxmlformats.org/drawingml/2006/main">
            <a:off x="4267200" y="2114550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99" name="loop-title-1">
            <a:extLst xmlns:a="http://schemas.openxmlformats.org/drawingml/2006/main">
              <a:ext uri="{FF2B5EF4-FFF2-40B4-BE49-F238E27FC236}">
                <a16:creationId xmlns:a16="http://schemas.microsoft.com/office/drawing/2014/main" id="{2CC6CAC9-7939-4337-96D7-CE7F99341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1990725"/>
            <a:ext cx="1485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63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RED</a:t>
            </a:r>
          </a:p>
        </p:txBody>
      </p:sp>
      <p:sp>
        <p:nvSpPr>
          <p:cNvPr id="100" name="loop-body-1">
            <a:extLst xmlns:a="http://schemas.openxmlformats.org/drawingml/2006/main">
              <a:ext uri="{FF2B5EF4-FFF2-40B4-BE49-F238E27FC236}">
                <a16:creationId xmlns:a16="http://schemas.microsoft.com/office/drawing/2014/main" id="{CC460966-AD76-4793-BEC3-32EE2582C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257425"/>
            <a:ext cx="1485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23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23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制造可解释失败</a:t>
            </a:r>
          </a:p>
        </p:txBody>
      </p:sp>
      <p:pic>
        <p:nvPicPr>
          <p:cNvPr id="19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47485ea2eb46a9"/>
          <a:stretch xmlns:a="http://schemas.openxmlformats.org/drawingml/2006/main"/>
        </p:blipFill>
        <p:spPr>
          <a:xfrm xmlns:a="http://schemas.openxmlformats.org/drawingml/2006/main">
            <a:off x="7277100" y="2114550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102" name="loop-title-2">
            <a:extLst xmlns:a="http://schemas.openxmlformats.org/drawingml/2006/main">
              <a:ext uri="{FF2B5EF4-FFF2-40B4-BE49-F238E27FC236}">
                <a16:creationId xmlns:a16="http://schemas.microsoft.com/office/drawing/2014/main" id="{45ADCC81-4724-489A-8095-A9A92A2EF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581525"/>
            <a:ext cx="1485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63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rPr>
              <a:t>VERIFY</a:t>
            </a:r>
          </a:p>
        </p:txBody>
      </p:sp>
      <p:sp>
        <p:nvSpPr>
          <p:cNvPr id="103" name="loop-body-2">
            <a:extLst xmlns:a="http://schemas.openxmlformats.org/drawingml/2006/main">
              <a:ext uri="{FF2B5EF4-FFF2-40B4-BE49-F238E27FC236}">
                <a16:creationId xmlns:a16="http://schemas.microsoft.com/office/drawing/2014/main" id="{8356D5D8-EE6E-4070-B635-7A07E2FFD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848225"/>
            <a:ext cx="1485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23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23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窄测、构建、设备回读</a:t>
            </a:r>
          </a:p>
        </p:txBody>
      </p:sp>
      <p:pic>
        <p:nvPicPr>
          <p:cNvPr id="20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796a0207c64d57"/>
          <a:stretch xmlns:a="http://schemas.openxmlformats.org/drawingml/2006/main"/>
        </p:blipFill>
        <p:spPr>
          <a:xfrm xmlns:a="http://schemas.openxmlformats.org/drawingml/2006/main">
            <a:off x="7277100" y="4705350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105" name="loop-title-3">
            <a:extLst xmlns:a="http://schemas.openxmlformats.org/drawingml/2006/main">
              <a:ext uri="{FF2B5EF4-FFF2-40B4-BE49-F238E27FC236}">
                <a16:creationId xmlns:a16="http://schemas.microsoft.com/office/drawing/2014/main" id="{763B993D-4843-41EB-A60C-5738C40ED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581525"/>
            <a:ext cx="1485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63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>LEARN</a:t>
            </a:r>
          </a:p>
        </p:txBody>
      </p:sp>
      <p:sp>
        <p:nvSpPr>
          <p:cNvPr id="106" name="loop-body-3">
            <a:extLst xmlns:a="http://schemas.openxmlformats.org/drawingml/2006/main">
              <a:ext uri="{FF2B5EF4-FFF2-40B4-BE49-F238E27FC236}">
                <a16:creationId xmlns:a16="http://schemas.microsoft.com/office/drawing/2014/main" id="{6F3CB7A9-8AC5-4218-83B8-C7F3172B4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848225"/>
            <a:ext cx="1485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23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23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修正假设与下一任务</a:t>
            </a:r>
          </a:p>
        </p:txBody>
      </p:sp>
      <p:pic>
        <p:nvPicPr>
          <p:cNvPr id="20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a84fdbf93c4499"/>
          <a:stretch xmlns:a="http://schemas.openxmlformats.org/drawingml/2006/main"/>
        </p:blipFill>
        <p:spPr>
          <a:xfrm xmlns:a="http://schemas.openxmlformats.org/drawingml/2006/main">
            <a:off x="4267200" y="4705350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108" name="arrow-1">
            <a:extLst xmlns:a="http://schemas.openxmlformats.org/drawingml/2006/main">
              <a:ext uri="{FF2B5EF4-FFF2-40B4-BE49-F238E27FC236}">
                <a16:creationId xmlns:a16="http://schemas.microsoft.com/office/drawing/2014/main" id="{B640B3E9-5C2F-4120-AD7D-54B827C0B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076450"/>
            <a:ext cx="895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09" name="arrow-2">
            <a:extLst xmlns:a="http://schemas.openxmlformats.org/drawingml/2006/main">
              <a:ext uri="{FF2B5EF4-FFF2-40B4-BE49-F238E27FC236}">
                <a16:creationId xmlns:a16="http://schemas.microsoft.com/office/drawing/2014/main" id="{0B873460-8CD4-4BF5-A2BD-4E05145E8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409950"/>
            <a:ext cx="3238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↓</a:t>
            </a:r>
          </a:p>
        </p:txBody>
      </p:sp>
      <p:sp>
        <p:nvSpPr>
          <p:cNvPr id="110" name="arrow-3">
            <a:extLst xmlns:a="http://schemas.openxmlformats.org/drawingml/2006/main">
              <a:ext uri="{FF2B5EF4-FFF2-40B4-BE49-F238E27FC236}">
                <a16:creationId xmlns:a16="http://schemas.microsoft.com/office/drawing/2014/main" id="{FB06EAB6-2154-4588-9371-D5B5BCA06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876800"/>
            <a:ext cx="895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←</a:t>
            </a:r>
          </a:p>
        </p:txBody>
      </p:sp>
      <p:sp>
        <p:nvSpPr>
          <p:cNvPr id="111" name="arrow-4">
            <a:extLst xmlns:a="http://schemas.openxmlformats.org/drawingml/2006/main">
              <a:ext uri="{FF2B5EF4-FFF2-40B4-BE49-F238E27FC236}">
                <a16:creationId xmlns:a16="http://schemas.microsoft.com/office/drawing/2014/main" id="{7B0704B7-ADBD-4E1B-8D46-791C6FD7A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409950"/>
            <a:ext cx="3238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↑</a:t>
            </a:r>
          </a:p>
        </p:txBody>
      </p:sp>
      <p:pic>
        <p:nvPicPr>
          <p:cNvPr id="20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a3e591330347e7"/>
          <a:stretch xmlns:a="http://schemas.openxmlformats.org/drawingml/2006/main"/>
        </p:blipFill>
        <p:spPr>
          <a:xfrm xmlns:a="http://schemas.openxmlformats.org/drawingml/2006/main">
            <a:off x="9505950" y="2343150"/>
            <a:ext cx="228600" cy="228600"/>
          </a:xfrm>
          <a:prstGeom xmlns:a="http://schemas.openxmlformats.org/drawingml/2006/main" prst="rect">
            <a:avLst/>
          </a:prstGeom>
        </p:spPr>
      </p:pic>
      <p:pic>
        <p:nvPicPr>
          <p:cNvPr id="2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ef796235094182"/>
          <a:stretch xmlns:a="http://schemas.openxmlformats.org/drawingml/2006/main"/>
        </p:blipFill>
        <p:spPr>
          <a:xfrm xmlns:a="http://schemas.openxmlformats.org/drawingml/2006/main">
            <a:off x="9505950" y="2933700"/>
            <a:ext cx="228600" cy="228600"/>
          </a:xfrm>
          <a:prstGeom xmlns:a="http://schemas.openxmlformats.org/drawingml/2006/main" prst="rect">
            <a:avLst/>
          </a:prstGeom>
        </p:spPr>
      </p:pic>
      <p:pic>
        <p:nvPicPr>
          <p:cNvPr id="2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486d118101489d"/>
          <a:stretch xmlns:a="http://schemas.openxmlformats.org/drawingml/2006/main"/>
        </p:blipFill>
        <p:spPr>
          <a:xfrm xmlns:a="http://schemas.openxmlformats.org/drawingml/2006/main">
            <a:off x="9505950" y="3524250"/>
            <a:ext cx="228600" cy="228600"/>
          </a:xfrm>
          <a:prstGeom xmlns:a="http://schemas.openxmlformats.org/drawingml/2006/main" prst="rect">
            <a:avLst/>
          </a:prstGeom>
        </p:spPr>
      </p:pic>
      <p:pic>
        <p:nvPicPr>
          <p:cNvPr id="2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402169af244439"/>
          <a:stretch xmlns:a="http://schemas.openxmlformats.org/drawingml/2006/main"/>
        </p:blipFill>
        <p:spPr>
          <a:xfrm xmlns:a="http://schemas.openxmlformats.org/drawingml/2006/main">
            <a:off x="9505950" y="4114800"/>
            <a:ext cx="228600" cy="228600"/>
          </a:xfrm>
          <a:prstGeom xmlns:a="http://schemas.openxmlformats.org/drawingml/2006/main" prst="rect">
            <a:avLst/>
          </a:prstGeom>
        </p:spPr>
      </p:pic>
      <p:pic>
        <p:nvPicPr>
          <p:cNvPr id="2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8a467748314007"/>
          <a:stretch xmlns:a="http://schemas.openxmlformats.org/drawingml/2006/main"/>
        </p:blipFill>
        <p:spPr>
          <a:xfrm xmlns:a="http://schemas.openxmlformats.org/drawingml/2006/main">
            <a:off x="9505950" y="47053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17" name="screen-bg">
            <a:extLst xmlns:a="http://schemas.openxmlformats.org/drawingml/2006/main">
              <a:ext uri="{FF2B5EF4-FFF2-40B4-BE49-F238E27FC236}">
                <a16:creationId xmlns:a16="http://schemas.microsoft.com/office/drawing/2014/main" id="{AC06BAEA-F0D0-4A97-BF98-6C48E3A96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21970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E"/>
          </a:solidFill>
          <a:ln xmlns:a="http://schemas.openxmlformats.org/drawingml/2006/main" w="0">
            <a:solidFill>
              <a:srgbClr val="EAF5EE"/>
            </a:solidFill>
            <a:prstDash val="solid"/>
          </a:ln>
        </p:spPr>
      </p:sp>
      <p:sp>
        <p:nvSpPr>
          <p:cNvPr id="118" name="screen-text">
            <a:extLst xmlns:a="http://schemas.openxmlformats.org/drawingml/2006/main">
              <a:ext uri="{FF2B5EF4-FFF2-40B4-BE49-F238E27FC236}">
                <a16:creationId xmlns:a16="http://schemas.microsoft.com/office/drawing/2014/main" id="{EC11C59F-9922-4EDC-AB7A-5DD6F0F46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5181600"/>
            <a:ext cx="123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15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SCREEN</a:t>
            </a:r>
          </a:p>
          <a:p xmlns:a="http://schemas.openxmlformats.org/drawingml/2006/main">
            <a:pPr algn="l">
              <a:buNone/>
              <a:defRPr sz="915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截图证据</a:t>
            </a:r>
          </a:p>
        </p:txBody>
      </p:sp>
      <p:pic>
        <p:nvPicPr>
          <p:cNvPr id="2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d899bf389041f6"/>
          <a:stretch xmlns:a="http://schemas.openxmlformats.org/drawingml/2006/main"/>
        </p:blipFill>
        <p:spPr>
          <a:xfrm xmlns:a="http://schemas.openxmlformats.org/drawingml/2006/main">
            <a:off x="9505950" y="529590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20" name="concept-bottom-rule">
            <a:extLst xmlns:a="http://schemas.openxmlformats.org/drawingml/2006/main">
              <a:ext uri="{FF2B5EF4-FFF2-40B4-BE49-F238E27FC236}">
                <a16:creationId xmlns:a16="http://schemas.microsoft.com/office/drawing/2014/main" id="{7069223A-AE63-41B9-A196-C4389F671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8170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7D7"/>
          </a:solidFill>
          <a:ln xmlns:a="http://schemas.openxmlformats.org/drawingml/2006/main" w="0">
            <a:solidFill>
              <a:srgbClr val="D7D7D7"/>
            </a:solidFill>
            <a:prstDash val="solid"/>
          </a:ln>
        </p:spPr>
      </p:sp>
      <p:sp>
        <p:nvSpPr>
          <p:cNvPr id="121" name="concept-pass">
            <a:extLst xmlns:a="http://schemas.openxmlformats.org/drawingml/2006/main">
              <a:ext uri="{FF2B5EF4-FFF2-40B4-BE49-F238E27FC236}">
                <a16:creationId xmlns:a16="http://schemas.microsoft.com/office/drawing/2014/main" id="{2E7B22D5-F78E-4B0D-87DC-6ACB11CD1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6115050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rPr>
              <a:t>PASS</a:t>
            </a:r>
          </a:p>
        </p:txBody>
      </p:sp>
      <p:sp>
        <p:nvSpPr>
          <p:cNvPr id="122" name="concept-fail">
            <a:extLst xmlns:a="http://schemas.openxmlformats.org/drawingml/2006/main">
              <a:ext uri="{FF2B5EF4-FFF2-40B4-BE49-F238E27FC236}">
                <a16:creationId xmlns:a16="http://schemas.microsoft.com/office/drawing/2014/main" id="{E6D3007E-BDF5-4D7F-8707-5E38FB04E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6115050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FAIL</a:t>
            </a:r>
          </a:p>
        </p:txBody>
      </p:sp>
      <p:sp>
        <p:nvSpPr>
          <p:cNvPr id="123" name="concept-unknown">
            <a:extLst xmlns:a="http://schemas.openxmlformats.org/drawingml/2006/main">
              <a:ext uri="{FF2B5EF4-FFF2-40B4-BE49-F238E27FC236}">
                <a16:creationId xmlns:a16="http://schemas.microsoft.com/office/drawing/2014/main" id="{1B11EEB4-67DD-4EF4-8C7D-946DD832B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6115050"/>
            <a:ext cx="123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>UNKNOWN</a:t>
            </a:r>
          </a:p>
        </p:txBody>
      </p:sp>
      <p:sp>
        <p:nvSpPr>
          <p:cNvPr id="124" name="concept-result">
            <a:extLst xmlns:a="http://schemas.openxmlformats.org/drawingml/2006/main">
              <a:ext uri="{FF2B5EF4-FFF2-40B4-BE49-F238E27FC236}">
                <a16:creationId xmlns:a16="http://schemas.microsoft.com/office/drawing/2014/main" id="{31A51CA8-3037-43BC-A1A5-C32A431E8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611505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不把“跑过一次”误判为“已经完成”</a:t>
            </a:r>
          </a:p>
        </p:txBody>
      </p:sp>
      <p:pic>
        <p:nvPicPr>
          <p:cNvPr id="2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1cbab634674ebd"/>
          <a:stretch xmlns:a="http://schemas.openxmlformats.org/drawingml/2006/main"/>
        </p:blipFill>
        <p:spPr>
          <a:xfrm xmlns:a="http://schemas.openxmlformats.org/drawingml/2006/main">
            <a:off x="10382250" y="268813"/>
            <a:ext cx="952500" cy="2148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980598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9937CBA2-7E4F-43F3-9EBA-CFD6BD1B5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38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>04 · 第一幕｜需求 → 可测试规格</a:t>
            </a:r>
          </a:p>
        </p:txBody>
      </p:sp>
      <p:sp>
        <p:nvSpPr>
          <p:cNvPr id="5" name="team-name">
            <a:extLst xmlns:a="http://schemas.openxmlformats.org/drawingml/2006/main">
              <a:ext uri="{FF2B5EF4-FFF2-40B4-BE49-F238E27FC236}">
                <a16:creationId xmlns:a16="http://schemas.microsoft.com/office/drawing/2014/main" id="{DF70FBB6-5F6E-4537-9090-0CBE67318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812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三个控制问题</a:t>
            </a:r>
          </a:p>
        </p:txBody>
      </p:sp>
      <p:sp>
        <p:nvSpPr>
          <p:cNvPr id="6" name="business-direction">
            <a:extLst xmlns:a="http://schemas.openxmlformats.org/drawingml/2006/main">
              <a:ext uri="{FF2B5EF4-FFF2-40B4-BE49-F238E27FC236}">
                <a16:creationId xmlns:a16="http://schemas.microsoft.com/office/drawing/2014/main" id="{264209F6-E82F-4B7F-97F5-9E0C8215D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" name="storyline-lead">
            <a:extLst xmlns:a="http://schemas.openxmlformats.org/drawingml/2006/main">
              <a:ext uri="{FF2B5EF4-FFF2-40B4-BE49-F238E27FC236}">
                <a16:creationId xmlns:a16="http://schemas.microsoft.com/office/drawing/2014/main" id="{513D4A51-8337-4FB4-B56E-8172C046E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5146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当前覆盖谁？</a:t>
            </a:r>
          </a:p>
        </p:txBody>
      </p:sp>
      <p:sp>
        <p:nvSpPr>
          <p:cNvPr id="8" name="storyline-outcome">
            <a:extLst xmlns:a="http://schemas.openxmlformats.org/drawingml/2006/main">
              <a:ext uri="{FF2B5EF4-FFF2-40B4-BE49-F238E27FC236}">
                <a16:creationId xmlns:a16="http://schemas.microsoft.com/office/drawing/2014/main" id="{BB1932BF-7915-4685-850E-EE30D779E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85750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4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4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Account Set 来自 OS account API</a:t>
            </a:r>
          </a:p>
        </p:txBody>
      </p:sp>
      <p:sp>
        <p:nvSpPr>
          <p:cNvPr id="9" name="origin-story">
            <a:extLst xmlns:a="http://schemas.openxmlformats.org/drawingml/2006/main">
              <a:ext uri="{FF2B5EF4-FFF2-40B4-BE49-F238E27FC236}">
                <a16:creationId xmlns:a16="http://schemas.microsoft.com/office/drawing/2014/main" id="{4F383126-75F9-4A95-9DFA-12133DB4A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1104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210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先认识五个对象，再谈“防火墙开关”</a:t>
            </a:r>
          </a:p>
        </p:txBody>
      </p:sp>
      <p:sp>
        <p:nvSpPr>
          <p:cNvPr id="10" name="capability-label">
            <a:extLst xmlns:a="http://schemas.openxmlformats.org/drawingml/2006/main">
              <a:ext uri="{FF2B5EF4-FFF2-40B4-BE49-F238E27FC236}">
                <a16:creationId xmlns:a16="http://schemas.microsoft.com/office/drawing/2014/main" id="{6618DDA6-5320-4544-A67A-4138E5DF0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92455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本页控制点</a:t>
            </a:r>
          </a:p>
        </p:txBody>
      </p:sp>
      <p:sp>
        <p:nvSpPr>
          <p:cNvPr id="12" name="capability-goal-text">
            <a:extLst xmlns:a="http://schemas.openxmlformats.org/drawingml/2006/main">
              <a:ext uri="{FF2B5EF4-FFF2-40B4-BE49-F238E27FC236}">
                <a16:creationId xmlns:a16="http://schemas.microsoft.com/office/drawing/2014/main" id="{A9BB6ADF-6F5A-486E-9828-9BB90056D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4" name="capability-tech-text">
            <a:extLst xmlns:a="http://schemas.openxmlformats.org/drawingml/2006/main">
              <a:ext uri="{FF2B5EF4-FFF2-40B4-BE49-F238E27FC236}">
                <a16:creationId xmlns:a16="http://schemas.microsoft.com/office/drawing/2014/main" id="{A789BA83-BEE2-4D60-80BC-6239BCAB3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6" name="capability-collaboration-text">
            <a:extLst xmlns:a="http://schemas.openxmlformats.org/drawingml/2006/main">
              <a:ext uri="{FF2B5EF4-FFF2-40B4-BE49-F238E27FC236}">
                <a16:creationId xmlns:a16="http://schemas.microsoft.com/office/drawing/2014/main" id="{D085A46E-BB95-4E44-A140-3211DC950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8" name="capability-cohesion-text">
            <a:extLst xmlns:a="http://schemas.openxmlformats.org/drawingml/2006/main">
              <a:ext uri="{FF2B5EF4-FFF2-40B4-BE49-F238E27FC236}">
                <a16:creationId xmlns:a16="http://schemas.microsoft.com/office/drawing/2014/main" id="{31E7FE61-7CF7-4BF1-B351-6E8BC2ABB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21" name="journey-top-rule">
            <a:extLst xmlns:a="http://schemas.openxmlformats.org/drawingml/2006/main">
              <a:ext uri="{FF2B5EF4-FFF2-40B4-BE49-F238E27FC236}">
                <a16:creationId xmlns:a16="http://schemas.microsoft.com/office/drawing/2014/main" id="{3F7D1C62-8DF5-4E48-9864-9C17DDEE1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2" name="journey-label">
            <a:extLst xmlns:a="http://schemas.openxmlformats.org/drawingml/2006/main">
              <a:ext uri="{FF2B5EF4-FFF2-40B4-BE49-F238E27FC236}">
                <a16:creationId xmlns:a16="http://schemas.microsoft.com/office/drawing/2014/main" id="{8E7E41EF-B0E6-4678-B07F-0EBF826CF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Account、Policy、Intent、Deployment、systemRuleId 的真相来源不同，不能混成一个状态。</a:t>
            </a:r>
          </a:p>
        </p:txBody>
      </p:sp>
      <p:sp>
        <p:nvSpPr>
          <p:cNvPr id="26" name="stage-01-number">
            <a:extLst xmlns:a="http://schemas.openxmlformats.org/drawingml/2006/main">
              <a:ext uri="{FF2B5EF4-FFF2-40B4-BE49-F238E27FC236}">
                <a16:creationId xmlns:a16="http://schemas.microsoft.com/office/drawing/2014/main" id="{4225D723-AF17-46CE-8F57-EF6385A30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27" name="stage-01-title">
            <a:extLst xmlns:a="http://schemas.openxmlformats.org/drawingml/2006/main">
              <a:ext uri="{FF2B5EF4-FFF2-40B4-BE49-F238E27FC236}">
                <a16:creationId xmlns:a16="http://schemas.microsoft.com/office/drawing/2014/main" id="{A080687F-349A-4D96-8B9B-B15D9284C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28" name="stage-01-body">
            <a:extLst xmlns:a="http://schemas.openxmlformats.org/drawingml/2006/main">
              <a:ext uri="{FF2B5EF4-FFF2-40B4-BE49-F238E27FC236}">
                <a16:creationId xmlns:a16="http://schemas.microsoft.com/office/drawing/2014/main" id="{35DB16DD-F51B-49F2-B81F-24E50A16B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36" name="stage-03-number">
            <a:extLst xmlns:a="http://schemas.openxmlformats.org/drawingml/2006/main">
              <a:ext uri="{FF2B5EF4-FFF2-40B4-BE49-F238E27FC236}">
                <a16:creationId xmlns:a16="http://schemas.microsoft.com/office/drawing/2014/main" id="{C0286EEE-76D7-4C3D-959B-C1A40C2DE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37" name="stage-03-title">
            <a:extLst xmlns:a="http://schemas.openxmlformats.org/drawingml/2006/main">
              <a:ext uri="{FF2B5EF4-FFF2-40B4-BE49-F238E27FC236}">
                <a16:creationId xmlns:a16="http://schemas.microsoft.com/office/drawing/2014/main" id="{B27EC97C-4E04-4513-B0CF-9ED410CD8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38" name="stage-03-body">
            <a:extLst xmlns:a="http://schemas.openxmlformats.org/drawingml/2006/main">
              <a:ext uri="{FF2B5EF4-FFF2-40B4-BE49-F238E27FC236}">
                <a16:creationId xmlns:a16="http://schemas.microsoft.com/office/drawing/2014/main" id="{9E912F49-5FAE-4B6A-9826-0EE1EFB7F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46" name="stage-05-number">
            <a:extLst xmlns:a="http://schemas.openxmlformats.org/drawingml/2006/main">
              <a:ext uri="{FF2B5EF4-FFF2-40B4-BE49-F238E27FC236}">
                <a16:creationId xmlns:a16="http://schemas.microsoft.com/office/drawing/2014/main" id="{AA36F8DB-73A8-47E8-A962-56FE8DE85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47" name="stage-05-title">
            <a:extLst xmlns:a="http://schemas.openxmlformats.org/drawingml/2006/main">
              <a:ext uri="{FF2B5EF4-FFF2-40B4-BE49-F238E27FC236}">
                <a16:creationId xmlns:a16="http://schemas.microsoft.com/office/drawing/2014/main" id="{E55E05DE-AFC6-4422-9A2F-AD9E27F89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48" name="stage-05-body">
            <a:extLst xmlns:a="http://schemas.openxmlformats.org/drawingml/2006/main">
              <a:ext uri="{FF2B5EF4-FFF2-40B4-BE49-F238E27FC236}">
                <a16:creationId xmlns:a16="http://schemas.microsoft.com/office/drawing/2014/main" id="{F938BB63-05FA-4699-B9B6-45CD5A0C9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0" name="rail-flow-label">
            <a:extLst xmlns:a="http://schemas.openxmlformats.org/drawingml/2006/main">
              <a:ext uri="{FF2B5EF4-FFF2-40B4-BE49-F238E27FC236}">
                <a16:creationId xmlns:a16="http://schemas.microsoft.com/office/drawing/2014/main" id="{FF5EAC43-B84B-4541-B2F4-61336FAA9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8585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858585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1" name="rail-flow-line">
            <a:extLst xmlns:a="http://schemas.openxmlformats.org/drawingml/2006/main">
              <a:ext uri="{FF2B5EF4-FFF2-40B4-BE49-F238E27FC236}">
                <a16:creationId xmlns:a16="http://schemas.microsoft.com/office/drawing/2014/main" id="{AF9A8871-2B22-4386-A390-72752FB38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3" name="rail-flow-idea-label">
            <a:extLst xmlns:a="http://schemas.openxmlformats.org/drawingml/2006/main">
              <a:ext uri="{FF2B5EF4-FFF2-40B4-BE49-F238E27FC236}">
                <a16:creationId xmlns:a16="http://schemas.microsoft.com/office/drawing/2014/main" id="{72E1E745-7177-4B95-A3C2-46F9EE067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6385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用户想要什么？</a:t>
            </a:r>
          </a:p>
        </p:txBody>
      </p:sp>
      <p:sp>
        <p:nvSpPr>
          <p:cNvPr id="55" name="rail-flow-attack-label">
            <a:extLst xmlns:a="http://schemas.openxmlformats.org/drawingml/2006/main">
              <a:ext uri="{FF2B5EF4-FFF2-40B4-BE49-F238E27FC236}">
                <a16:creationId xmlns:a16="http://schemas.microsoft.com/office/drawing/2014/main" id="{1CD5E551-A644-4209-8B85-C43D55DAD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7625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系统实际是什么？</a:t>
            </a:r>
          </a:p>
        </p:txBody>
      </p:sp>
      <p:sp>
        <p:nvSpPr>
          <p:cNvPr id="57" name="rail-flow-delivery-label">
            <a:extLst xmlns:a="http://schemas.openxmlformats.org/drawingml/2006/main">
              <a:ext uri="{FF2B5EF4-FFF2-40B4-BE49-F238E27FC236}">
                <a16:creationId xmlns:a16="http://schemas.microsoft.com/office/drawing/2014/main" id="{41242F25-AB1D-4FEC-AA44-0C6A2FA72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98145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4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Mode / Intent 来自业务输入</a:t>
            </a:r>
          </a:p>
        </p:txBody>
      </p:sp>
      <p:sp>
        <p:nvSpPr>
          <p:cNvPr id="58" name="rail-result-box">
            <a:extLst xmlns:a="http://schemas.openxmlformats.org/drawingml/2006/main">
              <a:ext uri="{FF2B5EF4-FFF2-40B4-BE49-F238E27FC236}">
                <a16:creationId xmlns:a16="http://schemas.microsoft.com/office/drawing/2014/main" id="{F7117D08-254C-4F26-B6DD-8B03EB047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19800"/>
            <a:ext cx="2781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solidFill>
              <a:srgbClr val="F6F6F6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0" name="rail-result-text">
            <a:extLst xmlns:a="http://schemas.openxmlformats.org/drawingml/2006/main">
              <a:ext uri="{FF2B5EF4-FFF2-40B4-BE49-F238E27FC236}">
                <a16:creationId xmlns:a16="http://schemas.microsoft.com/office/drawing/2014/main" id="{34A8EF6F-28E9-4F9F-8CFD-1BF6F2603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10540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4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Policy / Rules 来自 MDM getter</a:t>
            </a:r>
          </a:p>
        </p:txBody>
      </p:sp>
      <p:sp>
        <p:nvSpPr>
          <p:cNvPr id="61" name="grid-top-rule">
            <a:extLst xmlns:a="http://schemas.openxmlformats.org/drawingml/2006/main">
              <a:ext uri="{FF2B5EF4-FFF2-40B4-BE49-F238E27FC236}">
                <a16:creationId xmlns:a16="http://schemas.microsoft.com/office/drawing/2014/main" id="{0F39FBDF-9E3B-4D49-B005-6B5B93FED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2" name="grid-middle-rule">
            <a:extLst xmlns:a="http://schemas.openxmlformats.org/drawingml/2006/main">
              <a:ext uri="{FF2B5EF4-FFF2-40B4-BE49-F238E27FC236}">
                <a16:creationId xmlns:a16="http://schemas.microsoft.com/office/drawing/2014/main" id="{BBC7B45A-19EF-4696-97BA-CE5C123E4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3" name="grid-vertical-rule">
            <a:extLst xmlns:a="http://schemas.openxmlformats.org/drawingml/2006/main">
              <a:ext uri="{FF2B5EF4-FFF2-40B4-BE49-F238E27FC236}">
                <a16:creationId xmlns:a16="http://schemas.microsoft.com/office/drawing/2014/main" id="{9513784B-DF55-42B5-ACF2-4EF87CE54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4" name="capability-top-rule">
            <a:extLst xmlns:a="http://schemas.openxmlformats.org/drawingml/2006/main">
              <a:ext uri="{FF2B5EF4-FFF2-40B4-BE49-F238E27FC236}">
                <a16:creationId xmlns:a16="http://schemas.microsoft.com/office/drawing/2014/main" id="{9013330B-53F2-4C98-B459-B7BC45073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5" name="module-01-icon-background">
            <a:extLst xmlns:a="http://schemas.openxmlformats.org/drawingml/2006/main">
              <a:ext uri="{FF2B5EF4-FFF2-40B4-BE49-F238E27FC236}">
                <a16:creationId xmlns:a16="http://schemas.microsoft.com/office/drawing/2014/main" id="{6BB7565D-24EF-47D6-BBB0-E18B6DE76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33650"/>
            <a:ext cx="514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EC"/>
          </a:solidFill>
          <a:ln xmlns:a="http://schemas.openxmlformats.org/drawingml/2006/main" w="0">
            <a:solidFill>
              <a:srgbClr val="FBEAEC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7" name="module-02-icon-background">
            <a:extLst xmlns:a="http://schemas.openxmlformats.org/drawingml/2006/main">
              <a:ext uri="{FF2B5EF4-FFF2-40B4-BE49-F238E27FC236}">
                <a16:creationId xmlns:a16="http://schemas.microsoft.com/office/drawing/2014/main" id="{80C31D3C-F758-4BBC-A10E-E9C339D14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57600"/>
            <a:ext cx="514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FA"/>
          </a:solidFill>
          <a:ln xmlns:a="http://schemas.openxmlformats.org/drawingml/2006/main" w="0">
            <a:solidFill>
              <a:srgbClr val="F1ECF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9" name="module-03-icon-background">
            <a:extLst xmlns:a="http://schemas.openxmlformats.org/drawingml/2006/main">
              <a:ext uri="{FF2B5EF4-FFF2-40B4-BE49-F238E27FC236}">
                <a16:creationId xmlns:a16="http://schemas.microsoft.com/office/drawing/2014/main" id="{78E97F08-D68A-43EC-A2D0-7C3051E07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81550"/>
            <a:ext cx="514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E"/>
          </a:solidFill>
          <a:ln xmlns:a="http://schemas.openxmlformats.org/drawingml/2006/main" w="0">
            <a:solidFill>
              <a:srgbClr val="EAF5EE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1" name="module-04-icon-background">
            <a:extLst xmlns:a="http://schemas.openxmlformats.org/drawingml/2006/main">
              <a:ext uri="{FF2B5EF4-FFF2-40B4-BE49-F238E27FC236}">
                <a16:creationId xmlns:a16="http://schemas.microsoft.com/office/drawing/2014/main" id="{C303905D-0287-4B86-92D4-33F0EB3B9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924050"/>
            <a:ext cx="75247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EC"/>
          </a:solidFill>
          <a:ln xmlns:a="http://schemas.openxmlformats.org/drawingml/2006/main" w="0">
            <a:solidFill>
              <a:srgbClr val="FBEAEC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3" name="module-04-number">
            <a:extLst xmlns:a="http://schemas.openxmlformats.org/drawingml/2006/main">
              <a:ext uri="{FF2B5EF4-FFF2-40B4-BE49-F238E27FC236}">
                <a16:creationId xmlns:a16="http://schemas.microsoft.com/office/drawing/2014/main" id="{644EFF2E-DC9B-4D41-84F4-10582B446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4" name="module-04-title">
            <a:extLst xmlns:a="http://schemas.openxmlformats.org/drawingml/2006/main">
              <a:ext uri="{FF2B5EF4-FFF2-40B4-BE49-F238E27FC236}">
                <a16:creationId xmlns:a16="http://schemas.microsoft.com/office/drawing/2014/main" id="{9C3B8801-0886-4C35-A421-9571B2595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5" name="module-04-body">
            <a:extLst xmlns:a="http://schemas.openxmlformats.org/drawingml/2006/main">
              <a:ext uri="{FF2B5EF4-FFF2-40B4-BE49-F238E27FC236}">
                <a16:creationId xmlns:a16="http://schemas.microsoft.com/office/drawing/2014/main" id="{815AB31E-77DC-41EF-9FDD-2104B3529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6" name="capability-goal-icon-background">
            <a:extLst xmlns:a="http://schemas.openxmlformats.org/drawingml/2006/main">
              <a:ext uri="{FF2B5EF4-FFF2-40B4-BE49-F238E27FC236}">
                <a16:creationId xmlns:a16="http://schemas.microsoft.com/office/drawing/2014/main" id="{ACC8CF6A-83B8-4CA8-B500-7FCD1FE49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914650"/>
            <a:ext cx="75247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B"/>
          </a:solidFill>
          <a:ln xmlns:a="http://schemas.openxmlformats.org/drawingml/2006/main" w="0">
            <a:solidFill>
              <a:srgbClr val="EAF2FB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8" name="capability-tech-icon-background">
            <a:extLst xmlns:a="http://schemas.openxmlformats.org/drawingml/2006/main">
              <a:ext uri="{FF2B5EF4-FFF2-40B4-BE49-F238E27FC236}">
                <a16:creationId xmlns:a16="http://schemas.microsoft.com/office/drawing/2014/main" id="{1FBC427F-E57C-45DB-9CCE-FEBB0D899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905250"/>
            <a:ext cx="75247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FA"/>
          </a:solidFill>
          <a:ln xmlns:a="http://schemas.openxmlformats.org/drawingml/2006/main" w="0">
            <a:solidFill>
              <a:srgbClr val="F1ECF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0" name="capability-collaboration-icon-background">
            <a:extLst xmlns:a="http://schemas.openxmlformats.org/drawingml/2006/main">
              <a:ext uri="{FF2B5EF4-FFF2-40B4-BE49-F238E27FC236}">
                <a16:creationId xmlns:a16="http://schemas.microsoft.com/office/drawing/2014/main" id="{6E13DFB3-20F1-4890-9CA4-4556205A7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895850"/>
            <a:ext cx="75247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E"/>
          </a:solidFill>
          <a:ln xmlns:a="http://schemas.openxmlformats.org/drawingml/2006/main" w="0">
            <a:solidFill>
              <a:srgbClr val="EAF5EE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2" name="capability-cohesion-icon-background">
            <a:extLst xmlns:a="http://schemas.openxmlformats.org/drawingml/2006/main">
              <a:ext uri="{FF2B5EF4-FFF2-40B4-BE49-F238E27FC236}">
                <a16:creationId xmlns:a16="http://schemas.microsoft.com/office/drawing/2014/main" id="{6D6CB4E0-0BEB-4D63-8FF5-DCEBE4D95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4" name="competitiveness-result-box">
            <a:extLst xmlns:a="http://schemas.openxmlformats.org/drawingml/2006/main">
              <a:ext uri="{FF2B5EF4-FFF2-40B4-BE49-F238E27FC236}">
                <a16:creationId xmlns:a16="http://schemas.microsoft.com/office/drawing/2014/main" id="{F216EF67-2742-4E3A-81AE-9DA7A0133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6" name="competitiveness-result-text">
            <a:extLst xmlns:a="http://schemas.openxmlformats.org/drawingml/2006/main">
              <a:ext uri="{FF2B5EF4-FFF2-40B4-BE49-F238E27FC236}">
                <a16:creationId xmlns:a16="http://schemas.microsoft.com/office/drawing/2014/main" id="{5EF20348-951F-48D4-9F42-3FB89748A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657350"/>
            <a:ext cx="5029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38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可控边界  →  可持续推进  →  可信结论</a:t>
            </a:r>
          </a:p>
        </p:txBody>
      </p:sp>
      <p:pic>
        <p:nvPicPr>
          <p:cNvPr id="17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0212ec721a42f6"/>
          <a:stretch xmlns:a="http://schemas.openxmlformats.org/drawingml/2006/main"/>
        </p:blipFill>
        <p:spPr>
          <a:xfrm xmlns:a="http://schemas.openxmlformats.org/drawingml/2006/main">
            <a:off x="400050" y="257175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88" name="architecture-header-rule">
            <a:extLst xmlns:a="http://schemas.openxmlformats.org/drawingml/2006/main">
              <a:ext uri="{FF2B5EF4-FFF2-40B4-BE49-F238E27FC236}">
                <a16:creationId xmlns:a16="http://schemas.microsoft.com/office/drawing/2014/main" id="{8C8E1332-DB97-4F95-88E9-7ACDBC606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0020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7D7"/>
          </a:solidFill>
          <a:ln xmlns:a="http://schemas.openxmlformats.org/drawingml/2006/main" w="0">
            <a:solidFill>
              <a:srgbClr val="D7D7D7"/>
            </a:solidFill>
            <a:prstDash val="solid"/>
          </a:ln>
        </p:spPr>
      </p:sp>
      <p:sp>
        <p:nvSpPr>
          <p:cNvPr id="89" name="q-num-0">
            <a:extLst xmlns:a="http://schemas.openxmlformats.org/drawingml/2006/main">
              <a:ext uri="{FF2B5EF4-FFF2-40B4-BE49-F238E27FC236}">
                <a16:creationId xmlns:a16="http://schemas.microsoft.com/office/drawing/2014/main" id="{95D3E07F-72EE-48E8-BBF5-4D9CD972A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0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90" name="q-num-1">
            <a:extLst xmlns:a="http://schemas.openxmlformats.org/drawingml/2006/main">
              <a:ext uri="{FF2B5EF4-FFF2-40B4-BE49-F238E27FC236}">
                <a16:creationId xmlns:a16="http://schemas.microsoft.com/office/drawing/2014/main" id="{C2EA1DC9-97B5-42F2-B7FB-2EBB9D9D4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90950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91" name="q-num-2">
            <a:extLst xmlns:a="http://schemas.openxmlformats.org/drawingml/2006/main">
              <a:ext uri="{FF2B5EF4-FFF2-40B4-BE49-F238E27FC236}">
                <a16:creationId xmlns:a16="http://schemas.microsoft.com/office/drawing/2014/main" id="{321C382E-32FD-40D8-91EF-ACD6CD4CB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14900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92" name="architecture-target">
            <a:extLst xmlns:a="http://schemas.openxmlformats.org/drawingml/2006/main">
              <a:ext uri="{FF2B5EF4-FFF2-40B4-BE49-F238E27FC236}">
                <a16:creationId xmlns:a16="http://schemas.microsoft.com/office/drawing/2014/main" id="{12241DB1-113D-4F60-AE02-2E037D9D5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15050"/>
            <a:ext cx="2457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8717"/>
          </a:bodyPr>
          <a:lstStyle xmlns:a="http://schemas.openxmlformats.org/drawingml/2006/main"/>
          <a:p xmlns:a="http://schemas.openxmlformats.org/drawingml/2006/main">
            <a:pPr algn="l">
              <a:buNone/>
              <a:defRPr sz="1013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目标：先分清对象与真相源，再定义“已应用”</a:t>
            </a:r>
          </a:p>
        </p:txBody>
      </p:sp>
      <p:sp>
        <p:nvSpPr>
          <p:cNvPr id="93" name="layer-accent-0">
            <a:extLst xmlns:a="http://schemas.openxmlformats.org/drawingml/2006/main">
              <a:ext uri="{FF2B5EF4-FFF2-40B4-BE49-F238E27FC236}">
                <a16:creationId xmlns:a16="http://schemas.microsoft.com/office/drawing/2014/main" id="{C4D02609-394E-4CD4-B67E-CEDC234B4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924050"/>
            <a:ext cx="666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pic>
        <p:nvPicPr>
          <p:cNvPr id="18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482f8542334921"/>
          <a:stretch xmlns:a="http://schemas.openxmlformats.org/drawingml/2006/main"/>
        </p:blipFill>
        <p:spPr>
          <a:xfrm xmlns:a="http://schemas.openxmlformats.org/drawingml/2006/main">
            <a:off x="4114800" y="216217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95" name="layer-title-0">
            <a:extLst xmlns:a="http://schemas.openxmlformats.org/drawingml/2006/main">
              <a:ext uri="{FF2B5EF4-FFF2-40B4-BE49-F238E27FC236}">
                <a16:creationId xmlns:a16="http://schemas.microsoft.com/office/drawing/2014/main" id="{73692C3D-C3CC-44D2-8B66-24EA0321E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0574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13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L1 Account Set</a:t>
            </a:r>
          </a:p>
        </p:txBody>
      </p:sp>
      <p:sp>
        <p:nvSpPr>
          <p:cNvPr id="96" name="layer-body-0">
            <a:extLst xmlns:a="http://schemas.openxmlformats.org/drawingml/2006/main">
              <a:ext uri="{FF2B5EF4-FFF2-40B4-BE49-F238E27FC236}">
                <a16:creationId xmlns:a16="http://schemas.microsoft.com/office/drawing/2014/main" id="{6270DFAF-8692-4203-B7DA-F946DA138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371725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6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账号快照与 signature</a:t>
            </a:r>
          </a:p>
        </p:txBody>
      </p:sp>
      <p:sp>
        <p:nvSpPr>
          <p:cNvPr id="97" name="layer-accent-1">
            <a:extLst xmlns:a="http://schemas.openxmlformats.org/drawingml/2006/main">
              <a:ext uri="{FF2B5EF4-FFF2-40B4-BE49-F238E27FC236}">
                <a16:creationId xmlns:a16="http://schemas.microsoft.com/office/drawing/2014/main" id="{38476F31-F954-4946-9E80-79FC850AF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914650"/>
            <a:ext cx="666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AB"/>
          </a:solidFill>
          <a:ln xmlns:a="http://schemas.openxmlformats.org/drawingml/2006/main" w="0">
            <a:solidFill>
              <a:srgbClr val="2F6FAB"/>
            </a:solidFill>
            <a:prstDash val="solid"/>
          </a:ln>
        </p:spPr>
      </p:sp>
      <p:pic>
        <p:nvPicPr>
          <p:cNvPr id="18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760eb063714082"/>
          <a:stretch xmlns:a="http://schemas.openxmlformats.org/drawingml/2006/main"/>
        </p:blipFill>
        <p:spPr>
          <a:xfrm xmlns:a="http://schemas.openxmlformats.org/drawingml/2006/main">
            <a:off x="4114800" y="315277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99" name="layer-title-1">
            <a:extLst xmlns:a="http://schemas.openxmlformats.org/drawingml/2006/main">
              <a:ext uri="{FF2B5EF4-FFF2-40B4-BE49-F238E27FC236}">
                <a16:creationId xmlns:a16="http://schemas.microsoft.com/office/drawing/2014/main" id="{0758B4E0-34DD-4B59-B36F-42AE8019E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0480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13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L2 Policy</a:t>
            </a:r>
          </a:p>
        </p:txBody>
      </p:sp>
      <p:sp>
        <p:nvSpPr>
          <p:cNvPr id="100" name="layer-body-1">
            <a:extLst xmlns:a="http://schemas.openxmlformats.org/drawingml/2006/main">
              <a:ext uri="{FF2B5EF4-FFF2-40B4-BE49-F238E27FC236}">
                <a16:creationId xmlns:a16="http://schemas.microsoft.com/office/drawing/2014/main" id="{F16FC356-915C-4ACE-B046-75DBA07A5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362325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6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isOpen 与默认动作</a:t>
            </a:r>
          </a:p>
        </p:txBody>
      </p:sp>
      <p:sp>
        <p:nvSpPr>
          <p:cNvPr id="101" name="layer-accent-2">
            <a:extLst xmlns:a="http://schemas.openxmlformats.org/drawingml/2006/main">
              <a:ext uri="{FF2B5EF4-FFF2-40B4-BE49-F238E27FC236}">
                <a16:creationId xmlns:a16="http://schemas.microsoft.com/office/drawing/2014/main" id="{2A7A9663-4C9B-419A-9A7A-30A2B696B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905250"/>
            <a:ext cx="666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45C7"/>
          </a:solidFill>
          <a:ln xmlns:a="http://schemas.openxmlformats.org/drawingml/2006/main" w="0">
            <a:solidFill>
              <a:srgbClr val="6D45C7"/>
            </a:solidFill>
            <a:prstDash val="solid"/>
          </a:ln>
        </p:spPr>
      </p:sp>
      <p:pic>
        <p:nvPicPr>
          <p:cNvPr id="18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d3fc755c874588"/>
          <a:stretch xmlns:a="http://schemas.openxmlformats.org/drawingml/2006/main"/>
        </p:blipFill>
        <p:spPr>
          <a:xfrm xmlns:a="http://schemas.openxmlformats.org/drawingml/2006/main">
            <a:off x="4114800" y="414337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103" name="layer-title-2">
            <a:extLst xmlns:a="http://schemas.openxmlformats.org/drawingml/2006/main">
              <a:ext uri="{FF2B5EF4-FFF2-40B4-BE49-F238E27FC236}">
                <a16:creationId xmlns:a16="http://schemas.microsoft.com/office/drawing/2014/main" id="{1C142090-7102-4B20-A7AD-E8F3342F1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0386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13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L3 Intent / Deployment</a:t>
            </a:r>
          </a:p>
        </p:txBody>
      </p:sp>
      <p:sp>
        <p:nvSpPr>
          <p:cNvPr id="104" name="layer-body-2">
            <a:extLst xmlns:a="http://schemas.openxmlformats.org/drawingml/2006/main">
              <a:ext uri="{FF2B5EF4-FFF2-40B4-BE49-F238E27FC236}">
                <a16:creationId xmlns:a16="http://schemas.microsoft.com/office/drawing/2014/main" id="{9AB0736D-B741-4F78-9B35-544802619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352925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6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业务规则与每用户落点</a:t>
            </a:r>
          </a:p>
        </p:txBody>
      </p:sp>
      <p:sp>
        <p:nvSpPr>
          <p:cNvPr id="105" name="layer-accent-3">
            <a:extLst xmlns:a="http://schemas.openxmlformats.org/drawingml/2006/main">
              <a:ext uri="{FF2B5EF4-FFF2-40B4-BE49-F238E27FC236}">
                <a16:creationId xmlns:a16="http://schemas.microsoft.com/office/drawing/2014/main" id="{7B9EE8B6-61C7-4632-96AD-9023E988A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895850"/>
            <a:ext cx="666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F5B"/>
          </a:solidFill>
          <a:ln xmlns:a="http://schemas.openxmlformats.org/drawingml/2006/main" w="0">
            <a:solidFill>
              <a:srgbClr val="2F8F5B"/>
            </a:solidFill>
            <a:prstDash val="solid"/>
          </a:ln>
        </p:spPr>
      </p:sp>
      <p:pic>
        <p:nvPicPr>
          <p:cNvPr id="19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11df5213994683"/>
          <a:stretch xmlns:a="http://schemas.openxmlformats.org/drawingml/2006/main"/>
        </p:blipFill>
        <p:spPr>
          <a:xfrm xmlns:a="http://schemas.openxmlformats.org/drawingml/2006/main">
            <a:off x="4114800" y="513397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107" name="layer-title-3">
            <a:extLst xmlns:a="http://schemas.openxmlformats.org/drawingml/2006/main">
              <a:ext uri="{FF2B5EF4-FFF2-40B4-BE49-F238E27FC236}">
                <a16:creationId xmlns:a16="http://schemas.microsoft.com/office/drawing/2014/main" id="{88A99DE1-E22D-4207-AACB-C8BC242AE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50292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13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L4 systemRuleId</a:t>
            </a:r>
          </a:p>
        </p:txBody>
      </p:sp>
      <p:sp>
        <p:nvSpPr>
          <p:cNvPr id="108" name="layer-body-3">
            <a:extLst xmlns:a="http://schemas.openxmlformats.org/drawingml/2006/main">
              <a:ext uri="{FF2B5EF4-FFF2-40B4-BE49-F238E27FC236}">
                <a16:creationId xmlns:a16="http://schemas.microsoft.com/office/drawing/2014/main" id="{BA330E66-C90C-4840-B93B-A552E2455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5343525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6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系统资源身份与回滚重映射</a:t>
            </a:r>
          </a:p>
        </p:txBody>
      </p:sp>
      <p:sp>
        <p:nvSpPr>
          <p:cNvPr id="109" name="chip-bg-0">
            <a:extLst xmlns:a="http://schemas.openxmlformats.org/drawingml/2006/main">
              <a:ext uri="{FF2B5EF4-FFF2-40B4-BE49-F238E27FC236}">
                <a16:creationId xmlns:a16="http://schemas.microsoft.com/office/drawing/2014/main" id="{71D48416-ED97-466F-982F-A938B7CCD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6172200"/>
            <a:ext cx="1104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EC"/>
          </a:solidFill>
          <a:ln xmlns:a="http://schemas.openxmlformats.org/drawingml/2006/main" w="0">
            <a:solidFill>
              <a:srgbClr val="FBEAEC"/>
            </a:solidFill>
            <a:prstDash val="solid"/>
          </a:ln>
        </p:spPr>
      </p:sp>
      <p:sp>
        <p:nvSpPr>
          <p:cNvPr id="110" name="chip-text-0">
            <a:extLst xmlns:a="http://schemas.openxmlformats.org/drawingml/2006/main">
              <a:ext uri="{FF2B5EF4-FFF2-40B4-BE49-F238E27FC236}">
                <a16:creationId xmlns:a16="http://schemas.microsoft.com/office/drawing/2014/main" id="{82123FD4-7C58-402C-AF80-432A473B2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191250"/>
            <a:ext cx="990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1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账号事实</a:t>
            </a:r>
          </a:p>
        </p:txBody>
      </p:sp>
      <p:sp>
        <p:nvSpPr>
          <p:cNvPr id="111" name="chip-bg-1">
            <a:extLst xmlns:a="http://schemas.openxmlformats.org/drawingml/2006/main">
              <a:ext uri="{FF2B5EF4-FFF2-40B4-BE49-F238E27FC236}">
                <a16:creationId xmlns:a16="http://schemas.microsoft.com/office/drawing/2014/main" id="{E0EB52C1-7F9C-4EE5-9820-1E0467F6C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6172200"/>
            <a:ext cx="1104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B"/>
          </a:solidFill>
          <a:ln xmlns:a="http://schemas.openxmlformats.org/drawingml/2006/main" w="0">
            <a:solidFill>
              <a:srgbClr val="EAF2FB"/>
            </a:solidFill>
            <a:prstDash val="solid"/>
          </a:ln>
        </p:spPr>
      </p:sp>
      <p:sp>
        <p:nvSpPr>
          <p:cNvPr id="112" name="chip-text-1">
            <a:extLst xmlns:a="http://schemas.openxmlformats.org/drawingml/2006/main">
              <a:ext uri="{FF2B5EF4-FFF2-40B4-BE49-F238E27FC236}">
                <a16:creationId xmlns:a16="http://schemas.microsoft.com/office/drawing/2014/main" id="{59CCB1FF-670F-4D97-8118-28C74FF03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6191250"/>
            <a:ext cx="990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1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rPr>
              <a:t>用户意图</a:t>
            </a:r>
          </a:p>
        </p:txBody>
      </p:sp>
      <p:sp>
        <p:nvSpPr>
          <p:cNvPr id="113" name="chip-bg-2">
            <a:extLst xmlns:a="http://schemas.openxmlformats.org/drawingml/2006/main">
              <a:ext uri="{FF2B5EF4-FFF2-40B4-BE49-F238E27FC236}">
                <a16:creationId xmlns:a16="http://schemas.microsoft.com/office/drawing/2014/main" id="{A060C2F7-7655-4EAB-891A-4CEF2DE5E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6172200"/>
            <a:ext cx="1104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FA"/>
          </a:solidFill>
          <a:ln xmlns:a="http://schemas.openxmlformats.org/drawingml/2006/main" w="0">
            <a:solidFill>
              <a:srgbClr val="F1ECFA"/>
            </a:solidFill>
            <a:prstDash val="solid"/>
          </a:ln>
        </p:spPr>
      </p:sp>
      <p:sp>
        <p:nvSpPr>
          <p:cNvPr id="114" name="chip-text-2">
            <a:extLst xmlns:a="http://schemas.openxmlformats.org/drawingml/2006/main">
              <a:ext uri="{FF2B5EF4-FFF2-40B4-BE49-F238E27FC236}">
                <a16:creationId xmlns:a16="http://schemas.microsoft.com/office/drawing/2014/main" id="{5961A5BA-B64A-460E-86DF-8B93DD2D6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6191250"/>
            <a:ext cx="990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1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>本地映射</a:t>
            </a:r>
          </a:p>
        </p:txBody>
      </p:sp>
      <p:sp>
        <p:nvSpPr>
          <p:cNvPr id="115" name="chip-bg-3">
            <a:extLst xmlns:a="http://schemas.openxmlformats.org/drawingml/2006/main">
              <a:ext uri="{FF2B5EF4-FFF2-40B4-BE49-F238E27FC236}">
                <a16:creationId xmlns:a16="http://schemas.microsoft.com/office/drawing/2014/main" id="{48CD9102-C72A-4AE6-A58C-D40684E4D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6172200"/>
            <a:ext cx="1104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EC"/>
          </a:solidFill>
          <a:ln xmlns:a="http://schemas.openxmlformats.org/drawingml/2006/main" w="0">
            <a:solidFill>
              <a:srgbClr val="FBEAEC"/>
            </a:solidFill>
            <a:prstDash val="solid"/>
          </a:ln>
        </p:spPr>
      </p:sp>
      <p:sp>
        <p:nvSpPr>
          <p:cNvPr id="116" name="chip-text-3">
            <a:extLst xmlns:a="http://schemas.openxmlformats.org/drawingml/2006/main">
              <a:ext uri="{FF2B5EF4-FFF2-40B4-BE49-F238E27FC236}">
                <a16:creationId xmlns:a16="http://schemas.microsoft.com/office/drawing/2014/main" id="{57E1BF08-1076-41DF-BD9B-B932FDFC1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6191250"/>
            <a:ext cx="990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1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系统策略</a:t>
            </a:r>
          </a:p>
        </p:txBody>
      </p:sp>
      <p:sp>
        <p:nvSpPr>
          <p:cNvPr id="117" name="chip-bg-4">
            <a:extLst xmlns:a="http://schemas.openxmlformats.org/drawingml/2006/main">
              <a:ext uri="{FF2B5EF4-FFF2-40B4-BE49-F238E27FC236}">
                <a16:creationId xmlns:a16="http://schemas.microsoft.com/office/drawing/2014/main" id="{BF04FEDE-110C-425C-9C36-536012F08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6172200"/>
            <a:ext cx="1104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E"/>
          </a:solidFill>
          <a:ln xmlns:a="http://schemas.openxmlformats.org/drawingml/2006/main" w="0">
            <a:solidFill>
              <a:srgbClr val="EAF5EE"/>
            </a:solidFill>
            <a:prstDash val="solid"/>
          </a:ln>
        </p:spPr>
      </p:sp>
      <p:sp>
        <p:nvSpPr>
          <p:cNvPr id="118" name="chip-text-4">
            <a:extLst xmlns:a="http://schemas.openxmlformats.org/drawingml/2006/main">
              <a:ext uri="{FF2B5EF4-FFF2-40B4-BE49-F238E27FC236}">
                <a16:creationId xmlns:a16="http://schemas.microsoft.com/office/drawing/2014/main" id="{5A5ADC84-38AC-4FBC-95CC-E2E737B1B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6191250"/>
            <a:ext cx="990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10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rPr>
              <a:t>系统规则</a:t>
            </a:r>
          </a:p>
        </p:txBody>
      </p:sp>
      <p:sp>
        <p:nvSpPr>
          <p:cNvPr id="119" name="chip-bg-5">
            <a:extLst xmlns:a="http://schemas.openxmlformats.org/drawingml/2006/main">
              <a:ext uri="{FF2B5EF4-FFF2-40B4-BE49-F238E27FC236}">
                <a16:creationId xmlns:a16="http://schemas.microsoft.com/office/drawing/2014/main" id="{731D3DC7-788F-4FCD-87FB-859D9D9F2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6172200"/>
            <a:ext cx="1104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FA"/>
          </a:solidFill>
          <a:ln xmlns:a="http://schemas.openxmlformats.org/drawingml/2006/main" w="0">
            <a:solidFill>
              <a:srgbClr val="F1ECFA"/>
            </a:solidFill>
            <a:prstDash val="solid"/>
          </a:ln>
        </p:spPr>
      </p:sp>
      <p:sp>
        <p:nvSpPr>
          <p:cNvPr id="120" name="chip-text-5">
            <a:extLst xmlns:a="http://schemas.openxmlformats.org/drawingml/2006/main">
              <a:ext uri="{FF2B5EF4-FFF2-40B4-BE49-F238E27FC236}">
                <a16:creationId xmlns:a16="http://schemas.microsoft.com/office/drawing/2014/main" id="{08648007-8237-4261-9844-2F0380139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191250"/>
            <a:ext cx="990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1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>资源身份</a:t>
            </a:r>
          </a:p>
        </p:txBody>
      </p:sp>
      <p:pic>
        <p:nvPicPr>
          <p:cNvPr id="20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933cbd1954499a"/>
          <a:stretch xmlns:a="http://schemas.openxmlformats.org/drawingml/2006/main"/>
        </p:blipFill>
        <p:spPr>
          <a:xfrm xmlns:a="http://schemas.openxmlformats.org/drawingml/2006/main">
            <a:off x="10382250" y="268813"/>
            <a:ext cx="952500" cy="2148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980598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9937CBA2-7E4F-43F3-9EBA-CFD6BD1B5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38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rPr>
              <a:t>05 · 第一幕｜需求 → 可测试规格</a:t>
            </a:r>
          </a:p>
        </p:txBody>
      </p:sp>
      <p:sp>
        <p:nvSpPr>
          <p:cNvPr id="5" name="team-name">
            <a:extLst xmlns:a="http://schemas.openxmlformats.org/drawingml/2006/main">
              <a:ext uri="{FF2B5EF4-FFF2-40B4-BE49-F238E27FC236}">
                <a16:creationId xmlns:a16="http://schemas.microsoft.com/office/drawing/2014/main" id="{DF70FBB6-5F6E-4537-9090-0CBE67318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6" name="business-direction">
            <a:extLst xmlns:a="http://schemas.openxmlformats.org/drawingml/2006/main">
              <a:ext uri="{FF2B5EF4-FFF2-40B4-BE49-F238E27FC236}">
                <a16:creationId xmlns:a16="http://schemas.microsoft.com/office/drawing/2014/main" id="{264209F6-E82F-4B7F-97F5-9E0C8215D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" name="storyline-lead">
            <a:extLst xmlns:a="http://schemas.openxmlformats.org/drawingml/2006/main">
              <a:ext uri="{FF2B5EF4-FFF2-40B4-BE49-F238E27FC236}">
                <a16:creationId xmlns:a16="http://schemas.microsoft.com/office/drawing/2014/main" id="{513D4A51-8337-4FB4-B56E-8172C046E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8" name="storyline-outcome">
            <a:extLst xmlns:a="http://schemas.openxmlformats.org/drawingml/2006/main">
              <a:ext uri="{FF2B5EF4-FFF2-40B4-BE49-F238E27FC236}">
                <a16:creationId xmlns:a16="http://schemas.microsoft.com/office/drawing/2014/main" id="{BB1932BF-7915-4685-850E-EE30D779E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9" name="origin-story">
            <a:extLst xmlns:a="http://schemas.openxmlformats.org/drawingml/2006/main">
              <a:ext uri="{FF2B5EF4-FFF2-40B4-BE49-F238E27FC236}">
                <a16:creationId xmlns:a16="http://schemas.microsoft.com/office/drawing/2014/main" id="{4F383126-75F9-4A95-9DFA-12133DB4A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1104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210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原始需求的问题不是长，而是决定被藏起来了</a:t>
            </a:r>
          </a:p>
        </p:txBody>
      </p:sp>
      <p:sp>
        <p:nvSpPr>
          <p:cNvPr id="10" name="capability-label">
            <a:extLst xmlns:a="http://schemas.openxmlformats.org/drawingml/2006/main">
              <a:ext uri="{FF2B5EF4-FFF2-40B4-BE49-F238E27FC236}">
                <a16:creationId xmlns:a16="http://schemas.microsoft.com/office/drawing/2014/main" id="{6618DDA6-5320-4544-A67A-4138E5DF0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9115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SLIDE 05 · WORKSHOP</a:t>
            </a:r>
          </a:p>
        </p:txBody>
      </p:sp>
      <p:sp>
        <p:nvSpPr>
          <p:cNvPr id="12" name="capability-goal-text">
            <a:extLst xmlns:a="http://schemas.openxmlformats.org/drawingml/2006/main">
              <a:ext uri="{FF2B5EF4-FFF2-40B4-BE49-F238E27FC236}">
                <a16:creationId xmlns:a16="http://schemas.microsoft.com/office/drawing/2014/main" id="{A9BB6ADF-6F5A-486E-9828-9BB90056D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4" name="capability-tech-text">
            <a:extLst xmlns:a="http://schemas.openxmlformats.org/drawingml/2006/main">
              <a:ext uri="{FF2B5EF4-FFF2-40B4-BE49-F238E27FC236}">
                <a16:creationId xmlns:a16="http://schemas.microsoft.com/office/drawing/2014/main" id="{A789BA83-BEE2-4D60-80BC-6239BCAB3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6" name="capability-collaboration-text">
            <a:extLst xmlns:a="http://schemas.openxmlformats.org/drawingml/2006/main">
              <a:ext uri="{FF2B5EF4-FFF2-40B4-BE49-F238E27FC236}">
                <a16:creationId xmlns:a16="http://schemas.microsoft.com/office/drawing/2014/main" id="{D085A46E-BB95-4E44-A140-3211DC950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8" name="capability-cohesion-text">
            <a:extLst xmlns:a="http://schemas.openxmlformats.org/drawingml/2006/main">
              <a:ext uri="{FF2B5EF4-FFF2-40B4-BE49-F238E27FC236}">
                <a16:creationId xmlns:a16="http://schemas.microsoft.com/office/drawing/2014/main" id="{31E7FE61-7CF7-4BF1-B351-6E8BC2ABB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21" name="journey-top-rule">
            <a:extLst xmlns:a="http://schemas.openxmlformats.org/drawingml/2006/main">
              <a:ext uri="{FF2B5EF4-FFF2-40B4-BE49-F238E27FC236}">
                <a16:creationId xmlns:a16="http://schemas.microsoft.com/office/drawing/2014/main" id="{3F7D1C62-8DF5-4E48-9864-9C17DDEE1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2" name="journey-label">
            <a:extLst xmlns:a="http://schemas.openxmlformats.org/drawingml/2006/main">
              <a:ext uri="{FF2B5EF4-FFF2-40B4-BE49-F238E27FC236}">
                <a16:creationId xmlns:a16="http://schemas.microsoft.com/office/drawing/2014/main" id="{8E7E41EF-B0E6-4678-B07F-0EBF826CF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“先不要改”不是拖延，而是在实现前冻结事实源、失败语义和验收口径。</a:t>
            </a:r>
          </a:p>
        </p:txBody>
      </p:sp>
      <p:sp>
        <p:nvSpPr>
          <p:cNvPr id="26" name="stage-01-number">
            <a:extLst xmlns:a="http://schemas.openxmlformats.org/drawingml/2006/main">
              <a:ext uri="{FF2B5EF4-FFF2-40B4-BE49-F238E27FC236}">
                <a16:creationId xmlns:a16="http://schemas.microsoft.com/office/drawing/2014/main" id="{4225D723-AF17-46CE-8F57-EF6385A30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27" name="stage-01-title">
            <a:extLst xmlns:a="http://schemas.openxmlformats.org/drawingml/2006/main">
              <a:ext uri="{FF2B5EF4-FFF2-40B4-BE49-F238E27FC236}">
                <a16:creationId xmlns:a16="http://schemas.microsoft.com/office/drawing/2014/main" id="{A080687F-349A-4D96-8B9B-B15D9284C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28" name="stage-01-body">
            <a:extLst xmlns:a="http://schemas.openxmlformats.org/drawingml/2006/main">
              <a:ext uri="{FF2B5EF4-FFF2-40B4-BE49-F238E27FC236}">
                <a16:creationId xmlns:a16="http://schemas.microsoft.com/office/drawing/2014/main" id="{35DB16DD-F51B-49F2-B81F-24E50A16B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36" name="stage-03-number">
            <a:extLst xmlns:a="http://schemas.openxmlformats.org/drawingml/2006/main">
              <a:ext uri="{FF2B5EF4-FFF2-40B4-BE49-F238E27FC236}">
                <a16:creationId xmlns:a16="http://schemas.microsoft.com/office/drawing/2014/main" id="{C0286EEE-76D7-4C3D-959B-C1A40C2DE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37" name="stage-03-title">
            <a:extLst xmlns:a="http://schemas.openxmlformats.org/drawingml/2006/main">
              <a:ext uri="{FF2B5EF4-FFF2-40B4-BE49-F238E27FC236}">
                <a16:creationId xmlns:a16="http://schemas.microsoft.com/office/drawing/2014/main" id="{B27EC97C-4E04-4513-B0CF-9ED410CD8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38" name="stage-03-body">
            <a:extLst xmlns:a="http://schemas.openxmlformats.org/drawingml/2006/main">
              <a:ext uri="{FF2B5EF4-FFF2-40B4-BE49-F238E27FC236}">
                <a16:creationId xmlns:a16="http://schemas.microsoft.com/office/drawing/2014/main" id="{9E912F49-5FAE-4B6A-9826-0EE1EFB7F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46" name="stage-05-number">
            <a:extLst xmlns:a="http://schemas.openxmlformats.org/drawingml/2006/main">
              <a:ext uri="{FF2B5EF4-FFF2-40B4-BE49-F238E27FC236}">
                <a16:creationId xmlns:a16="http://schemas.microsoft.com/office/drawing/2014/main" id="{AA36F8DB-73A8-47E8-A962-56FE8DE85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47" name="stage-05-title">
            <a:extLst xmlns:a="http://schemas.openxmlformats.org/drawingml/2006/main">
              <a:ext uri="{FF2B5EF4-FFF2-40B4-BE49-F238E27FC236}">
                <a16:creationId xmlns:a16="http://schemas.microsoft.com/office/drawing/2014/main" id="{E55E05DE-AFC6-4422-9A2F-AD9E27F89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48" name="stage-05-body">
            <a:extLst xmlns:a="http://schemas.openxmlformats.org/drawingml/2006/main">
              <a:ext uri="{FF2B5EF4-FFF2-40B4-BE49-F238E27FC236}">
                <a16:creationId xmlns:a16="http://schemas.microsoft.com/office/drawing/2014/main" id="{F938BB63-05FA-4699-B9B6-45CD5A0C9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0" name="rail-flow-label">
            <a:extLst xmlns:a="http://schemas.openxmlformats.org/drawingml/2006/main">
              <a:ext uri="{FF2B5EF4-FFF2-40B4-BE49-F238E27FC236}">
                <a16:creationId xmlns:a16="http://schemas.microsoft.com/office/drawing/2014/main" id="{FF5EAC43-B84B-4541-B2F4-61336FAA9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8585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858585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1" name="rail-flow-line">
            <a:extLst xmlns:a="http://schemas.openxmlformats.org/drawingml/2006/main">
              <a:ext uri="{FF2B5EF4-FFF2-40B4-BE49-F238E27FC236}">
                <a16:creationId xmlns:a16="http://schemas.microsoft.com/office/drawing/2014/main" id="{AF9A8871-2B22-4386-A390-72752FB38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3" name="rail-flow-idea-label">
            <a:extLst xmlns:a="http://schemas.openxmlformats.org/drawingml/2006/main">
              <a:ext uri="{FF2B5EF4-FFF2-40B4-BE49-F238E27FC236}">
                <a16:creationId xmlns:a16="http://schemas.microsoft.com/office/drawing/2014/main" id="{72E1E745-7177-4B95-A3C2-46F9EE067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5" name="rail-flow-attack-label">
            <a:extLst xmlns:a="http://schemas.openxmlformats.org/drawingml/2006/main">
              <a:ext uri="{FF2B5EF4-FFF2-40B4-BE49-F238E27FC236}">
                <a16:creationId xmlns:a16="http://schemas.microsoft.com/office/drawing/2014/main" id="{1CD5E551-A644-4209-8B85-C43D55DAD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7" name="rail-flow-delivery-label">
            <a:extLst xmlns:a="http://schemas.openxmlformats.org/drawingml/2006/main">
              <a:ext uri="{FF2B5EF4-FFF2-40B4-BE49-F238E27FC236}">
                <a16:creationId xmlns:a16="http://schemas.microsoft.com/office/drawing/2014/main" id="{41242F25-AB1D-4FEC-AA44-0C6A2FA72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8" name="rail-result-box">
            <a:extLst xmlns:a="http://schemas.openxmlformats.org/drawingml/2006/main">
              <a:ext uri="{FF2B5EF4-FFF2-40B4-BE49-F238E27FC236}">
                <a16:creationId xmlns:a16="http://schemas.microsoft.com/office/drawing/2014/main" id="{F7117D08-254C-4F26-B6DD-8B03EB047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0" name="rail-result-text">
            <a:extLst xmlns:a="http://schemas.openxmlformats.org/drawingml/2006/main">
              <a:ext uri="{FF2B5EF4-FFF2-40B4-BE49-F238E27FC236}">
                <a16:creationId xmlns:a16="http://schemas.microsoft.com/office/drawing/2014/main" id="{34A8EF6F-28E9-4F9F-8CFD-1BF6F2603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63" b="1">
                <a:solidFill>
                  <a:srgbClr val="9C000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9C000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61" name="grid-top-rule">
            <a:extLst xmlns:a="http://schemas.openxmlformats.org/drawingml/2006/main">
              <a:ext uri="{FF2B5EF4-FFF2-40B4-BE49-F238E27FC236}">
                <a16:creationId xmlns:a16="http://schemas.microsoft.com/office/drawing/2014/main" id="{0F39FBDF-9E3B-4D49-B005-6B5B93FED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2" name="grid-middle-rule">
            <a:extLst xmlns:a="http://schemas.openxmlformats.org/drawingml/2006/main">
              <a:ext uri="{FF2B5EF4-FFF2-40B4-BE49-F238E27FC236}">
                <a16:creationId xmlns:a16="http://schemas.microsoft.com/office/drawing/2014/main" id="{BBC7B45A-19EF-4696-97BA-CE5C123E4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3" name="grid-vertical-rule">
            <a:extLst xmlns:a="http://schemas.openxmlformats.org/drawingml/2006/main">
              <a:ext uri="{FF2B5EF4-FFF2-40B4-BE49-F238E27FC236}">
                <a16:creationId xmlns:a16="http://schemas.microsoft.com/office/drawing/2014/main" id="{9513784B-DF55-42B5-ACF2-4EF87CE54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4" name="capability-top-rule">
            <a:extLst xmlns:a="http://schemas.openxmlformats.org/drawingml/2006/main">
              <a:ext uri="{FF2B5EF4-FFF2-40B4-BE49-F238E27FC236}">
                <a16:creationId xmlns:a16="http://schemas.microsoft.com/office/drawing/2014/main" id="{9013330B-53F2-4C98-B459-B7BC45073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5" name="module-01-icon-background">
            <a:extLst xmlns:a="http://schemas.openxmlformats.org/drawingml/2006/main">
              <a:ext uri="{FF2B5EF4-FFF2-40B4-BE49-F238E27FC236}">
                <a16:creationId xmlns:a16="http://schemas.microsoft.com/office/drawing/2014/main" id="{6BB7565D-24EF-47D6-BBB0-E18B6DE76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24050"/>
            <a:ext cx="4762500" cy="3124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B"/>
          </a:solidFill>
          <a:ln xmlns:a="http://schemas.openxmlformats.org/drawingml/2006/main" w="0">
            <a:solidFill>
              <a:srgbClr val="EAF2FB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7" name="module-02-icon-background">
            <a:extLst xmlns:a="http://schemas.openxmlformats.org/drawingml/2006/main">
              <a:ext uri="{FF2B5EF4-FFF2-40B4-BE49-F238E27FC236}">
                <a16:creationId xmlns:a16="http://schemas.microsoft.com/office/drawing/2014/main" id="{80C31D3C-F758-4BBC-A10E-E9C339D14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24050"/>
            <a:ext cx="4762500" cy="3124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FA"/>
          </a:solidFill>
          <a:ln xmlns:a="http://schemas.openxmlformats.org/drawingml/2006/main" w="0">
            <a:solidFill>
              <a:srgbClr val="F1ECF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9" name="module-03-icon-background">
            <a:extLst xmlns:a="http://schemas.openxmlformats.org/drawingml/2006/main">
              <a:ext uri="{FF2B5EF4-FFF2-40B4-BE49-F238E27FC236}">
                <a16:creationId xmlns:a16="http://schemas.microsoft.com/office/drawing/2014/main" id="{78E97F08-D68A-43EC-A2D0-7C3051E07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1" name="module-04-icon-background">
            <a:extLst xmlns:a="http://schemas.openxmlformats.org/drawingml/2006/main">
              <a:ext uri="{FF2B5EF4-FFF2-40B4-BE49-F238E27FC236}">
                <a16:creationId xmlns:a16="http://schemas.microsoft.com/office/drawing/2014/main" id="{C303905D-0287-4B86-92D4-33F0EB3B9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3" name="module-04-number">
            <a:extLst xmlns:a="http://schemas.openxmlformats.org/drawingml/2006/main">
              <a:ext uri="{FF2B5EF4-FFF2-40B4-BE49-F238E27FC236}">
                <a16:creationId xmlns:a16="http://schemas.microsoft.com/office/drawing/2014/main" id="{644EFF2E-DC9B-4D41-84F4-10582B446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4" name="module-04-title">
            <a:extLst xmlns:a="http://schemas.openxmlformats.org/drawingml/2006/main">
              <a:ext uri="{FF2B5EF4-FFF2-40B4-BE49-F238E27FC236}">
                <a16:creationId xmlns:a16="http://schemas.microsoft.com/office/drawing/2014/main" id="{9C3B8801-0886-4C35-A421-9571B2595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5" name="module-04-body">
            <a:extLst xmlns:a="http://schemas.openxmlformats.org/drawingml/2006/main">
              <a:ext uri="{FF2B5EF4-FFF2-40B4-BE49-F238E27FC236}">
                <a16:creationId xmlns:a16="http://schemas.microsoft.com/office/drawing/2014/main" id="{815AB31E-77DC-41EF-9FDD-2104B3529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6" name="capability-goal-icon-background">
            <a:extLst xmlns:a="http://schemas.openxmlformats.org/drawingml/2006/main">
              <a:ext uri="{FF2B5EF4-FFF2-40B4-BE49-F238E27FC236}">
                <a16:creationId xmlns:a16="http://schemas.microsoft.com/office/drawing/2014/main" id="{ACC8CF6A-83B8-4CA8-B500-7FCD1FE49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8" name="capability-tech-icon-background">
            <a:extLst xmlns:a="http://schemas.openxmlformats.org/drawingml/2006/main">
              <a:ext uri="{FF2B5EF4-FFF2-40B4-BE49-F238E27FC236}">
                <a16:creationId xmlns:a16="http://schemas.microsoft.com/office/drawing/2014/main" id="{1FBC427F-E57C-45DB-9CCE-FEBB0D899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0" name="capability-collaboration-icon-background">
            <a:extLst xmlns:a="http://schemas.openxmlformats.org/drawingml/2006/main">
              <a:ext uri="{FF2B5EF4-FFF2-40B4-BE49-F238E27FC236}">
                <a16:creationId xmlns:a16="http://schemas.microsoft.com/office/drawing/2014/main" id="{6E13DFB3-20F1-4890-9CA4-4556205A7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2" name="capability-cohesion-icon-background">
            <a:extLst xmlns:a="http://schemas.openxmlformats.org/drawingml/2006/main">
              <a:ext uri="{FF2B5EF4-FFF2-40B4-BE49-F238E27FC236}">
                <a16:creationId xmlns:a16="http://schemas.microsoft.com/office/drawing/2014/main" id="{6D6CB4E0-0BEB-4D63-8FF5-DCEBE4D95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4" name="competitiveness-result-box">
            <a:extLst xmlns:a="http://schemas.openxmlformats.org/drawingml/2006/main">
              <a:ext uri="{FF2B5EF4-FFF2-40B4-BE49-F238E27FC236}">
                <a16:creationId xmlns:a16="http://schemas.microsoft.com/office/drawing/2014/main" id="{F216EF67-2742-4E3A-81AE-9DA7A0133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6" name="competitiveness-result-text">
            <a:extLst xmlns:a="http://schemas.openxmlformats.org/drawingml/2006/main">
              <a:ext uri="{FF2B5EF4-FFF2-40B4-BE49-F238E27FC236}">
                <a16:creationId xmlns:a16="http://schemas.microsoft.com/office/drawing/2014/main" id="{5EF20348-951F-48D4-9F42-3FB89748A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276850"/>
            <a:ext cx="733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38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rPr>
              <a:t>先找会改变状态、调用顺序、补偿或验收的歧义。</a:t>
            </a:r>
          </a:p>
        </p:txBody>
      </p:sp>
      <p:pic>
        <p:nvPicPr>
          <p:cNvPr id="20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e7b4539e83478e"/>
          <a:stretch xmlns:a="http://schemas.openxmlformats.org/drawingml/2006/main"/>
        </p:blipFill>
        <p:spPr>
          <a:xfrm xmlns:a="http://schemas.openxmlformats.org/drawingml/2006/main">
            <a:off x="400050" y="257175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88" name="case-header-rule">
            <a:extLst xmlns:a="http://schemas.openxmlformats.org/drawingml/2006/main">
              <a:ext uri="{FF2B5EF4-FFF2-40B4-BE49-F238E27FC236}">
                <a16:creationId xmlns:a16="http://schemas.microsoft.com/office/drawing/2014/main" id="{BAC1EAF4-B798-4F81-B3D8-E711C771E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0020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7D7"/>
          </a:solidFill>
          <a:ln xmlns:a="http://schemas.openxmlformats.org/drawingml/2006/main" w="0">
            <a:solidFill>
              <a:srgbClr val="D7D7D7"/>
            </a:solidFill>
            <a:prstDash val="solid"/>
          </a:ln>
        </p:spPr>
      </p:sp>
      <p:pic>
        <p:nvPicPr>
          <p:cNvPr id="20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f8da61c0e8481c"/>
          <a:stretch xmlns:a="http://schemas.openxmlformats.org/drawingml/2006/main"/>
        </p:blipFill>
        <p:spPr>
          <a:xfrm xmlns:a="http://schemas.openxmlformats.org/drawingml/2006/main">
            <a:off x="666750" y="2190750"/>
            <a:ext cx="438150" cy="438150"/>
          </a:xfrm>
          <a:prstGeom xmlns:a="http://schemas.openxmlformats.org/drawingml/2006/main" prst="rect">
            <a:avLst/>
          </a:prstGeom>
        </p:spPr>
      </p:pic>
      <p:pic>
        <p:nvPicPr>
          <p:cNvPr id="20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43ee8cc86e4e84"/>
          <a:stretch xmlns:a="http://schemas.openxmlformats.org/drawingml/2006/main"/>
        </p:blipFill>
        <p:spPr>
          <a:xfrm xmlns:a="http://schemas.openxmlformats.org/drawingml/2006/main">
            <a:off x="6838950" y="2190750"/>
            <a:ext cx="438150" cy="438150"/>
          </a:xfrm>
          <a:prstGeom xmlns:a="http://schemas.openxmlformats.org/drawingml/2006/main" prst="rect">
            <a:avLst/>
          </a:prstGeom>
        </p:spPr>
      </p:pic>
      <p:sp>
        <p:nvSpPr>
          <p:cNvPr id="91" name="case-one-number">
            <a:extLst xmlns:a="http://schemas.openxmlformats.org/drawingml/2006/main">
              <a:ext uri="{FF2B5EF4-FFF2-40B4-BE49-F238E27FC236}">
                <a16:creationId xmlns:a16="http://schemas.microsoft.com/office/drawing/2014/main" id="{80F689AD-6F88-4A35-AE85-A26AC3B82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1526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rPr>
              <a:t>CASE 05</a:t>
            </a:r>
          </a:p>
        </p:txBody>
      </p:sp>
      <p:sp>
        <p:nvSpPr>
          <p:cNvPr id="92" name="case-two-number">
            <a:extLst xmlns:a="http://schemas.openxmlformats.org/drawingml/2006/main">
              <a:ext uri="{FF2B5EF4-FFF2-40B4-BE49-F238E27FC236}">
                <a16:creationId xmlns:a16="http://schemas.microsoft.com/office/drawing/2014/main" id="{0A6698CA-AC0B-41F4-85BA-082BCE6B8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1526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>CONTRAST</a:t>
            </a:r>
          </a:p>
        </p:txBody>
      </p:sp>
      <p:sp>
        <p:nvSpPr>
          <p:cNvPr id="93" name="case-one-title">
            <a:extLst xmlns:a="http://schemas.openxmlformats.org/drawingml/2006/main">
              <a:ext uri="{FF2B5EF4-FFF2-40B4-BE49-F238E27FC236}">
                <a16:creationId xmlns:a16="http://schemas.microsoft.com/office/drawing/2014/main" id="{EE710BA8-D19C-4963-AFB4-4F3C1F99D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3622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真实 Session 原话</a:t>
            </a:r>
          </a:p>
        </p:txBody>
      </p:sp>
      <p:sp>
        <p:nvSpPr>
          <p:cNvPr id="94" name="case-two-title">
            <a:extLst xmlns:a="http://schemas.openxmlformats.org/drawingml/2006/main">
              <a:ext uri="{FF2B5EF4-FFF2-40B4-BE49-F238E27FC236}">
                <a16:creationId xmlns:a16="http://schemas.microsoft.com/office/drawing/2014/main" id="{318AF84A-C84B-43B2-BA7D-1800772BA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3622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必须冻结的四个分叉</a:t>
            </a:r>
          </a:p>
        </p:txBody>
      </p:sp>
      <p:sp>
        <p:nvSpPr>
          <p:cNvPr id="95" name="case-one-method">
            <a:extLst xmlns:a="http://schemas.openxmlformats.org/drawingml/2006/main">
              <a:ext uri="{FF2B5EF4-FFF2-40B4-BE49-F238E27FC236}">
                <a16:creationId xmlns:a16="http://schemas.microsoft.com/office/drawing/2014/main" id="{D641B88F-BC38-42A3-A4BB-5C0A78563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rPr>
              <a:t>READ-ONLY FIRST</a:t>
            </a:r>
          </a:p>
        </p:txBody>
      </p:sp>
      <p:sp>
        <p:nvSpPr>
          <p:cNvPr id="96" name="case-two-method">
            <a:extLst xmlns:a="http://schemas.openxmlformats.org/drawingml/2006/main">
              <a:ext uri="{FF2B5EF4-FFF2-40B4-BE49-F238E27FC236}">
                <a16:creationId xmlns:a16="http://schemas.microsoft.com/office/drawing/2014/main" id="{138671CA-C122-4895-8836-E45A6FC58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575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>OPEN DECISIONS</a:t>
            </a:r>
          </a:p>
        </p:txBody>
      </p:sp>
      <p:sp>
        <p:nvSpPr>
          <p:cNvPr id="97" name="case-left-rule-0">
            <a:extLst xmlns:a="http://schemas.openxmlformats.org/drawingml/2006/main">
              <a:ext uri="{FF2B5EF4-FFF2-40B4-BE49-F238E27FC236}">
                <a16:creationId xmlns:a16="http://schemas.microsoft.com/office/drawing/2014/main" id="{A9E0F7F1-556E-496E-816D-C112F9654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813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98" name="case-right-rule-0">
            <a:extLst xmlns:a="http://schemas.openxmlformats.org/drawingml/2006/main">
              <a:ext uri="{FF2B5EF4-FFF2-40B4-BE49-F238E27FC236}">
                <a16:creationId xmlns:a16="http://schemas.microsoft.com/office/drawing/2014/main" id="{F698392D-CBD9-4BDB-A31B-B374CB008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1813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99" name="case-label-left-0">
            <a:extLst xmlns:a="http://schemas.openxmlformats.org/drawingml/2006/main">
              <a:ext uri="{FF2B5EF4-FFF2-40B4-BE49-F238E27FC236}">
                <a16:creationId xmlns:a16="http://schemas.microsoft.com/office/drawing/2014/main" id="{1AFF2D59-C41A-4DA2-B654-8554618F8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用户</a:t>
            </a:r>
          </a:p>
        </p:txBody>
      </p:sp>
      <p:sp>
        <p:nvSpPr>
          <p:cNvPr id="100" name="case-value-left-0">
            <a:extLst xmlns:a="http://schemas.openxmlformats.org/drawingml/2006/main">
              <a:ext uri="{FF2B5EF4-FFF2-40B4-BE49-F238E27FC236}">
                <a16:creationId xmlns:a16="http://schemas.microsoft.com/office/drawing/2014/main" id="{17B95C37-E670-4E76-804D-E304F37CD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2385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先不要改，先看看怎么改</a:t>
            </a:r>
          </a:p>
        </p:txBody>
      </p:sp>
      <p:sp>
        <p:nvSpPr>
          <p:cNvPr id="101" name="case-label-right-0">
            <a:extLst xmlns:a="http://schemas.openxmlformats.org/drawingml/2006/main">
              <a:ext uri="{FF2B5EF4-FFF2-40B4-BE49-F238E27FC236}">
                <a16:creationId xmlns:a16="http://schemas.microsoft.com/office/drawing/2014/main" id="{18A46C20-C188-49D9-98C2-BA5F1F298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2385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账号事实</a:t>
            </a:r>
          </a:p>
        </p:txBody>
      </p:sp>
      <p:sp>
        <p:nvSpPr>
          <p:cNvPr id="102" name="case-value-right-0">
            <a:extLst xmlns:a="http://schemas.openxmlformats.org/drawingml/2006/main">
              <a:ext uri="{FF2B5EF4-FFF2-40B4-BE49-F238E27FC236}">
                <a16:creationId xmlns:a16="http://schemas.microsoft.com/office/drawing/2014/main" id="{7B7E08BA-BD87-441F-B3DB-2BCCF3B9A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2385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事件参数 / 缓存 / OS 快照？</a:t>
            </a:r>
          </a:p>
        </p:txBody>
      </p:sp>
      <p:sp>
        <p:nvSpPr>
          <p:cNvPr id="103" name="case-left-rule-1">
            <a:extLst xmlns:a="http://schemas.openxmlformats.org/drawingml/2006/main">
              <a:ext uri="{FF2B5EF4-FFF2-40B4-BE49-F238E27FC236}">
                <a16:creationId xmlns:a16="http://schemas.microsoft.com/office/drawing/2014/main" id="{659D7CC2-4EC3-4F7C-BF89-3A07EE6C3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004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04" name="case-right-rule-1">
            <a:extLst xmlns:a="http://schemas.openxmlformats.org/drawingml/2006/main">
              <a:ext uri="{FF2B5EF4-FFF2-40B4-BE49-F238E27FC236}">
                <a16:creationId xmlns:a16="http://schemas.microsoft.com/office/drawing/2014/main" id="{B37D164D-5E44-46FA-ADF5-91601117C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6004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05" name="case-label-left-1">
            <a:extLst xmlns:a="http://schemas.openxmlformats.org/drawingml/2006/main">
              <a:ext uri="{FF2B5EF4-FFF2-40B4-BE49-F238E27FC236}">
                <a16:creationId xmlns:a16="http://schemas.microsoft.com/office/drawing/2014/main" id="{796BAB44-29A4-4469-8C56-2DD29EAB6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576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目标</a:t>
            </a:r>
          </a:p>
        </p:txBody>
      </p:sp>
      <p:sp>
        <p:nvSpPr>
          <p:cNvPr id="106" name="case-value-left-1">
            <a:extLst xmlns:a="http://schemas.openxmlformats.org/drawingml/2006/main">
              <a:ext uri="{FF2B5EF4-FFF2-40B4-BE49-F238E27FC236}">
                <a16:creationId xmlns:a16="http://schemas.microsoft.com/office/drawing/2014/main" id="{E2585E34-D692-44BF-BE1E-7329CBA4B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576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实时拿到账号信息</a:t>
            </a:r>
          </a:p>
        </p:txBody>
      </p:sp>
      <p:sp>
        <p:nvSpPr>
          <p:cNvPr id="107" name="case-label-right-1">
            <a:extLst xmlns:a="http://schemas.openxmlformats.org/drawingml/2006/main">
              <a:ext uri="{FF2B5EF4-FFF2-40B4-BE49-F238E27FC236}">
                <a16:creationId xmlns:a16="http://schemas.microsoft.com/office/drawing/2014/main" id="{40591D54-6B8B-4336-9EA6-38AC4E705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6576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部分失败</a:t>
            </a:r>
          </a:p>
        </p:txBody>
      </p:sp>
      <p:sp>
        <p:nvSpPr>
          <p:cNvPr id="108" name="case-value-right-1">
            <a:extLst xmlns:a="http://schemas.openxmlformats.org/drawingml/2006/main">
              <a:ext uri="{FF2B5EF4-FFF2-40B4-BE49-F238E27FC236}">
                <a16:creationId xmlns:a16="http://schemas.microsoft.com/office/drawing/2014/main" id="{3E0F325A-0686-4039-ACBE-35AD57BC2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6576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保留成功 / 整体回滚？</a:t>
            </a:r>
          </a:p>
        </p:txBody>
      </p:sp>
      <p:sp>
        <p:nvSpPr>
          <p:cNvPr id="109" name="case-left-rule-2">
            <a:extLst xmlns:a="http://schemas.openxmlformats.org/drawingml/2006/main">
              <a:ext uri="{FF2B5EF4-FFF2-40B4-BE49-F238E27FC236}">
                <a16:creationId xmlns:a16="http://schemas.microsoft.com/office/drawing/2014/main" id="{B431DC1D-7996-47F7-B716-B4104C061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195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0" name="case-right-rule-2">
            <a:extLst xmlns:a="http://schemas.openxmlformats.org/drawingml/2006/main">
              <a:ext uri="{FF2B5EF4-FFF2-40B4-BE49-F238E27FC236}">
                <a16:creationId xmlns:a16="http://schemas.microsoft.com/office/drawing/2014/main" id="{8A9990CB-8F45-4A02-86D6-E10EE0E9F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0195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1" name="case-label-left-2">
            <a:extLst xmlns:a="http://schemas.openxmlformats.org/drawingml/2006/main">
              <a:ext uri="{FF2B5EF4-FFF2-40B4-BE49-F238E27FC236}">
                <a16:creationId xmlns:a16="http://schemas.microsoft.com/office/drawing/2014/main" id="{2BEDC775-5045-4471-AF1B-C0AD01484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767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本轮</a:t>
            </a:r>
          </a:p>
        </p:txBody>
      </p:sp>
      <p:sp>
        <p:nvSpPr>
          <p:cNvPr id="112" name="case-value-left-2">
            <a:extLst xmlns:a="http://schemas.openxmlformats.org/drawingml/2006/main">
              <a:ext uri="{FF2B5EF4-FFF2-40B4-BE49-F238E27FC236}">
                <a16:creationId xmlns:a16="http://schemas.microsoft.com/office/drawing/2014/main" id="{EA218FAD-D644-4FFB-BE95-C64F04C7F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767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只输出方案与验收点</a:t>
            </a:r>
          </a:p>
        </p:txBody>
      </p:sp>
      <p:sp>
        <p:nvSpPr>
          <p:cNvPr id="113" name="case-label-right-2">
            <a:extLst xmlns:a="http://schemas.openxmlformats.org/drawingml/2006/main">
              <a:ext uri="{FF2B5EF4-FFF2-40B4-BE49-F238E27FC236}">
                <a16:creationId xmlns:a16="http://schemas.microsoft.com/office/drawing/2014/main" id="{577C7B67-0F67-44A6-9DDD-559EFF9DC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0767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已应用</a:t>
            </a:r>
          </a:p>
        </p:txBody>
      </p:sp>
      <p:sp>
        <p:nvSpPr>
          <p:cNvPr id="114" name="case-value-right-2">
            <a:extLst xmlns:a="http://schemas.openxmlformats.org/drawingml/2006/main">
              <a:ext uri="{FF2B5EF4-FFF2-40B4-BE49-F238E27FC236}">
                <a16:creationId xmlns:a16="http://schemas.microsoft.com/office/drawing/2014/main" id="{563E56E8-30B3-435F-846A-BBF723B44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0767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mode / signature / system truth？</a:t>
            </a:r>
          </a:p>
        </p:txBody>
      </p:sp>
      <p:sp>
        <p:nvSpPr>
          <p:cNvPr id="115" name="case-left-rule-3">
            <a:extLst xmlns:a="http://schemas.openxmlformats.org/drawingml/2006/main">
              <a:ext uri="{FF2B5EF4-FFF2-40B4-BE49-F238E27FC236}">
                <a16:creationId xmlns:a16="http://schemas.microsoft.com/office/drawing/2014/main" id="{73F1F4EA-AE10-4C4D-BA07-7CC8DAE70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386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6" name="case-right-rule-3">
            <a:extLst xmlns:a="http://schemas.openxmlformats.org/drawingml/2006/main">
              <a:ext uri="{FF2B5EF4-FFF2-40B4-BE49-F238E27FC236}">
                <a16:creationId xmlns:a16="http://schemas.microsoft.com/office/drawing/2014/main" id="{54F3B591-F56B-4DB3-A065-BC6E7BCF2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4386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7" name="case-label-left-3">
            <a:extLst xmlns:a="http://schemas.openxmlformats.org/drawingml/2006/main">
              <a:ext uri="{FF2B5EF4-FFF2-40B4-BE49-F238E27FC236}">
                <a16:creationId xmlns:a16="http://schemas.microsoft.com/office/drawing/2014/main" id="{678E3CF7-1438-4AC3-A0C1-5353F3F2F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958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禁止</a:t>
            </a:r>
          </a:p>
        </p:txBody>
      </p:sp>
      <p:sp>
        <p:nvSpPr>
          <p:cNvPr id="118" name="case-value-left-3">
            <a:extLst xmlns:a="http://schemas.openxmlformats.org/drawingml/2006/main">
              <a:ext uri="{FF2B5EF4-FFF2-40B4-BE49-F238E27FC236}">
                <a16:creationId xmlns:a16="http://schemas.microsoft.com/office/drawing/2014/main" id="{63677797-5DC0-45FD-9D3E-4D98A65D1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4958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凭命名猜 API 或行为</a:t>
            </a:r>
          </a:p>
        </p:txBody>
      </p:sp>
      <p:sp>
        <p:nvSpPr>
          <p:cNvPr id="119" name="case-label-right-3">
            <a:extLst xmlns:a="http://schemas.openxmlformats.org/drawingml/2006/main">
              <a:ext uri="{FF2B5EF4-FFF2-40B4-BE49-F238E27FC236}">
                <a16:creationId xmlns:a16="http://schemas.microsoft.com/office/drawing/2014/main" id="{796CDBCF-DEAC-47B8-9C7D-BBC794C33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4958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跨进程</a:t>
            </a:r>
          </a:p>
        </p:txBody>
      </p:sp>
      <p:sp>
        <p:nvSpPr>
          <p:cNvPr id="120" name="case-value-right-3">
            <a:extLst xmlns:a="http://schemas.openxmlformats.org/drawingml/2006/main">
              <a:ext uri="{FF2B5EF4-FFF2-40B4-BE49-F238E27FC236}">
                <a16:creationId xmlns:a16="http://schemas.microsoft.com/office/drawing/2014/main" id="{1212E204-1B9F-477E-80DD-961E203DC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4958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Extension 如何通知 UI？</a:t>
            </a:r>
          </a:p>
        </p:txBody>
      </p:sp>
      <p:sp>
        <p:nvSpPr>
          <p:cNvPr id="121" name="case-transfer-circle">
            <a:extLst xmlns:a="http://schemas.openxmlformats.org/drawingml/2006/main">
              <a:ext uri="{FF2B5EF4-FFF2-40B4-BE49-F238E27FC236}">
                <a16:creationId xmlns:a16="http://schemas.microsoft.com/office/drawing/2014/main" id="{FF6A693F-DADF-434A-A7E7-B5831EE8E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95275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7000B"/>
            </a:solidFill>
            <a:prstDash val="solid"/>
          </a:ln>
        </p:spPr>
      </p:sp>
      <p:pic>
        <p:nvPicPr>
          <p:cNvPr id="2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2da51962da4b26"/>
          <a:stretch xmlns:a="http://schemas.openxmlformats.org/drawingml/2006/main"/>
        </p:blipFill>
        <p:spPr>
          <a:xfrm xmlns:a="http://schemas.openxmlformats.org/drawingml/2006/main">
            <a:off x="5667375" y="3105150"/>
            <a:ext cx="400050" cy="400050"/>
          </a:xfrm>
          <a:prstGeom xmlns:a="http://schemas.openxmlformats.org/drawingml/2006/main" prst="rect">
            <a:avLst/>
          </a:prstGeom>
        </p:spPr>
      </p:pic>
      <p:sp>
        <p:nvSpPr>
          <p:cNvPr id="123" name="case-transfer-text">
            <a:extLst xmlns:a="http://schemas.openxmlformats.org/drawingml/2006/main">
              <a:ext uri="{FF2B5EF4-FFF2-40B4-BE49-F238E27FC236}">
                <a16:creationId xmlns:a16="http://schemas.microsoft.com/office/drawing/2014/main" id="{48A38601-6EA4-43E6-9D6F-38C449733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524250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88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对照</a:t>
            </a:r>
          </a:p>
        </p:txBody>
      </p:sp>
      <p:sp>
        <p:nvSpPr>
          <p:cNvPr id="124" name="case-left-arrow">
            <a:extLst xmlns:a="http://schemas.openxmlformats.org/drawingml/2006/main">
              <a:ext uri="{FF2B5EF4-FFF2-40B4-BE49-F238E27FC236}">
                <a16:creationId xmlns:a16="http://schemas.microsoft.com/office/drawing/2014/main" id="{03A1806C-B519-4A4A-9980-2434DFAFD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21945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22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←</a:t>
            </a:r>
          </a:p>
        </p:txBody>
      </p:sp>
      <p:sp>
        <p:nvSpPr>
          <p:cNvPr id="125" name="case-right-arrow">
            <a:extLst xmlns:a="http://schemas.openxmlformats.org/drawingml/2006/main">
              <a:ext uri="{FF2B5EF4-FFF2-40B4-BE49-F238E27FC236}">
                <a16:creationId xmlns:a16="http://schemas.microsoft.com/office/drawing/2014/main" id="{E8FB34F1-A4F6-406E-85FD-21A5A0934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21945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22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26" name="timeline-rule">
            <a:extLst xmlns:a="http://schemas.openxmlformats.org/drawingml/2006/main">
              <a:ext uri="{FF2B5EF4-FFF2-40B4-BE49-F238E27FC236}">
                <a16:creationId xmlns:a16="http://schemas.microsoft.com/office/drawing/2014/main" id="{46F26517-8D14-4ED8-B91E-154EEEC9A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81700"/>
            <a:ext cx="10934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7D7"/>
          </a:solidFill>
          <a:ln xmlns:a="http://schemas.openxmlformats.org/drawingml/2006/main" w="0">
            <a:solidFill>
              <a:srgbClr val="D7D7D7"/>
            </a:solidFill>
            <a:prstDash val="solid"/>
          </a:ln>
        </p:spPr>
      </p:sp>
      <p:sp>
        <p:nvSpPr>
          <p:cNvPr id="127" name="timeline-dot-0">
            <a:extLst xmlns:a="http://schemas.openxmlformats.org/drawingml/2006/main">
              <a:ext uri="{FF2B5EF4-FFF2-40B4-BE49-F238E27FC236}">
                <a16:creationId xmlns:a16="http://schemas.microsoft.com/office/drawing/2014/main" id="{B1B2265D-D326-40FF-A60F-C0FBE9741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674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128" name="timeline-card-0">
            <a:extLst xmlns:a="http://schemas.openxmlformats.org/drawingml/2006/main">
              <a:ext uri="{FF2B5EF4-FFF2-40B4-BE49-F238E27FC236}">
                <a16:creationId xmlns:a16="http://schemas.microsoft.com/office/drawing/2014/main" id="{E06F85EB-4FA9-4043-8BE1-A3CF40B5C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72200"/>
            <a:ext cx="2000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EC"/>
          </a:solidFill>
          <a:ln xmlns:a="http://schemas.openxmlformats.org/drawingml/2006/main" w="0">
            <a:solidFill>
              <a:srgbClr val="FBEAEC"/>
            </a:solidFill>
            <a:prstDash val="solid"/>
          </a:ln>
        </p:spPr>
      </p:sp>
      <p:pic>
        <p:nvPicPr>
          <p:cNvPr id="2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860f403f344d15"/>
          <a:stretch xmlns:a="http://schemas.openxmlformats.org/drawingml/2006/main"/>
        </p:blipFill>
        <p:spPr>
          <a:xfrm xmlns:a="http://schemas.openxmlformats.org/drawingml/2006/main">
            <a:off x="514350" y="63055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30" name="timeline-text-0">
            <a:extLst xmlns:a="http://schemas.openxmlformats.org/drawingml/2006/main">
              <a:ext uri="{FF2B5EF4-FFF2-40B4-BE49-F238E27FC236}">
                <a16:creationId xmlns:a16="http://schemas.microsoft.com/office/drawing/2014/main" id="{3B912A19-9FE5-4187-98C5-1F80D3054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210300"/>
            <a:ext cx="1543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对象模型</a:t>
            </a:r>
          </a:p>
        </p:txBody>
      </p:sp>
      <p:sp>
        <p:nvSpPr>
          <p:cNvPr id="131" name="timeline-dot-1">
            <a:extLst xmlns:a="http://schemas.openxmlformats.org/drawingml/2006/main">
              <a:ext uri="{FF2B5EF4-FFF2-40B4-BE49-F238E27FC236}">
                <a16:creationId xmlns:a16="http://schemas.microsoft.com/office/drawing/2014/main" id="{7D872788-C8C9-4D53-BCFB-3EE338664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58674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45C7"/>
          </a:solidFill>
          <a:ln xmlns:a="http://schemas.openxmlformats.org/drawingml/2006/main" w="0">
            <a:solidFill>
              <a:srgbClr val="6D45C7"/>
            </a:solidFill>
            <a:prstDash val="solid"/>
          </a:ln>
        </p:spPr>
      </p:sp>
      <p:sp>
        <p:nvSpPr>
          <p:cNvPr id="132" name="timeline-card-1">
            <a:extLst xmlns:a="http://schemas.openxmlformats.org/drawingml/2006/main">
              <a:ext uri="{FF2B5EF4-FFF2-40B4-BE49-F238E27FC236}">
                <a16:creationId xmlns:a16="http://schemas.microsoft.com/office/drawing/2014/main" id="{07574872-6C46-4DCB-998F-DE9FCE105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6172200"/>
            <a:ext cx="3048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FA"/>
          </a:solidFill>
          <a:ln xmlns:a="http://schemas.openxmlformats.org/drawingml/2006/main" w="0">
            <a:solidFill>
              <a:srgbClr val="F1ECFA"/>
            </a:solidFill>
            <a:prstDash val="solid"/>
          </a:ln>
        </p:spPr>
      </p:sp>
      <p:pic>
        <p:nvPicPr>
          <p:cNvPr id="2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0ed3d9fa1549df"/>
          <a:stretch xmlns:a="http://schemas.openxmlformats.org/drawingml/2006/main"/>
        </p:blipFill>
        <p:spPr>
          <a:xfrm xmlns:a="http://schemas.openxmlformats.org/drawingml/2006/main">
            <a:off x="2705100" y="63055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34" name="timeline-text-1">
            <a:extLst xmlns:a="http://schemas.openxmlformats.org/drawingml/2006/main">
              <a:ext uri="{FF2B5EF4-FFF2-40B4-BE49-F238E27FC236}">
                <a16:creationId xmlns:a16="http://schemas.microsoft.com/office/drawing/2014/main" id="{4A727200-EA29-4361-9862-418A0DE95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6210300"/>
            <a:ext cx="2590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>寻找分叉</a:t>
            </a:r>
          </a:p>
        </p:txBody>
      </p:sp>
      <p:sp>
        <p:nvSpPr>
          <p:cNvPr id="135" name="timeline-dot-2">
            <a:extLst xmlns:a="http://schemas.openxmlformats.org/drawingml/2006/main">
              <a:ext uri="{FF2B5EF4-FFF2-40B4-BE49-F238E27FC236}">
                <a16:creationId xmlns:a16="http://schemas.microsoft.com/office/drawing/2014/main" id="{3F1EC896-E46F-4384-894B-3DDEC4776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58674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136" name="timeline-card-2">
            <a:extLst xmlns:a="http://schemas.openxmlformats.org/drawingml/2006/main">
              <a:ext uri="{FF2B5EF4-FFF2-40B4-BE49-F238E27FC236}">
                <a16:creationId xmlns:a16="http://schemas.microsoft.com/office/drawing/2014/main" id="{F4FEA41C-C58A-4D35-9F21-95E1FD4ED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6172200"/>
            <a:ext cx="1428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EC"/>
          </a:solidFill>
          <a:ln xmlns:a="http://schemas.openxmlformats.org/drawingml/2006/main" w="0">
            <a:solidFill>
              <a:srgbClr val="FBEAEC"/>
            </a:solidFill>
            <a:prstDash val="solid"/>
          </a:ln>
        </p:spPr>
      </p:sp>
      <p:pic>
        <p:nvPicPr>
          <p:cNvPr id="2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1c4f3d57174671"/>
          <a:stretch xmlns:a="http://schemas.openxmlformats.org/drawingml/2006/main"/>
        </p:blipFill>
        <p:spPr>
          <a:xfrm xmlns:a="http://schemas.openxmlformats.org/drawingml/2006/main">
            <a:off x="5943600" y="63055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38" name="timeline-text-2">
            <a:extLst xmlns:a="http://schemas.openxmlformats.org/drawingml/2006/main">
              <a:ext uri="{FF2B5EF4-FFF2-40B4-BE49-F238E27FC236}">
                <a16:creationId xmlns:a16="http://schemas.microsoft.com/office/drawing/2014/main" id="{75A6DFD3-381A-4508-A88C-74D03EE63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6210300"/>
            <a:ext cx="971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EARS</a:t>
            </a:r>
          </a:p>
        </p:txBody>
      </p:sp>
      <p:sp>
        <p:nvSpPr>
          <p:cNvPr id="139" name="timeline-dot-3">
            <a:extLst xmlns:a="http://schemas.openxmlformats.org/drawingml/2006/main">
              <a:ext uri="{FF2B5EF4-FFF2-40B4-BE49-F238E27FC236}">
                <a16:creationId xmlns:a16="http://schemas.microsoft.com/office/drawing/2014/main" id="{EE23DBD8-AF98-46BF-B5EA-9A5764E71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8674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45C7"/>
          </a:solidFill>
          <a:ln xmlns:a="http://schemas.openxmlformats.org/drawingml/2006/main" w="0">
            <a:solidFill>
              <a:srgbClr val="6D45C7"/>
            </a:solidFill>
            <a:prstDash val="solid"/>
          </a:ln>
        </p:spPr>
      </p:sp>
      <p:sp>
        <p:nvSpPr>
          <p:cNvPr id="140" name="timeline-card-3">
            <a:extLst xmlns:a="http://schemas.openxmlformats.org/drawingml/2006/main">
              <a:ext uri="{FF2B5EF4-FFF2-40B4-BE49-F238E27FC236}">
                <a16:creationId xmlns:a16="http://schemas.microsoft.com/office/drawing/2014/main" id="{705D6FCE-1ACC-445B-943D-DD93AE12E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72200"/>
            <a:ext cx="2571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FA"/>
          </a:solidFill>
          <a:ln xmlns:a="http://schemas.openxmlformats.org/drawingml/2006/main" w="0">
            <a:solidFill>
              <a:srgbClr val="F1ECFA"/>
            </a:solidFill>
            <a:prstDash val="solid"/>
          </a:ln>
        </p:spPr>
      </p:sp>
      <p:pic>
        <p:nvPicPr>
          <p:cNvPr id="25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60ca2d6e614135"/>
          <a:stretch xmlns:a="http://schemas.openxmlformats.org/drawingml/2006/main"/>
        </p:blipFill>
        <p:spPr>
          <a:xfrm xmlns:a="http://schemas.openxmlformats.org/drawingml/2006/main">
            <a:off x="7562850" y="63055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42" name="timeline-text-3">
            <a:extLst xmlns:a="http://schemas.openxmlformats.org/drawingml/2006/main">
              <a:ext uri="{FF2B5EF4-FFF2-40B4-BE49-F238E27FC236}">
                <a16:creationId xmlns:a16="http://schemas.microsoft.com/office/drawing/2014/main" id="{D8BB6B58-07F6-42CB-AD15-5ADC5CB98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6210300"/>
            <a:ext cx="2114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>行为矩阵</a:t>
            </a:r>
          </a:p>
        </p:txBody>
      </p:sp>
      <p:sp>
        <p:nvSpPr>
          <p:cNvPr id="143" name="timeline-dot-4">
            <a:extLst xmlns:a="http://schemas.openxmlformats.org/drawingml/2006/main">
              <a:ext uri="{FF2B5EF4-FFF2-40B4-BE49-F238E27FC236}">
                <a16:creationId xmlns:a16="http://schemas.microsoft.com/office/drawing/2014/main" id="{42256876-971C-44C3-B36A-A2A5DC337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58674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F5B"/>
          </a:solidFill>
          <a:ln xmlns:a="http://schemas.openxmlformats.org/drawingml/2006/main" w="0">
            <a:solidFill>
              <a:srgbClr val="2F8F5B"/>
            </a:solidFill>
            <a:prstDash val="solid"/>
          </a:ln>
        </p:spPr>
      </p:sp>
      <p:sp>
        <p:nvSpPr>
          <p:cNvPr id="144" name="timeline-card-4">
            <a:extLst xmlns:a="http://schemas.openxmlformats.org/drawingml/2006/main">
              <a:ext uri="{FF2B5EF4-FFF2-40B4-BE49-F238E27FC236}">
                <a16:creationId xmlns:a16="http://schemas.microsoft.com/office/drawing/2014/main" id="{B406802C-BB49-4241-9BAC-E9752EDB4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6172200"/>
            <a:ext cx="10287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E"/>
          </a:solidFill>
          <a:ln xmlns:a="http://schemas.openxmlformats.org/drawingml/2006/main" w="0">
            <a:solidFill>
              <a:srgbClr val="EAF5EE"/>
            </a:solidFill>
            <a:prstDash val="solid"/>
          </a:ln>
        </p:spPr>
      </p:sp>
      <p:pic>
        <p:nvPicPr>
          <p:cNvPr id="26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366ab2e8044b76"/>
          <a:stretch xmlns:a="http://schemas.openxmlformats.org/drawingml/2006/main"/>
        </p:blipFill>
        <p:spPr>
          <a:xfrm xmlns:a="http://schemas.openxmlformats.org/drawingml/2006/main">
            <a:off x="10325100" y="63055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46" name="timeline-text-4">
            <a:extLst xmlns:a="http://schemas.openxmlformats.org/drawingml/2006/main">
              <a:ext uri="{FF2B5EF4-FFF2-40B4-BE49-F238E27FC236}">
                <a16:creationId xmlns:a16="http://schemas.microsoft.com/office/drawing/2014/main" id="{B28B3A76-07CD-44BF-8BCF-942072BDE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6210300"/>
            <a:ext cx="57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rPr>
              <a:t>状态模型</a:t>
            </a:r>
          </a:p>
        </p:txBody>
      </p:sp>
      <p:pic>
        <p:nvPicPr>
          <p:cNvPr id="26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890343c07b45ac"/>
          <a:stretch xmlns:a="http://schemas.openxmlformats.org/drawingml/2006/main"/>
        </p:blipFill>
        <p:spPr>
          <a:xfrm xmlns:a="http://schemas.openxmlformats.org/drawingml/2006/main">
            <a:off x="10382250" y="268813"/>
            <a:ext cx="952500" cy="2148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980598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9937CBA2-7E4F-43F3-9EBA-CFD6BD1B5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38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rPr>
              <a:t>06 · 第一幕｜需求 → 可测试规格</a:t>
            </a:r>
          </a:p>
        </p:txBody>
      </p:sp>
      <p:sp>
        <p:nvSpPr>
          <p:cNvPr id="5" name="team-name">
            <a:extLst xmlns:a="http://schemas.openxmlformats.org/drawingml/2006/main">
              <a:ext uri="{FF2B5EF4-FFF2-40B4-BE49-F238E27FC236}">
                <a16:creationId xmlns:a16="http://schemas.microsoft.com/office/drawing/2014/main" id="{DF70FBB6-5F6E-4537-9090-0CBE67318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6" name="business-direction">
            <a:extLst xmlns:a="http://schemas.openxmlformats.org/drawingml/2006/main">
              <a:ext uri="{FF2B5EF4-FFF2-40B4-BE49-F238E27FC236}">
                <a16:creationId xmlns:a16="http://schemas.microsoft.com/office/drawing/2014/main" id="{264209F6-E82F-4B7F-97F5-9E0C8215D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" name="storyline-lead">
            <a:extLst xmlns:a="http://schemas.openxmlformats.org/drawingml/2006/main">
              <a:ext uri="{FF2B5EF4-FFF2-40B4-BE49-F238E27FC236}">
                <a16:creationId xmlns:a16="http://schemas.microsoft.com/office/drawing/2014/main" id="{513D4A51-8337-4FB4-B56E-8172C046E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8" name="storyline-outcome">
            <a:extLst xmlns:a="http://schemas.openxmlformats.org/drawingml/2006/main">
              <a:ext uri="{FF2B5EF4-FFF2-40B4-BE49-F238E27FC236}">
                <a16:creationId xmlns:a16="http://schemas.microsoft.com/office/drawing/2014/main" id="{BB1932BF-7915-4685-850E-EE30D779E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9" name="origin-story">
            <a:extLst xmlns:a="http://schemas.openxmlformats.org/drawingml/2006/main">
              <a:ext uri="{FF2B5EF4-FFF2-40B4-BE49-F238E27FC236}">
                <a16:creationId xmlns:a16="http://schemas.microsoft.com/office/drawing/2014/main" id="{4F383126-75F9-4A95-9DFA-12133DB4A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1104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210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实践：先让 AI 找分叉，人来冻结语义</a:t>
            </a:r>
          </a:p>
        </p:txBody>
      </p:sp>
      <p:sp>
        <p:nvSpPr>
          <p:cNvPr id="10" name="capability-label">
            <a:extLst xmlns:a="http://schemas.openxmlformats.org/drawingml/2006/main">
              <a:ext uri="{FF2B5EF4-FFF2-40B4-BE49-F238E27FC236}">
                <a16:creationId xmlns:a16="http://schemas.microsoft.com/office/drawing/2014/main" id="{6618DDA6-5320-4544-A67A-4138E5DF0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9115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SLIDE 06 · WORKSHOP</a:t>
            </a:r>
          </a:p>
        </p:txBody>
      </p:sp>
      <p:sp>
        <p:nvSpPr>
          <p:cNvPr id="12" name="capability-goal-text">
            <a:extLst xmlns:a="http://schemas.openxmlformats.org/drawingml/2006/main">
              <a:ext uri="{FF2B5EF4-FFF2-40B4-BE49-F238E27FC236}">
                <a16:creationId xmlns:a16="http://schemas.microsoft.com/office/drawing/2014/main" id="{A9BB6ADF-6F5A-486E-9828-9BB90056D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4" name="capability-tech-text">
            <a:extLst xmlns:a="http://schemas.openxmlformats.org/drawingml/2006/main">
              <a:ext uri="{FF2B5EF4-FFF2-40B4-BE49-F238E27FC236}">
                <a16:creationId xmlns:a16="http://schemas.microsoft.com/office/drawing/2014/main" id="{A789BA83-BEE2-4D60-80BC-6239BCAB3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6" name="capability-collaboration-text">
            <a:extLst xmlns:a="http://schemas.openxmlformats.org/drawingml/2006/main">
              <a:ext uri="{FF2B5EF4-FFF2-40B4-BE49-F238E27FC236}">
                <a16:creationId xmlns:a16="http://schemas.microsoft.com/office/drawing/2014/main" id="{D085A46E-BB95-4E44-A140-3211DC950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8" name="capability-cohesion-text">
            <a:extLst xmlns:a="http://schemas.openxmlformats.org/drawingml/2006/main">
              <a:ext uri="{FF2B5EF4-FFF2-40B4-BE49-F238E27FC236}">
                <a16:creationId xmlns:a16="http://schemas.microsoft.com/office/drawing/2014/main" id="{31E7FE61-7CF7-4BF1-B351-6E8BC2ABB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21" name="journey-top-rule">
            <a:extLst xmlns:a="http://schemas.openxmlformats.org/drawingml/2006/main">
              <a:ext uri="{FF2B5EF4-FFF2-40B4-BE49-F238E27FC236}">
                <a16:creationId xmlns:a16="http://schemas.microsoft.com/office/drawing/2014/main" id="{3F7D1C62-8DF5-4E48-9864-9C17DDEE1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2" name="journey-label">
            <a:extLst xmlns:a="http://schemas.openxmlformats.org/drawingml/2006/main">
              <a:ext uri="{FF2B5EF4-FFF2-40B4-BE49-F238E27FC236}">
                <a16:creationId xmlns:a16="http://schemas.microsoft.com/office/drawing/2014/main" id="{8E7E41EF-B0E6-4678-B07F-0EBF826CF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现场先复制约束 Prompt，再区分“AI 可分析”与“人必须拍板”的边界。</a:t>
            </a:r>
          </a:p>
        </p:txBody>
      </p:sp>
      <p:sp>
        <p:nvSpPr>
          <p:cNvPr id="26" name="stage-01-number">
            <a:extLst xmlns:a="http://schemas.openxmlformats.org/drawingml/2006/main">
              <a:ext uri="{FF2B5EF4-FFF2-40B4-BE49-F238E27FC236}">
                <a16:creationId xmlns:a16="http://schemas.microsoft.com/office/drawing/2014/main" id="{4225D723-AF17-46CE-8F57-EF6385A30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27" name="stage-01-title">
            <a:extLst xmlns:a="http://schemas.openxmlformats.org/drawingml/2006/main">
              <a:ext uri="{FF2B5EF4-FFF2-40B4-BE49-F238E27FC236}">
                <a16:creationId xmlns:a16="http://schemas.microsoft.com/office/drawing/2014/main" id="{A080687F-349A-4D96-8B9B-B15D9284C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28" name="stage-01-body">
            <a:extLst xmlns:a="http://schemas.openxmlformats.org/drawingml/2006/main">
              <a:ext uri="{FF2B5EF4-FFF2-40B4-BE49-F238E27FC236}">
                <a16:creationId xmlns:a16="http://schemas.microsoft.com/office/drawing/2014/main" id="{35DB16DD-F51B-49F2-B81F-24E50A16B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36" name="stage-03-number">
            <a:extLst xmlns:a="http://schemas.openxmlformats.org/drawingml/2006/main">
              <a:ext uri="{FF2B5EF4-FFF2-40B4-BE49-F238E27FC236}">
                <a16:creationId xmlns:a16="http://schemas.microsoft.com/office/drawing/2014/main" id="{C0286EEE-76D7-4C3D-959B-C1A40C2DE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37" name="stage-03-title">
            <a:extLst xmlns:a="http://schemas.openxmlformats.org/drawingml/2006/main">
              <a:ext uri="{FF2B5EF4-FFF2-40B4-BE49-F238E27FC236}">
                <a16:creationId xmlns:a16="http://schemas.microsoft.com/office/drawing/2014/main" id="{B27EC97C-4E04-4513-B0CF-9ED410CD8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38" name="stage-03-body">
            <a:extLst xmlns:a="http://schemas.openxmlformats.org/drawingml/2006/main">
              <a:ext uri="{FF2B5EF4-FFF2-40B4-BE49-F238E27FC236}">
                <a16:creationId xmlns:a16="http://schemas.microsoft.com/office/drawing/2014/main" id="{9E912F49-5FAE-4B6A-9826-0EE1EFB7F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46" name="stage-05-number">
            <a:extLst xmlns:a="http://schemas.openxmlformats.org/drawingml/2006/main">
              <a:ext uri="{FF2B5EF4-FFF2-40B4-BE49-F238E27FC236}">
                <a16:creationId xmlns:a16="http://schemas.microsoft.com/office/drawing/2014/main" id="{AA36F8DB-73A8-47E8-A962-56FE8DE85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47" name="stage-05-title">
            <a:extLst xmlns:a="http://schemas.openxmlformats.org/drawingml/2006/main">
              <a:ext uri="{FF2B5EF4-FFF2-40B4-BE49-F238E27FC236}">
                <a16:creationId xmlns:a16="http://schemas.microsoft.com/office/drawing/2014/main" id="{E55E05DE-AFC6-4422-9A2F-AD9E27F89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48" name="stage-05-body">
            <a:extLst xmlns:a="http://schemas.openxmlformats.org/drawingml/2006/main">
              <a:ext uri="{FF2B5EF4-FFF2-40B4-BE49-F238E27FC236}">
                <a16:creationId xmlns:a16="http://schemas.microsoft.com/office/drawing/2014/main" id="{F938BB63-05FA-4699-B9B6-45CD5A0C9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0" name="rail-flow-label">
            <a:extLst xmlns:a="http://schemas.openxmlformats.org/drawingml/2006/main">
              <a:ext uri="{FF2B5EF4-FFF2-40B4-BE49-F238E27FC236}">
                <a16:creationId xmlns:a16="http://schemas.microsoft.com/office/drawing/2014/main" id="{FF5EAC43-B84B-4541-B2F4-61336FAA9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8585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858585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1" name="rail-flow-line">
            <a:extLst xmlns:a="http://schemas.openxmlformats.org/drawingml/2006/main">
              <a:ext uri="{FF2B5EF4-FFF2-40B4-BE49-F238E27FC236}">
                <a16:creationId xmlns:a16="http://schemas.microsoft.com/office/drawing/2014/main" id="{AF9A8871-2B22-4386-A390-72752FB38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3" name="rail-flow-idea-label">
            <a:extLst xmlns:a="http://schemas.openxmlformats.org/drawingml/2006/main">
              <a:ext uri="{FF2B5EF4-FFF2-40B4-BE49-F238E27FC236}">
                <a16:creationId xmlns:a16="http://schemas.microsoft.com/office/drawing/2014/main" id="{72E1E745-7177-4B95-A3C2-46F9EE067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5" name="rail-flow-attack-label">
            <a:extLst xmlns:a="http://schemas.openxmlformats.org/drawingml/2006/main">
              <a:ext uri="{FF2B5EF4-FFF2-40B4-BE49-F238E27FC236}">
                <a16:creationId xmlns:a16="http://schemas.microsoft.com/office/drawing/2014/main" id="{1CD5E551-A644-4209-8B85-C43D55DAD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7" name="rail-flow-delivery-label">
            <a:extLst xmlns:a="http://schemas.openxmlformats.org/drawingml/2006/main">
              <a:ext uri="{FF2B5EF4-FFF2-40B4-BE49-F238E27FC236}">
                <a16:creationId xmlns:a16="http://schemas.microsoft.com/office/drawing/2014/main" id="{41242F25-AB1D-4FEC-AA44-0C6A2FA72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8" name="rail-result-box">
            <a:extLst xmlns:a="http://schemas.openxmlformats.org/drawingml/2006/main">
              <a:ext uri="{FF2B5EF4-FFF2-40B4-BE49-F238E27FC236}">
                <a16:creationId xmlns:a16="http://schemas.microsoft.com/office/drawing/2014/main" id="{F7117D08-254C-4F26-B6DD-8B03EB047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0" name="rail-result-text">
            <a:extLst xmlns:a="http://schemas.openxmlformats.org/drawingml/2006/main">
              <a:ext uri="{FF2B5EF4-FFF2-40B4-BE49-F238E27FC236}">
                <a16:creationId xmlns:a16="http://schemas.microsoft.com/office/drawing/2014/main" id="{34A8EF6F-28E9-4F9F-8CFD-1BF6F2603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63" b="1">
                <a:solidFill>
                  <a:srgbClr val="9C000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9C000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61" name="grid-top-rule">
            <a:extLst xmlns:a="http://schemas.openxmlformats.org/drawingml/2006/main">
              <a:ext uri="{FF2B5EF4-FFF2-40B4-BE49-F238E27FC236}">
                <a16:creationId xmlns:a16="http://schemas.microsoft.com/office/drawing/2014/main" id="{0F39FBDF-9E3B-4D49-B005-6B5B93FED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2" name="grid-middle-rule">
            <a:extLst xmlns:a="http://schemas.openxmlformats.org/drawingml/2006/main">
              <a:ext uri="{FF2B5EF4-FFF2-40B4-BE49-F238E27FC236}">
                <a16:creationId xmlns:a16="http://schemas.microsoft.com/office/drawing/2014/main" id="{BBC7B45A-19EF-4696-97BA-CE5C123E4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3" name="grid-vertical-rule">
            <a:extLst xmlns:a="http://schemas.openxmlformats.org/drawingml/2006/main">
              <a:ext uri="{FF2B5EF4-FFF2-40B4-BE49-F238E27FC236}">
                <a16:creationId xmlns:a16="http://schemas.microsoft.com/office/drawing/2014/main" id="{9513784B-DF55-42B5-ACF2-4EF87CE54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4" name="capability-top-rule">
            <a:extLst xmlns:a="http://schemas.openxmlformats.org/drawingml/2006/main">
              <a:ext uri="{FF2B5EF4-FFF2-40B4-BE49-F238E27FC236}">
                <a16:creationId xmlns:a16="http://schemas.microsoft.com/office/drawing/2014/main" id="{9013330B-53F2-4C98-B459-B7BC45073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5" name="module-01-icon-background">
            <a:extLst xmlns:a="http://schemas.openxmlformats.org/drawingml/2006/main">
              <a:ext uri="{FF2B5EF4-FFF2-40B4-BE49-F238E27FC236}">
                <a16:creationId xmlns:a16="http://schemas.microsoft.com/office/drawing/2014/main" id="{6BB7565D-24EF-47D6-BBB0-E18B6DE76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24050"/>
            <a:ext cx="4762500" cy="3124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B"/>
          </a:solidFill>
          <a:ln xmlns:a="http://schemas.openxmlformats.org/drawingml/2006/main" w="0">
            <a:solidFill>
              <a:srgbClr val="EAF2FB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7" name="module-02-icon-background">
            <a:extLst xmlns:a="http://schemas.openxmlformats.org/drawingml/2006/main">
              <a:ext uri="{FF2B5EF4-FFF2-40B4-BE49-F238E27FC236}">
                <a16:creationId xmlns:a16="http://schemas.microsoft.com/office/drawing/2014/main" id="{80C31D3C-F758-4BBC-A10E-E9C339D14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24050"/>
            <a:ext cx="4762500" cy="3124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FA"/>
          </a:solidFill>
          <a:ln xmlns:a="http://schemas.openxmlformats.org/drawingml/2006/main" w="0">
            <a:solidFill>
              <a:srgbClr val="F1ECF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9" name="module-03-icon-background">
            <a:extLst xmlns:a="http://schemas.openxmlformats.org/drawingml/2006/main">
              <a:ext uri="{FF2B5EF4-FFF2-40B4-BE49-F238E27FC236}">
                <a16:creationId xmlns:a16="http://schemas.microsoft.com/office/drawing/2014/main" id="{78E97F08-D68A-43EC-A2D0-7C3051E07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1" name="module-04-icon-background">
            <a:extLst xmlns:a="http://schemas.openxmlformats.org/drawingml/2006/main">
              <a:ext uri="{FF2B5EF4-FFF2-40B4-BE49-F238E27FC236}">
                <a16:creationId xmlns:a16="http://schemas.microsoft.com/office/drawing/2014/main" id="{C303905D-0287-4B86-92D4-33F0EB3B9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3" name="module-04-number">
            <a:extLst xmlns:a="http://schemas.openxmlformats.org/drawingml/2006/main">
              <a:ext uri="{FF2B5EF4-FFF2-40B4-BE49-F238E27FC236}">
                <a16:creationId xmlns:a16="http://schemas.microsoft.com/office/drawing/2014/main" id="{644EFF2E-DC9B-4D41-84F4-10582B446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4" name="module-04-title">
            <a:extLst xmlns:a="http://schemas.openxmlformats.org/drawingml/2006/main">
              <a:ext uri="{FF2B5EF4-FFF2-40B4-BE49-F238E27FC236}">
                <a16:creationId xmlns:a16="http://schemas.microsoft.com/office/drawing/2014/main" id="{9C3B8801-0886-4C35-A421-9571B2595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5" name="module-04-body">
            <a:extLst xmlns:a="http://schemas.openxmlformats.org/drawingml/2006/main">
              <a:ext uri="{FF2B5EF4-FFF2-40B4-BE49-F238E27FC236}">
                <a16:creationId xmlns:a16="http://schemas.microsoft.com/office/drawing/2014/main" id="{815AB31E-77DC-41EF-9FDD-2104B3529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6" name="capability-goal-icon-background">
            <a:extLst xmlns:a="http://schemas.openxmlformats.org/drawingml/2006/main">
              <a:ext uri="{FF2B5EF4-FFF2-40B4-BE49-F238E27FC236}">
                <a16:creationId xmlns:a16="http://schemas.microsoft.com/office/drawing/2014/main" id="{ACC8CF6A-83B8-4CA8-B500-7FCD1FE49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8" name="capability-tech-icon-background">
            <a:extLst xmlns:a="http://schemas.openxmlformats.org/drawingml/2006/main">
              <a:ext uri="{FF2B5EF4-FFF2-40B4-BE49-F238E27FC236}">
                <a16:creationId xmlns:a16="http://schemas.microsoft.com/office/drawing/2014/main" id="{1FBC427F-E57C-45DB-9CCE-FEBB0D899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0" name="capability-collaboration-icon-background">
            <a:extLst xmlns:a="http://schemas.openxmlformats.org/drawingml/2006/main">
              <a:ext uri="{FF2B5EF4-FFF2-40B4-BE49-F238E27FC236}">
                <a16:creationId xmlns:a16="http://schemas.microsoft.com/office/drawing/2014/main" id="{6E13DFB3-20F1-4890-9CA4-4556205A7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2" name="capability-cohesion-icon-background">
            <a:extLst xmlns:a="http://schemas.openxmlformats.org/drawingml/2006/main">
              <a:ext uri="{FF2B5EF4-FFF2-40B4-BE49-F238E27FC236}">
                <a16:creationId xmlns:a16="http://schemas.microsoft.com/office/drawing/2014/main" id="{6D6CB4E0-0BEB-4D63-8FF5-DCEBE4D95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4" name="competitiveness-result-box">
            <a:extLst xmlns:a="http://schemas.openxmlformats.org/drawingml/2006/main">
              <a:ext uri="{FF2B5EF4-FFF2-40B4-BE49-F238E27FC236}">
                <a16:creationId xmlns:a16="http://schemas.microsoft.com/office/drawing/2014/main" id="{F216EF67-2742-4E3A-81AE-9DA7A0133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6" name="competitiveness-result-text">
            <a:extLst xmlns:a="http://schemas.openxmlformats.org/drawingml/2006/main">
              <a:ext uri="{FF2B5EF4-FFF2-40B4-BE49-F238E27FC236}">
                <a16:creationId xmlns:a16="http://schemas.microsoft.com/office/drawing/2014/main" id="{5EF20348-951F-48D4-9F42-3FB89748A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276850"/>
            <a:ext cx="733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38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rPr>
              <a:t>现场动作：2 人一组标记“事实问题 / 产品决策”；高影响 OPEN 不得进入实现。</a:t>
            </a:r>
          </a:p>
        </p:txBody>
      </p:sp>
      <p:pic>
        <p:nvPicPr>
          <p:cNvPr id="20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cbca1af0e448fb"/>
          <a:stretch xmlns:a="http://schemas.openxmlformats.org/drawingml/2006/main"/>
        </p:blipFill>
        <p:spPr>
          <a:xfrm xmlns:a="http://schemas.openxmlformats.org/drawingml/2006/main">
            <a:off x="400050" y="257175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88" name="case-header-rule">
            <a:extLst xmlns:a="http://schemas.openxmlformats.org/drawingml/2006/main">
              <a:ext uri="{FF2B5EF4-FFF2-40B4-BE49-F238E27FC236}">
                <a16:creationId xmlns:a16="http://schemas.microsoft.com/office/drawing/2014/main" id="{BAC1EAF4-B798-4F81-B3D8-E711C771E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0020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7D7"/>
          </a:solidFill>
          <a:ln xmlns:a="http://schemas.openxmlformats.org/drawingml/2006/main" w="0">
            <a:solidFill>
              <a:srgbClr val="D7D7D7"/>
            </a:solidFill>
            <a:prstDash val="solid"/>
          </a:ln>
        </p:spPr>
      </p:sp>
      <p:pic>
        <p:nvPicPr>
          <p:cNvPr id="20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72458a4e634c8f"/>
          <a:stretch xmlns:a="http://schemas.openxmlformats.org/drawingml/2006/main"/>
        </p:blipFill>
        <p:spPr>
          <a:xfrm xmlns:a="http://schemas.openxmlformats.org/drawingml/2006/main">
            <a:off x="666750" y="2190750"/>
            <a:ext cx="438150" cy="438150"/>
          </a:xfrm>
          <a:prstGeom xmlns:a="http://schemas.openxmlformats.org/drawingml/2006/main" prst="rect">
            <a:avLst/>
          </a:prstGeom>
        </p:spPr>
      </p:pic>
      <p:pic>
        <p:nvPicPr>
          <p:cNvPr id="20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1aea827a9644c5"/>
          <a:stretch xmlns:a="http://schemas.openxmlformats.org/drawingml/2006/main"/>
        </p:blipFill>
        <p:spPr>
          <a:xfrm xmlns:a="http://schemas.openxmlformats.org/drawingml/2006/main">
            <a:off x="6838950" y="2190750"/>
            <a:ext cx="438150" cy="438150"/>
          </a:xfrm>
          <a:prstGeom xmlns:a="http://schemas.openxmlformats.org/drawingml/2006/main" prst="rect">
            <a:avLst/>
          </a:prstGeom>
        </p:spPr>
      </p:pic>
      <p:sp>
        <p:nvSpPr>
          <p:cNvPr id="91" name="case-one-number">
            <a:extLst xmlns:a="http://schemas.openxmlformats.org/drawingml/2006/main">
              <a:ext uri="{FF2B5EF4-FFF2-40B4-BE49-F238E27FC236}">
                <a16:creationId xmlns:a16="http://schemas.microsoft.com/office/drawing/2014/main" id="{80F689AD-6F88-4A35-AE85-A26AC3B82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1526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rPr>
              <a:t>CASE 06</a:t>
            </a:r>
          </a:p>
        </p:txBody>
      </p:sp>
      <p:sp>
        <p:nvSpPr>
          <p:cNvPr id="92" name="case-two-number">
            <a:extLst xmlns:a="http://schemas.openxmlformats.org/drawingml/2006/main">
              <a:ext uri="{FF2B5EF4-FFF2-40B4-BE49-F238E27FC236}">
                <a16:creationId xmlns:a16="http://schemas.microsoft.com/office/drawing/2014/main" id="{0A6698CA-AC0B-41F4-85BA-082BCE6B8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1526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>CONTRAST</a:t>
            </a:r>
          </a:p>
        </p:txBody>
      </p:sp>
      <p:sp>
        <p:nvSpPr>
          <p:cNvPr id="93" name="case-one-title">
            <a:extLst xmlns:a="http://schemas.openxmlformats.org/drawingml/2006/main">
              <a:ext uri="{FF2B5EF4-FFF2-40B4-BE49-F238E27FC236}">
                <a16:creationId xmlns:a16="http://schemas.microsoft.com/office/drawing/2014/main" id="{EE710BA8-D19C-4963-AFB4-4F3C1F99D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3622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现场 Prompt（直接复制）</a:t>
            </a:r>
          </a:p>
        </p:txBody>
      </p:sp>
      <p:sp>
        <p:nvSpPr>
          <p:cNvPr id="94" name="case-two-title">
            <a:extLst xmlns:a="http://schemas.openxmlformats.org/drawingml/2006/main">
              <a:ext uri="{FF2B5EF4-FFF2-40B4-BE49-F238E27FC236}">
                <a16:creationId xmlns:a16="http://schemas.microsoft.com/office/drawing/2014/main" id="{318AF84A-C84B-43B2-BA7D-1800772BA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3622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人必须冻结的五件事</a:t>
            </a:r>
          </a:p>
        </p:txBody>
      </p:sp>
      <p:sp>
        <p:nvSpPr>
          <p:cNvPr id="95" name="case-one-method">
            <a:extLst xmlns:a="http://schemas.openxmlformats.org/drawingml/2006/main">
              <a:ext uri="{FF2B5EF4-FFF2-40B4-BE49-F238E27FC236}">
                <a16:creationId xmlns:a16="http://schemas.microsoft.com/office/drawing/2014/main" id="{D641B88F-BC38-42A3-A4BB-5C0A78563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rPr>
              <a:t>3 MIN / PAIR WORK</a:t>
            </a:r>
          </a:p>
        </p:txBody>
      </p:sp>
      <p:sp>
        <p:nvSpPr>
          <p:cNvPr id="96" name="case-two-method">
            <a:extLst xmlns:a="http://schemas.openxmlformats.org/drawingml/2006/main">
              <a:ext uri="{FF2B5EF4-FFF2-40B4-BE49-F238E27FC236}">
                <a16:creationId xmlns:a16="http://schemas.microsoft.com/office/drawing/2014/main" id="{138671CA-C122-4895-8836-E45A6FC58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575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>FREEZE</a:t>
            </a:r>
          </a:p>
        </p:txBody>
      </p:sp>
      <p:sp>
        <p:nvSpPr>
          <p:cNvPr id="97" name="case-left-rule-0">
            <a:extLst xmlns:a="http://schemas.openxmlformats.org/drawingml/2006/main">
              <a:ext uri="{FF2B5EF4-FFF2-40B4-BE49-F238E27FC236}">
                <a16:creationId xmlns:a16="http://schemas.microsoft.com/office/drawing/2014/main" id="{A9E0F7F1-556E-496E-816D-C112F9654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813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98" name="case-right-rule-0">
            <a:extLst xmlns:a="http://schemas.openxmlformats.org/drawingml/2006/main">
              <a:ext uri="{FF2B5EF4-FFF2-40B4-BE49-F238E27FC236}">
                <a16:creationId xmlns:a16="http://schemas.microsoft.com/office/drawing/2014/main" id="{F698392D-CBD9-4BDB-A31B-B374CB008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1813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99" name="case-label-left-0">
            <a:extLst xmlns:a="http://schemas.openxmlformats.org/drawingml/2006/main">
              <a:ext uri="{FF2B5EF4-FFF2-40B4-BE49-F238E27FC236}">
                <a16:creationId xmlns:a16="http://schemas.microsoft.com/office/drawing/2014/main" id="{1AFF2D59-C41A-4DA2-B654-8554618F8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约束 1</a:t>
            </a:r>
          </a:p>
        </p:txBody>
      </p:sp>
      <p:sp>
        <p:nvSpPr>
          <p:cNvPr id="100" name="case-value-left-0">
            <a:extLst xmlns:a="http://schemas.openxmlformats.org/drawingml/2006/main">
              <a:ext uri="{FF2B5EF4-FFF2-40B4-BE49-F238E27FC236}">
                <a16:creationId xmlns:a16="http://schemas.microsoft.com/office/drawing/2014/main" id="{17B95C37-E670-4E76-804D-E304F37CD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2385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不要设计方案，不要写代码</a:t>
            </a:r>
          </a:p>
        </p:txBody>
      </p:sp>
      <p:sp>
        <p:nvSpPr>
          <p:cNvPr id="101" name="case-label-right-0">
            <a:extLst xmlns:a="http://schemas.openxmlformats.org/drawingml/2006/main">
              <a:ext uri="{FF2B5EF4-FFF2-40B4-BE49-F238E27FC236}">
                <a16:creationId xmlns:a16="http://schemas.microsoft.com/office/drawing/2014/main" id="{18A46C20-C188-49D9-98C2-BA5F1F298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2385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事实</a:t>
            </a:r>
          </a:p>
        </p:txBody>
      </p:sp>
      <p:sp>
        <p:nvSpPr>
          <p:cNvPr id="102" name="case-value-right-0">
            <a:extLst xmlns:a="http://schemas.openxmlformats.org/drawingml/2006/main">
              <a:ext uri="{FF2B5EF4-FFF2-40B4-BE49-F238E27FC236}">
                <a16:creationId xmlns:a16="http://schemas.microsoft.com/office/drawing/2014/main" id="{7B7E08BA-BD87-441F-B3DB-2BCCF3B9A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2385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账号集合以谁为准</a:t>
            </a:r>
          </a:p>
        </p:txBody>
      </p:sp>
      <p:sp>
        <p:nvSpPr>
          <p:cNvPr id="103" name="case-left-rule-1">
            <a:extLst xmlns:a="http://schemas.openxmlformats.org/drawingml/2006/main">
              <a:ext uri="{FF2B5EF4-FFF2-40B4-BE49-F238E27FC236}">
                <a16:creationId xmlns:a16="http://schemas.microsoft.com/office/drawing/2014/main" id="{659D7CC2-4EC3-4F7C-BF89-3A07EE6C3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004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04" name="case-right-rule-1">
            <a:extLst xmlns:a="http://schemas.openxmlformats.org/drawingml/2006/main">
              <a:ext uri="{FF2B5EF4-FFF2-40B4-BE49-F238E27FC236}">
                <a16:creationId xmlns:a16="http://schemas.microsoft.com/office/drawing/2014/main" id="{B37D164D-5E44-46FA-ADF5-91601117C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6004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05" name="case-label-left-1">
            <a:extLst xmlns:a="http://schemas.openxmlformats.org/drawingml/2006/main">
              <a:ext uri="{FF2B5EF4-FFF2-40B4-BE49-F238E27FC236}">
                <a16:creationId xmlns:a16="http://schemas.microsoft.com/office/drawing/2014/main" id="{796BAB44-29A4-4469-8C56-2DD29EAB6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576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约束 2</a:t>
            </a:r>
          </a:p>
        </p:txBody>
      </p:sp>
      <p:sp>
        <p:nvSpPr>
          <p:cNvPr id="106" name="case-value-left-1">
            <a:extLst xmlns:a="http://schemas.openxmlformats.org/drawingml/2006/main">
              <a:ext uri="{FF2B5EF4-FFF2-40B4-BE49-F238E27FC236}">
                <a16:creationId xmlns:a16="http://schemas.microsoft.com/office/drawing/2014/main" id="{E2585E34-D692-44BF-BE1E-7329CBA4B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576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只找会改变状态/顺序/补偿/验收的歧义</a:t>
            </a:r>
          </a:p>
        </p:txBody>
      </p:sp>
      <p:sp>
        <p:nvSpPr>
          <p:cNvPr id="107" name="case-label-right-1">
            <a:extLst xmlns:a="http://schemas.openxmlformats.org/drawingml/2006/main">
              <a:ext uri="{FF2B5EF4-FFF2-40B4-BE49-F238E27FC236}">
                <a16:creationId xmlns:a16="http://schemas.microsoft.com/office/drawing/2014/main" id="{40591D54-6B8B-4336-9EA6-38AC4E705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6576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失败</a:t>
            </a:r>
          </a:p>
        </p:txBody>
      </p:sp>
      <p:sp>
        <p:nvSpPr>
          <p:cNvPr id="108" name="case-value-right-1">
            <a:extLst xmlns:a="http://schemas.openxmlformats.org/drawingml/2006/main">
              <a:ext uri="{FF2B5EF4-FFF2-40B4-BE49-F238E27FC236}">
                <a16:creationId xmlns:a16="http://schemas.microsoft.com/office/drawing/2014/main" id="{3E0F325A-0686-4039-ACBE-35AD57BC2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6576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best-effort 或 rollback</a:t>
            </a:r>
          </a:p>
        </p:txBody>
      </p:sp>
      <p:sp>
        <p:nvSpPr>
          <p:cNvPr id="109" name="case-left-rule-2">
            <a:extLst xmlns:a="http://schemas.openxmlformats.org/drawingml/2006/main">
              <a:ext uri="{FF2B5EF4-FFF2-40B4-BE49-F238E27FC236}">
                <a16:creationId xmlns:a16="http://schemas.microsoft.com/office/drawing/2014/main" id="{B431DC1D-7996-47F7-B716-B4104C061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195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0" name="case-right-rule-2">
            <a:extLst xmlns:a="http://schemas.openxmlformats.org/drawingml/2006/main">
              <a:ext uri="{FF2B5EF4-FFF2-40B4-BE49-F238E27FC236}">
                <a16:creationId xmlns:a16="http://schemas.microsoft.com/office/drawing/2014/main" id="{8A9990CB-8F45-4A02-86D6-E10EE0E9F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0195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1" name="case-label-left-2">
            <a:extLst xmlns:a="http://schemas.openxmlformats.org/drawingml/2006/main">
              <a:ext uri="{FF2B5EF4-FFF2-40B4-BE49-F238E27FC236}">
                <a16:creationId xmlns:a16="http://schemas.microsoft.com/office/drawing/2014/main" id="{2BEDC775-5045-4471-AF1B-C0AD01484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767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输出 1</a:t>
            </a:r>
          </a:p>
        </p:txBody>
      </p:sp>
      <p:sp>
        <p:nvSpPr>
          <p:cNvPr id="112" name="case-value-left-2">
            <a:extLst xmlns:a="http://schemas.openxmlformats.org/drawingml/2006/main">
              <a:ext uri="{FF2B5EF4-FFF2-40B4-BE49-F238E27FC236}">
                <a16:creationId xmlns:a16="http://schemas.microsoft.com/office/drawing/2014/main" id="{EA218FAD-D644-4FFB-BE95-C64F04C7F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767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每项至少两个互斥答案</a:t>
            </a:r>
          </a:p>
        </p:txBody>
      </p:sp>
      <p:sp>
        <p:nvSpPr>
          <p:cNvPr id="113" name="case-label-right-2">
            <a:extLst xmlns:a="http://schemas.openxmlformats.org/drawingml/2006/main">
              <a:ext uri="{FF2B5EF4-FFF2-40B4-BE49-F238E27FC236}">
                <a16:creationId xmlns:a16="http://schemas.microsoft.com/office/drawing/2014/main" id="{577C7B67-0F67-44A6-9DDD-559EFF9DC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0767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提交</a:t>
            </a:r>
          </a:p>
        </p:txBody>
      </p:sp>
      <p:sp>
        <p:nvSpPr>
          <p:cNvPr id="114" name="case-value-right-2">
            <a:extLst xmlns:a="http://schemas.openxmlformats.org/drawingml/2006/main">
              <a:ext uri="{FF2B5EF4-FFF2-40B4-BE49-F238E27FC236}">
                <a16:creationId xmlns:a16="http://schemas.microsoft.com/office/drawing/2014/main" id="{563E56E8-30B3-435F-846A-BBF723B44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0767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唯一 commit point</a:t>
            </a:r>
          </a:p>
        </p:txBody>
      </p:sp>
      <p:sp>
        <p:nvSpPr>
          <p:cNvPr id="115" name="case-left-rule-3">
            <a:extLst xmlns:a="http://schemas.openxmlformats.org/drawingml/2006/main">
              <a:ext uri="{FF2B5EF4-FFF2-40B4-BE49-F238E27FC236}">
                <a16:creationId xmlns:a16="http://schemas.microsoft.com/office/drawing/2014/main" id="{73F1F4EA-AE10-4C4D-BA07-7CC8DAE70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386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6" name="case-right-rule-3">
            <a:extLst xmlns:a="http://schemas.openxmlformats.org/drawingml/2006/main">
              <a:ext uri="{FF2B5EF4-FFF2-40B4-BE49-F238E27FC236}">
                <a16:creationId xmlns:a16="http://schemas.microsoft.com/office/drawing/2014/main" id="{54F3B591-F56B-4DB3-A065-BC6E7BCF2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4386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7" name="case-label-left-3">
            <a:extLst xmlns:a="http://schemas.openxmlformats.org/drawingml/2006/main">
              <a:ext uri="{FF2B5EF4-FFF2-40B4-BE49-F238E27FC236}">
                <a16:creationId xmlns:a16="http://schemas.microsoft.com/office/drawing/2014/main" id="{678E3CF7-1438-4AC3-A0C1-5353F3F2F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958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输出 2</a:t>
            </a:r>
          </a:p>
        </p:txBody>
      </p:sp>
      <p:sp>
        <p:nvSpPr>
          <p:cNvPr id="118" name="case-value-left-3">
            <a:extLst xmlns:a="http://schemas.openxmlformats.org/drawingml/2006/main">
              <a:ext uri="{FF2B5EF4-FFF2-40B4-BE49-F238E27FC236}">
                <a16:creationId xmlns:a16="http://schemas.microsoft.com/office/drawing/2014/main" id="{63677797-5DC0-45FD-9D3E-4D98A65D1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4958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说明各答案影响的代码与测试</a:t>
            </a:r>
          </a:p>
        </p:txBody>
      </p:sp>
      <p:sp>
        <p:nvSpPr>
          <p:cNvPr id="119" name="case-label-right-3">
            <a:extLst xmlns:a="http://schemas.openxmlformats.org/drawingml/2006/main">
              <a:ext uri="{FF2B5EF4-FFF2-40B4-BE49-F238E27FC236}">
                <a16:creationId xmlns:a16="http://schemas.microsoft.com/office/drawing/2014/main" id="{796CDBCF-DEAC-47B8-9C7D-BBC794C33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4958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展示</a:t>
            </a:r>
          </a:p>
        </p:txBody>
      </p:sp>
      <p:sp>
        <p:nvSpPr>
          <p:cNvPr id="120" name="case-value-right-3">
            <a:extLst xmlns:a="http://schemas.openxmlformats.org/drawingml/2006/main">
              <a:ext uri="{FF2B5EF4-FFF2-40B4-BE49-F238E27FC236}">
                <a16:creationId xmlns:a16="http://schemas.microsoft.com/office/drawing/2014/main" id="{1212E204-1B9F-477E-80DD-961E203DC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4958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UI 与系统的口径</a:t>
            </a:r>
          </a:p>
        </p:txBody>
      </p:sp>
      <p:sp>
        <p:nvSpPr>
          <p:cNvPr id="121" name="case-transfer-circle">
            <a:extLst xmlns:a="http://schemas.openxmlformats.org/drawingml/2006/main">
              <a:ext uri="{FF2B5EF4-FFF2-40B4-BE49-F238E27FC236}">
                <a16:creationId xmlns:a16="http://schemas.microsoft.com/office/drawing/2014/main" id="{FF6A693F-DADF-434A-A7E7-B5831EE8E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95275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7000B"/>
            </a:solidFill>
            <a:prstDash val="solid"/>
          </a:ln>
        </p:spPr>
      </p:sp>
      <p:pic>
        <p:nvPicPr>
          <p:cNvPr id="2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fe4188add24e09"/>
          <a:stretch xmlns:a="http://schemas.openxmlformats.org/drawingml/2006/main"/>
        </p:blipFill>
        <p:spPr>
          <a:xfrm xmlns:a="http://schemas.openxmlformats.org/drawingml/2006/main">
            <a:off x="5667375" y="3105150"/>
            <a:ext cx="400050" cy="400050"/>
          </a:xfrm>
          <a:prstGeom xmlns:a="http://schemas.openxmlformats.org/drawingml/2006/main" prst="rect">
            <a:avLst/>
          </a:prstGeom>
        </p:spPr>
      </p:pic>
      <p:sp>
        <p:nvSpPr>
          <p:cNvPr id="123" name="case-transfer-text">
            <a:extLst xmlns:a="http://schemas.openxmlformats.org/drawingml/2006/main">
              <a:ext uri="{FF2B5EF4-FFF2-40B4-BE49-F238E27FC236}">
                <a16:creationId xmlns:a16="http://schemas.microsoft.com/office/drawing/2014/main" id="{48A38601-6EA4-43E6-9D6F-38C449733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524250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88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对照</a:t>
            </a:r>
          </a:p>
        </p:txBody>
      </p:sp>
      <p:sp>
        <p:nvSpPr>
          <p:cNvPr id="124" name="case-left-arrow">
            <a:extLst xmlns:a="http://schemas.openxmlformats.org/drawingml/2006/main">
              <a:ext uri="{FF2B5EF4-FFF2-40B4-BE49-F238E27FC236}">
                <a16:creationId xmlns:a16="http://schemas.microsoft.com/office/drawing/2014/main" id="{03A1806C-B519-4A4A-9980-2434DFAFD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21945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22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←</a:t>
            </a:r>
          </a:p>
        </p:txBody>
      </p:sp>
      <p:sp>
        <p:nvSpPr>
          <p:cNvPr id="125" name="case-right-arrow">
            <a:extLst xmlns:a="http://schemas.openxmlformats.org/drawingml/2006/main">
              <a:ext uri="{FF2B5EF4-FFF2-40B4-BE49-F238E27FC236}">
                <a16:creationId xmlns:a16="http://schemas.microsoft.com/office/drawing/2014/main" id="{E8FB34F1-A4F6-406E-85FD-21A5A0934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21945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22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26" name="timeline-rule">
            <a:extLst xmlns:a="http://schemas.openxmlformats.org/drawingml/2006/main">
              <a:ext uri="{FF2B5EF4-FFF2-40B4-BE49-F238E27FC236}">
                <a16:creationId xmlns:a16="http://schemas.microsoft.com/office/drawing/2014/main" id="{46F26517-8D14-4ED8-B91E-154EEEC9A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81700"/>
            <a:ext cx="10934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7D7"/>
          </a:solidFill>
          <a:ln xmlns:a="http://schemas.openxmlformats.org/drawingml/2006/main" w="0">
            <a:solidFill>
              <a:srgbClr val="D7D7D7"/>
            </a:solidFill>
            <a:prstDash val="solid"/>
          </a:ln>
        </p:spPr>
      </p:sp>
      <p:sp>
        <p:nvSpPr>
          <p:cNvPr id="127" name="timeline-dot-0">
            <a:extLst xmlns:a="http://schemas.openxmlformats.org/drawingml/2006/main">
              <a:ext uri="{FF2B5EF4-FFF2-40B4-BE49-F238E27FC236}">
                <a16:creationId xmlns:a16="http://schemas.microsoft.com/office/drawing/2014/main" id="{B1B2265D-D326-40FF-A60F-C0FBE9741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674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128" name="timeline-card-0">
            <a:extLst xmlns:a="http://schemas.openxmlformats.org/drawingml/2006/main">
              <a:ext uri="{FF2B5EF4-FFF2-40B4-BE49-F238E27FC236}">
                <a16:creationId xmlns:a16="http://schemas.microsoft.com/office/drawing/2014/main" id="{E06F85EB-4FA9-4043-8BE1-A3CF40B5C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72200"/>
            <a:ext cx="2000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EC"/>
          </a:solidFill>
          <a:ln xmlns:a="http://schemas.openxmlformats.org/drawingml/2006/main" w="0">
            <a:solidFill>
              <a:srgbClr val="FBEAEC"/>
            </a:solidFill>
            <a:prstDash val="solid"/>
          </a:ln>
        </p:spPr>
      </p:sp>
      <p:pic>
        <p:nvPicPr>
          <p:cNvPr id="2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5622ded6744df2"/>
          <a:stretch xmlns:a="http://schemas.openxmlformats.org/drawingml/2006/main"/>
        </p:blipFill>
        <p:spPr>
          <a:xfrm xmlns:a="http://schemas.openxmlformats.org/drawingml/2006/main">
            <a:off x="514350" y="63055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30" name="timeline-text-0">
            <a:extLst xmlns:a="http://schemas.openxmlformats.org/drawingml/2006/main">
              <a:ext uri="{FF2B5EF4-FFF2-40B4-BE49-F238E27FC236}">
                <a16:creationId xmlns:a16="http://schemas.microsoft.com/office/drawing/2014/main" id="{3B912A19-9FE5-4187-98C5-1F80D3054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210300"/>
            <a:ext cx="1543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对象模型</a:t>
            </a:r>
          </a:p>
        </p:txBody>
      </p:sp>
      <p:sp>
        <p:nvSpPr>
          <p:cNvPr id="131" name="timeline-dot-1">
            <a:extLst xmlns:a="http://schemas.openxmlformats.org/drawingml/2006/main">
              <a:ext uri="{FF2B5EF4-FFF2-40B4-BE49-F238E27FC236}">
                <a16:creationId xmlns:a16="http://schemas.microsoft.com/office/drawing/2014/main" id="{7D872788-C8C9-4D53-BCFB-3EE338664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58674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45C7"/>
          </a:solidFill>
          <a:ln xmlns:a="http://schemas.openxmlformats.org/drawingml/2006/main" w="0">
            <a:solidFill>
              <a:srgbClr val="6D45C7"/>
            </a:solidFill>
            <a:prstDash val="solid"/>
          </a:ln>
        </p:spPr>
      </p:sp>
      <p:sp>
        <p:nvSpPr>
          <p:cNvPr id="132" name="timeline-card-1">
            <a:extLst xmlns:a="http://schemas.openxmlformats.org/drawingml/2006/main">
              <a:ext uri="{FF2B5EF4-FFF2-40B4-BE49-F238E27FC236}">
                <a16:creationId xmlns:a16="http://schemas.microsoft.com/office/drawing/2014/main" id="{07574872-6C46-4DCB-998F-DE9FCE105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6172200"/>
            <a:ext cx="3048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FA"/>
          </a:solidFill>
          <a:ln xmlns:a="http://schemas.openxmlformats.org/drawingml/2006/main" w="0">
            <a:solidFill>
              <a:srgbClr val="F1ECFA"/>
            </a:solidFill>
            <a:prstDash val="solid"/>
          </a:ln>
        </p:spPr>
      </p:sp>
      <p:pic>
        <p:nvPicPr>
          <p:cNvPr id="2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911959e84e459e"/>
          <a:stretch xmlns:a="http://schemas.openxmlformats.org/drawingml/2006/main"/>
        </p:blipFill>
        <p:spPr>
          <a:xfrm xmlns:a="http://schemas.openxmlformats.org/drawingml/2006/main">
            <a:off x="2705100" y="63055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34" name="timeline-text-1">
            <a:extLst xmlns:a="http://schemas.openxmlformats.org/drawingml/2006/main">
              <a:ext uri="{FF2B5EF4-FFF2-40B4-BE49-F238E27FC236}">
                <a16:creationId xmlns:a16="http://schemas.microsoft.com/office/drawing/2014/main" id="{4A727200-EA29-4361-9862-418A0DE95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6210300"/>
            <a:ext cx="2590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>寻找分叉</a:t>
            </a:r>
          </a:p>
        </p:txBody>
      </p:sp>
      <p:sp>
        <p:nvSpPr>
          <p:cNvPr id="135" name="timeline-dot-2">
            <a:extLst xmlns:a="http://schemas.openxmlformats.org/drawingml/2006/main">
              <a:ext uri="{FF2B5EF4-FFF2-40B4-BE49-F238E27FC236}">
                <a16:creationId xmlns:a16="http://schemas.microsoft.com/office/drawing/2014/main" id="{3F1EC896-E46F-4384-894B-3DDEC4776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58674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136" name="timeline-card-2">
            <a:extLst xmlns:a="http://schemas.openxmlformats.org/drawingml/2006/main">
              <a:ext uri="{FF2B5EF4-FFF2-40B4-BE49-F238E27FC236}">
                <a16:creationId xmlns:a16="http://schemas.microsoft.com/office/drawing/2014/main" id="{F4FEA41C-C58A-4D35-9F21-95E1FD4ED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6172200"/>
            <a:ext cx="1428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EC"/>
          </a:solidFill>
          <a:ln xmlns:a="http://schemas.openxmlformats.org/drawingml/2006/main" w="0">
            <a:solidFill>
              <a:srgbClr val="FBEAEC"/>
            </a:solidFill>
            <a:prstDash val="solid"/>
          </a:ln>
        </p:spPr>
      </p:sp>
      <p:pic>
        <p:nvPicPr>
          <p:cNvPr id="2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62d8a286e1485b"/>
          <a:stretch xmlns:a="http://schemas.openxmlformats.org/drawingml/2006/main"/>
        </p:blipFill>
        <p:spPr>
          <a:xfrm xmlns:a="http://schemas.openxmlformats.org/drawingml/2006/main">
            <a:off x="5943600" y="63055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38" name="timeline-text-2">
            <a:extLst xmlns:a="http://schemas.openxmlformats.org/drawingml/2006/main">
              <a:ext uri="{FF2B5EF4-FFF2-40B4-BE49-F238E27FC236}">
                <a16:creationId xmlns:a16="http://schemas.microsoft.com/office/drawing/2014/main" id="{75A6DFD3-381A-4508-A88C-74D03EE63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6210300"/>
            <a:ext cx="971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EARS</a:t>
            </a:r>
          </a:p>
        </p:txBody>
      </p:sp>
      <p:sp>
        <p:nvSpPr>
          <p:cNvPr id="139" name="timeline-dot-3">
            <a:extLst xmlns:a="http://schemas.openxmlformats.org/drawingml/2006/main">
              <a:ext uri="{FF2B5EF4-FFF2-40B4-BE49-F238E27FC236}">
                <a16:creationId xmlns:a16="http://schemas.microsoft.com/office/drawing/2014/main" id="{EE23DBD8-AF98-46BF-B5EA-9A5764E71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8674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45C7"/>
          </a:solidFill>
          <a:ln xmlns:a="http://schemas.openxmlformats.org/drawingml/2006/main" w="0">
            <a:solidFill>
              <a:srgbClr val="6D45C7"/>
            </a:solidFill>
            <a:prstDash val="solid"/>
          </a:ln>
        </p:spPr>
      </p:sp>
      <p:sp>
        <p:nvSpPr>
          <p:cNvPr id="140" name="timeline-card-3">
            <a:extLst xmlns:a="http://schemas.openxmlformats.org/drawingml/2006/main">
              <a:ext uri="{FF2B5EF4-FFF2-40B4-BE49-F238E27FC236}">
                <a16:creationId xmlns:a16="http://schemas.microsoft.com/office/drawing/2014/main" id="{705D6FCE-1ACC-445B-943D-DD93AE12E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72200"/>
            <a:ext cx="2571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FA"/>
          </a:solidFill>
          <a:ln xmlns:a="http://schemas.openxmlformats.org/drawingml/2006/main" w="0">
            <a:solidFill>
              <a:srgbClr val="F1ECFA"/>
            </a:solidFill>
            <a:prstDash val="solid"/>
          </a:ln>
        </p:spPr>
      </p:sp>
      <p:pic>
        <p:nvPicPr>
          <p:cNvPr id="25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8a1f103197462f"/>
          <a:stretch xmlns:a="http://schemas.openxmlformats.org/drawingml/2006/main"/>
        </p:blipFill>
        <p:spPr>
          <a:xfrm xmlns:a="http://schemas.openxmlformats.org/drawingml/2006/main">
            <a:off x="7562850" y="63055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42" name="timeline-text-3">
            <a:extLst xmlns:a="http://schemas.openxmlformats.org/drawingml/2006/main">
              <a:ext uri="{FF2B5EF4-FFF2-40B4-BE49-F238E27FC236}">
                <a16:creationId xmlns:a16="http://schemas.microsoft.com/office/drawing/2014/main" id="{D8BB6B58-07F6-42CB-AD15-5ADC5CB98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6210300"/>
            <a:ext cx="2114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>行为矩阵</a:t>
            </a:r>
          </a:p>
        </p:txBody>
      </p:sp>
      <p:sp>
        <p:nvSpPr>
          <p:cNvPr id="143" name="timeline-dot-4">
            <a:extLst xmlns:a="http://schemas.openxmlformats.org/drawingml/2006/main">
              <a:ext uri="{FF2B5EF4-FFF2-40B4-BE49-F238E27FC236}">
                <a16:creationId xmlns:a16="http://schemas.microsoft.com/office/drawing/2014/main" id="{42256876-971C-44C3-B36A-A2A5DC337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58674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F5B"/>
          </a:solidFill>
          <a:ln xmlns:a="http://schemas.openxmlformats.org/drawingml/2006/main" w="0">
            <a:solidFill>
              <a:srgbClr val="2F8F5B"/>
            </a:solidFill>
            <a:prstDash val="solid"/>
          </a:ln>
        </p:spPr>
      </p:sp>
      <p:sp>
        <p:nvSpPr>
          <p:cNvPr id="144" name="timeline-card-4">
            <a:extLst xmlns:a="http://schemas.openxmlformats.org/drawingml/2006/main">
              <a:ext uri="{FF2B5EF4-FFF2-40B4-BE49-F238E27FC236}">
                <a16:creationId xmlns:a16="http://schemas.microsoft.com/office/drawing/2014/main" id="{B406802C-BB49-4241-9BAC-E9752EDB4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6172200"/>
            <a:ext cx="10287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E"/>
          </a:solidFill>
          <a:ln xmlns:a="http://schemas.openxmlformats.org/drawingml/2006/main" w="0">
            <a:solidFill>
              <a:srgbClr val="EAF5EE"/>
            </a:solidFill>
            <a:prstDash val="solid"/>
          </a:ln>
        </p:spPr>
      </p:sp>
      <p:pic>
        <p:nvPicPr>
          <p:cNvPr id="26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ca3cd0e338480d"/>
          <a:stretch xmlns:a="http://schemas.openxmlformats.org/drawingml/2006/main"/>
        </p:blipFill>
        <p:spPr>
          <a:xfrm xmlns:a="http://schemas.openxmlformats.org/drawingml/2006/main">
            <a:off x="10325100" y="63055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46" name="timeline-text-4">
            <a:extLst xmlns:a="http://schemas.openxmlformats.org/drawingml/2006/main">
              <a:ext uri="{FF2B5EF4-FFF2-40B4-BE49-F238E27FC236}">
                <a16:creationId xmlns:a16="http://schemas.microsoft.com/office/drawing/2014/main" id="{B28B3A76-07CD-44BF-8BCF-942072BDE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6210300"/>
            <a:ext cx="57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rPr>
              <a:t>状态模型</a:t>
            </a:r>
          </a:p>
        </p:txBody>
      </p:sp>
      <p:pic>
        <p:nvPicPr>
          <p:cNvPr id="26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22b222d7194260"/>
          <a:stretch xmlns:a="http://schemas.openxmlformats.org/drawingml/2006/main"/>
        </p:blipFill>
        <p:spPr>
          <a:xfrm xmlns:a="http://schemas.openxmlformats.org/drawingml/2006/main">
            <a:off x="10382250" y="268813"/>
            <a:ext cx="952500" cy="2148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980598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9937CBA2-7E4F-43F3-9EBA-CFD6BD1B5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38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rPr>
              <a:t>07 · 第一幕｜需求 → 可测试规格</a:t>
            </a:r>
          </a:p>
        </p:txBody>
      </p:sp>
      <p:sp>
        <p:nvSpPr>
          <p:cNvPr id="5" name="team-name">
            <a:extLst xmlns:a="http://schemas.openxmlformats.org/drawingml/2006/main">
              <a:ext uri="{FF2B5EF4-FFF2-40B4-BE49-F238E27FC236}">
                <a16:creationId xmlns:a16="http://schemas.microsoft.com/office/drawing/2014/main" id="{DF70FBB6-5F6E-4537-9090-0CBE67318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6" name="business-direction">
            <a:extLst xmlns:a="http://schemas.openxmlformats.org/drawingml/2006/main">
              <a:ext uri="{FF2B5EF4-FFF2-40B4-BE49-F238E27FC236}">
                <a16:creationId xmlns:a16="http://schemas.microsoft.com/office/drawing/2014/main" id="{264209F6-E82F-4B7F-97F5-9E0C8215D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" name="storyline-lead">
            <a:extLst xmlns:a="http://schemas.openxmlformats.org/drawingml/2006/main">
              <a:ext uri="{FF2B5EF4-FFF2-40B4-BE49-F238E27FC236}">
                <a16:creationId xmlns:a16="http://schemas.microsoft.com/office/drawing/2014/main" id="{513D4A51-8337-4FB4-B56E-8172C046E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8" name="storyline-outcome">
            <a:extLst xmlns:a="http://schemas.openxmlformats.org/drawingml/2006/main">
              <a:ext uri="{FF2B5EF4-FFF2-40B4-BE49-F238E27FC236}">
                <a16:creationId xmlns:a16="http://schemas.microsoft.com/office/drawing/2014/main" id="{BB1932BF-7915-4685-850E-EE30D779E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9" name="origin-story">
            <a:extLst xmlns:a="http://schemas.openxmlformats.org/drawingml/2006/main">
              <a:ext uri="{FF2B5EF4-FFF2-40B4-BE49-F238E27FC236}">
                <a16:creationId xmlns:a16="http://schemas.microsoft.com/office/drawing/2014/main" id="{4F383126-75F9-4A95-9DFA-12133DB4A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1104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210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EARS 让一句“自动同步”直接长出测试</a:t>
            </a:r>
          </a:p>
        </p:txBody>
      </p:sp>
      <p:sp>
        <p:nvSpPr>
          <p:cNvPr id="10" name="capability-label">
            <a:extLst xmlns:a="http://schemas.openxmlformats.org/drawingml/2006/main">
              <a:ext uri="{FF2B5EF4-FFF2-40B4-BE49-F238E27FC236}">
                <a16:creationId xmlns:a16="http://schemas.microsoft.com/office/drawing/2014/main" id="{6618DDA6-5320-4544-A67A-4138E5DF0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9115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SLIDE 07 · WORKSHOP</a:t>
            </a:r>
          </a:p>
        </p:txBody>
      </p:sp>
      <p:sp>
        <p:nvSpPr>
          <p:cNvPr id="12" name="capability-goal-text">
            <a:extLst xmlns:a="http://schemas.openxmlformats.org/drawingml/2006/main">
              <a:ext uri="{FF2B5EF4-FFF2-40B4-BE49-F238E27FC236}">
                <a16:creationId xmlns:a16="http://schemas.microsoft.com/office/drawing/2014/main" id="{A9BB6ADF-6F5A-486E-9828-9BB90056D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4" name="capability-tech-text">
            <a:extLst xmlns:a="http://schemas.openxmlformats.org/drawingml/2006/main">
              <a:ext uri="{FF2B5EF4-FFF2-40B4-BE49-F238E27FC236}">
                <a16:creationId xmlns:a16="http://schemas.microsoft.com/office/drawing/2014/main" id="{A789BA83-BEE2-4D60-80BC-6239BCAB3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6" name="capability-collaboration-text">
            <a:extLst xmlns:a="http://schemas.openxmlformats.org/drawingml/2006/main">
              <a:ext uri="{FF2B5EF4-FFF2-40B4-BE49-F238E27FC236}">
                <a16:creationId xmlns:a16="http://schemas.microsoft.com/office/drawing/2014/main" id="{D085A46E-BB95-4E44-A140-3211DC950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8" name="capability-cohesion-text">
            <a:extLst xmlns:a="http://schemas.openxmlformats.org/drawingml/2006/main">
              <a:ext uri="{FF2B5EF4-FFF2-40B4-BE49-F238E27FC236}">
                <a16:creationId xmlns:a16="http://schemas.microsoft.com/office/drawing/2014/main" id="{31E7FE61-7CF7-4BF1-B351-6E8BC2ABB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21" name="journey-top-rule">
            <a:extLst xmlns:a="http://schemas.openxmlformats.org/drawingml/2006/main">
              <a:ext uri="{FF2B5EF4-FFF2-40B4-BE49-F238E27FC236}">
                <a16:creationId xmlns:a16="http://schemas.microsoft.com/office/drawing/2014/main" id="{3F7D1C62-8DF5-4E48-9864-9C17DDEE1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2" name="journey-label">
            <a:extLst xmlns:a="http://schemas.openxmlformats.org/drawingml/2006/main">
              <a:ext uri="{FF2B5EF4-FFF2-40B4-BE49-F238E27FC236}">
                <a16:creationId xmlns:a16="http://schemas.microsoft.com/office/drawing/2014/main" id="{8E7E41EF-B0E6-4678-B07F-0EBF826CF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把触发、前置状态、系统动作和超时语义写进一句规格，测试边界就自然出现。</a:t>
            </a:r>
          </a:p>
        </p:txBody>
      </p:sp>
      <p:sp>
        <p:nvSpPr>
          <p:cNvPr id="26" name="stage-01-number">
            <a:extLst xmlns:a="http://schemas.openxmlformats.org/drawingml/2006/main">
              <a:ext uri="{FF2B5EF4-FFF2-40B4-BE49-F238E27FC236}">
                <a16:creationId xmlns:a16="http://schemas.microsoft.com/office/drawing/2014/main" id="{4225D723-AF17-46CE-8F57-EF6385A30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27" name="stage-01-title">
            <a:extLst xmlns:a="http://schemas.openxmlformats.org/drawingml/2006/main">
              <a:ext uri="{FF2B5EF4-FFF2-40B4-BE49-F238E27FC236}">
                <a16:creationId xmlns:a16="http://schemas.microsoft.com/office/drawing/2014/main" id="{A080687F-349A-4D96-8B9B-B15D9284C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28" name="stage-01-body">
            <a:extLst xmlns:a="http://schemas.openxmlformats.org/drawingml/2006/main">
              <a:ext uri="{FF2B5EF4-FFF2-40B4-BE49-F238E27FC236}">
                <a16:creationId xmlns:a16="http://schemas.microsoft.com/office/drawing/2014/main" id="{35DB16DD-F51B-49F2-B81F-24E50A16B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36" name="stage-03-number">
            <a:extLst xmlns:a="http://schemas.openxmlformats.org/drawingml/2006/main">
              <a:ext uri="{FF2B5EF4-FFF2-40B4-BE49-F238E27FC236}">
                <a16:creationId xmlns:a16="http://schemas.microsoft.com/office/drawing/2014/main" id="{C0286EEE-76D7-4C3D-959B-C1A40C2DE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37" name="stage-03-title">
            <a:extLst xmlns:a="http://schemas.openxmlformats.org/drawingml/2006/main">
              <a:ext uri="{FF2B5EF4-FFF2-40B4-BE49-F238E27FC236}">
                <a16:creationId xmlns:a16="http://schemas.microsoft.com/office/drawing/2014/main" id="{B27EC97C-4E04-4513-B0CF-9ED410CD8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38" name="stage-03-body">
            <a:extLst xmlns:a="http://schemas.openxmlformats.org/drawingml/2006/main">
              <a:ext uri="{FF2B5EF4-FFF2-40B4-BE49-F238E27FC236}">
                <a16:creationId xmlns:a16="http://schemas.microsoft.com/office/drawing/2014/main" id="{9E912F49-5FAE-4B6A-9826-0EE1EFB7F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46" name="stage-05-number">
            <a:extLst xmlns:a="http://schemas.openxmlformats.org/drawingml/2006/main">
              <a:ext uri="{FF2B5EF4-FFF2-40B4-BE49-F238E27FC236}">
                <a16:creationId xmlns:a16="http://schemas.microsoft.com/office/drawing/2014/main" id="{AA36F8DB-73A8-47E8-A962-56FE8DE85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47" name="stage-05-title">
            <a:extLst xmlns:a="http://schemas.openxmlformats.org/drawingml/2006/main">
              <a:ext uri="{FF2B5EF4-FFF2-40B4-BE49-F238E27FC236}">
                <a16:creationId xmlns:a16="http://schemas.microsoft.com/office/drawing/2014/main" id="{E55E05DE-AFC6-4422-9A2F-AD9E27F89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48" name="stage-05-body">
            <a:extLst xmlns:a="http://schemas.openxmlformats.org/drawingml/2006/main">
              <a:ext uri="{FF2B5EF4-FFF2-40B4-BE49-F238E27FC236}">
                <a16:creationId xmlns:a16="http://schemas.microsoft.com/office/drawing/2014/main" id="{F938BB63-05FA-4699-B9B6-45CD5A0C9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0" name="rail-flow-label">
            <a:extLst xmlns:a="http://schemas.openxmlformats.org/drawingml/2006/main">
              <a:ext uri="{FF2B5EF4-FFF2-40B4-BE49-F238E27FC236}">
                <a16:creationId xmlns:a16="http://schemas.microsoft.com/office/drawing/2014/main" id="{FF5EAC43-B84B-4541-B2F4-61336FAA9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8585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858585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1" name="rail-flow-line">
            <a:extLst xmlns:a="http://schemas.openxmlformats.org/drawingml/2006/main">
              <a:ext uri="{FF2B5EF4-FFF2-40B4-BE49-F238E27FC236}">
                <a16:creationId xmlns:a16="http://schemas.microsoft.com/office/drawing/2014/main" id="{AF9A8871-2B22-4386-A390-72752FB38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3" name="rail-flow-idea-label">
            <a:extLst xmlns:a="http://schemas.openxmlformats.org/drawingml/2006/main">
              <a:ext uri="{FF2B5EF4-FFF2-40B4-BE49-F238E27FC236}">
                <a16:creationId xmlns:a16="http://schemas.microsoft.com/office/drawing/2014/main" id="{72E1E745-7177-4B95-A3C2-46F9EE067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5" name="rail-flow-attack-label">
            <a:extLst xmlns:a="http://schemas.openxmlformats.org/drawingml/2006/main">
              <a:ext uri="{FF2B5EF4-FFF2-40B4-BE49-F238E27FC236}">
                <a16:creationId xmlns:a16="http://schemas.microsoft.com/office/drawing/2014/main" id="{1CD5E551-A644-4209-8B85-C43D55DAD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7" name="rail-flow-delivery-label">
            <a:extLst xmlns:a="http://schemas.openxmlformats.org/drawingml/2006/main">
              <a:ext uri="{FF2B5EF4-FFF2-40B4-BE49-F238E27FC236}">
                <a16:creationId xmlns:a16="http://schemas.microsoft.com/office/drawing/2014/main" id="{41242F25-AB1D-4FEC-AA44-0C6A2FA72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8" name="rail-result-box">
            <a:extLst xmlns:a="http://schemas.openxmlformats.org/drawingml/2006/main">
              <a:ext uri="{FF2B5EF4-FFF2-40B4-BE49-F238E27FC236}">
                <a16:creationId xmlns:a16="http://schemas.microsoft.com/office/drawing/2014/main" id="{F7117D08-254C-4F26-B6DD-8B03EB047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0" name="rail-result-text">
            <a:extLst xmlns:a="http://schemas.openxmlformats.org/drawingml/2006/main">
              <a:ext uri="{FF2B5EF4-FFF2-40B4-BE49-F238E27FC236}">
                <a16:creationId xmlns:a16="http://schemas.microsoft.com/office/drawing/2014/main" id="{34A8EF6F-28E9-4F9F-8CFD-1BF6F2603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63" b="1">
                <a:solidFill>
                  <a:srgbClr val="9C000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9C000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61" name="grid-top-rule">
            <a:extLst xmlns:a="http://schemas.openxmlformats.org/drawingml/2006/main">
              <a:ext uri="{FF2B5EF4-FFF2-40B4-BE49-F238E27FC236}">
                <a16:creationId xmlns:a16="http://schemas.microsoft.com/office/drawing/2014/main" id="{0F39FBDF-9E3B-4D49-B005-6B5B93FED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2" name="grid-middle-rule">
            <a:extLst xmlns:a="http://schemas.openxmlformats.org/drawingml/2006/main">
              <a:ext uri="{FF2B5EF4-FFF2-40B4-BE49-F238E27FC236}">
                <a16:creationId xmlns:a16="http://schemas.microsoft.com/office/drawing/2014/main" id="{BBC7B45A-19EF-4696-97BA-CE5C123E4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3" name="grid-vertical-rule">
            <a:extLst xmlns:a="http://schemas.openxmlformats.org/drawingml/2006/main">
              <a:ext uri="{FF2B5EF4-FFF2-40B4-BE49-F238E27FC236}">
                <a16:creationId xmlns:a16="http://schemas.microsoft.com/office/drawing/2014/main" id="{9513784B-DF55-42B5-ACF2-4EF87CE54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4" name="capability-top-rule">
            <a:extLst xmlns:a="http://schemas.openxmlformats.org/drawingml/2006/main">
              <a:ext uri="{FF2B5EF4-FFF2-40B4-BE49-F238E27FC236}">
                <a16:creationId xmlns:a16="http://schemas.microsoft.com/office/drawing/2014/main" id="{9013330B-53F2-4C98-B459-B7BC45073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5" name="module-01-icon-background">
            <a:extLst xmlns:a="http://schemas.openxmlformats.org/drawingml/2006/main">
              <a:ext uri="{FF2B5EF4-FFF2-40B4-BE49-F238E27FC236}">
                <a16:creationId xmlns:a16="http://schemas.microsoft.com/office/drawing/2014/main" id="{6BB7565D-24EF-47D6-BBB0-E18B6DE76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24050"/>
            <a:ext cx="4762500" cy="3124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B"/>
          </a:solidFill>
          <a:ln xmlns:a="http://schemas.openxmlformats.org/drawingml/2006/main" w="0">
            <a:solidFill>
              <a:srgbClr val="EAF2FB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7" name="module-02-icon-background">
            <a:extLst xmlns:a="http://schemas.openxmlformats.org/drawingml/2006/main">
              <a:ext uri="{FF2B5EF4-FFF2-40B4-BE49-F238E27FC236}">
                <a16:creationId xmlns:a16="http://schemas.microsoft.com/office/drawing/2014/main" id="{80C31D3C-F758-4BBC-A10E-E9C339D14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24050"/>
            <a:ext cx="4762500" cy="3124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FA"/>
          </a:solidFill>
          <a:ln xmlns:a="http://schemas.openxmlformats.org/drawingml/2006/main" w="0">
            <a:solidFill>
              <a:srgbClr val="F1ECF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9" name="module-03-icon-background">
            <a:extLst xmlns:a="http://schemas.openxmlformats.org/drawingml/2006/main">
              <a:ext uri="{FF2B5EF4-FFF2-40B4-BE49-F238E27FC236}">
                <a16:creationId xmlns:a16="http://schemas.microsoft.com/office/drawing/2014/main" id="{78E97F08-D68A-43EC-A2D0-7C3051E07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1" name="module-04-icon-background">
            <a:extLst xmlns:a="http://schemas.openxmlformats.org/drawingml/2006/main">
              <a:ext uri="{FF2B5EF4-FFF2-40B4-BE49-F238E27FC236}">
                <a16:creationId xmlns:a16="http://schemas.microsoft.com/office/drawing/2014/main" id="{C303905D-0287-4B86-92D4-33F0EB3B9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3" name="module-04-number">
            <a:extLst xmlns:a="http://schemas.openxmlformats.org/drawingml/2006/main">
              <a:ext uri="{FF2B5EF4-FFF2-40B4-BE49-F238E27FC236}">
                <a16:creationId xmlns:a16="http://schemas.microsoft.com/office/drawing/2014/main" id="{644EFF2E-DC9B-4D41-84F4-10582B446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4" name="module-04-title">
            <a:extLst xmlns:a="http://schemas.openxmlformats.org/drawingml/2006/main">
              <a:ext uri="{FF2B5EF4-FFF2-40B4-BE49-F238E27FC236}">
                <a16:creationId xmlns:a16="http://schemas.microsoft.com/office/drawing/2014/main" id="{9C3B8801-0886-4C35-A421-9571B2595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5" name="module-04-body">
            <a:extLst xmlns:a="http://schemas.openxmlformats.org/drawingml/2006/main">
              <a:ext uri="{FF2B5EF4-FFF2-40B4-BE49-F238E27FC236}">
                <a16:creationId xmlns:a16="http://schemas.microsoft.com/office/drawing/2014/main" id="{815AB31E-77DC-41EF-9FDD-2104B3529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6" name="capability-goal-icon-background">
            <a:extLst xmlns:a="http://schemas.openxmlformats.org/drawingml/2006/main">
              <a:ext uri="{FF2B5EF4-FFF2-40B4-BE49-F238E27FC236}">
                <a16:creationId xmlns:a16="http://schemas.microsoft.com/office/drawing/2014/main" id="{ACC8CF6A-83B8-4CA8-B500-7FCD1FE49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8" name="capability-tech-icon-background">
            <a:extLst xmlns:a="http://schemas.openxmlformats.org/drawingml/2006/main">
              <a:ext uri="{FF2B5EF4-FFF2-40B4-BE49-F238E27FC236}">
                <a16:creationId xmlns:a16="http://schemas.microsoft.com/office/drawing/2014/main" id="{1FBC427F-E57C-45DB-9CCE-FEBB0D899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0" name="capability-collaboration-icon-background">
            <a:extLst xmlns:a="http://schemas.openxmlformats.org/drawingml/2006/main">
              <a:ext uri="{FF2B5EF4-FFF2-40B4-BE49-F238E27FC236}">
                <a16:creationId xmlns:a16="http://schemas.microsoft.com/office/drawing/2014/main" id="{6E13DFB3-20F1-4890-9CA4-4556205A7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2" name="capability-cohesion-icon-background">
            <a:extLst xmlns:a="http://schemas.openxmlformats.org/drawingml/2006/main">
              <a:ext uri="{FF2B5EF4-FFF2-40B4-BE49-F238E27FC236}">
                <a16:creationId xmlns:a16="http://schemas.microsoft.com/office/drawing/2014/main" id="{6D6CB4E0-0BEB-4D63-8FF5-DCEBE4D95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4" name="competitiveness-result-box">
            <a:extLst xmlns:a="http://schemas.openxmlformats.org/drawingml/2006/main">
              <a:ext uri="{FF2B5EF4-FFF2-40B4-BE49-F238E27FC236}">
                <a16:creationId xmlns:a16="http://schemas.microsoft.com/office/drawing/2014/main" id="{F216EF67-2742-4E3A-81AE-9DA7A0133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6" name="competitiveness-result-text">
            <a:extLst xmlns:a="http://schemas.openxmlformats.org/drawingml/2006/main">
              <a:ext uri="{FF2B5EF4-FFF2-40B4-BE49-F238E27FC236}">
                <a16:creationId xmlns:a16="http://schemas.microsoft.com/office/drawing/2014/main" id="{5EF20348-951F-48D4-9F42-3FB89748A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276850"/>
            <a:ext cx="733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38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rPr>
              <a:t>规格一旦冻结，RED、GREEN、timeout 和日志字段都能被明确验收。</a:t>
            </a:r>
          </a:p>
        </p:txBody>
      </p:sp>
      <p:pic>
        <p:nvPicPr>
          <p:cNvPr id="20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e98ede126041b4"/>
          <a:stretch xmlns:a="http://schemas.openxmlformats.org/drawingml/2006/main"/>
        </p:blipFill>
        <p:spPr>
          <a:xfrm xmlns:a="http://schemas.openxmlformats.org/drawingml/2006/main">
            <a:off x="400050" y="257175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88" name="case-header-rule">
            <a:extLst xmlns:a="http://schemas.openxmlformats.org/drawingml/2006/main">
              <a:ext uri="{FF2B5EF4-FFF2-40B4-BE49-F238E27FC236}">
                <a16:creationId xmlns:a16="http://schemas.microsoft.com/office/drawing/2014/main" id="{BAC1EAF4-B798-4F81-B3D8-E711C771E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0020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7D7"/>
          </a:solidFill>
          <a:ln xmlns:a="http://schemas.openxmlformats.org/drawingml/2006/main" w="0">
            <a:solidFill>
              <a:srgbClr val="D7D7D7"/>
            </a:solidFill>
            <a:prstDash val="solid"/>
          </a:ln>
        </p:spPr>
      </p:sp>
      <p:pic>
        <p:nvPicPr>
          <p:cNvPr id="20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8bd78c91494f3e"/>
          <a:stretch xmlns:a="http://schemas.openxmlformats.org/drawingml/2006/main"/>
        </p:blipFill>
        <p:spPr>
          <a:xfrm xmlns:a="http://schemas.openxmlformats.org/drawingml/2006/main">
            <a:off x="666750" y="2190750"/>
            <a:ext cx="438150" cy="438150"/>
          </a:xfrm>
          <a:prstGeom xmlns:a="http://schemas.openxmlformats.org/drawingml/2006/main" prst="rect">
            <a:avLst/>
          </a:prstGeom>
        </p:spPr>
      </p:pic>
      <p:pic>
        <p:nvPicPr>
          <p:cNvPr id="20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5c568f960f4d54"/>
          <a:stretch xmlns:a="http://schemas.openxmlformats.org/drawingml/2006/main"/>
        </p:blipFill>
        <p:spPr>
          <a:xfrm xmlns:a="http://schemas.openxmlformats.org/drawingml/2006/main">
            <a:off x="6838950" y="2190750"/>
            <a:ext cx="438150" cy="438150"/>
          </a:xfrm>
          <a:prstGeom xmlns:a="http://schemas.openxmlformats.org/drawingml/2006/main" prst="rect">
            <a:avLst/>
          </a:prstGeom>
        </p:spPr>
      </p:pic>
      <p:sp>
        <p:nvSpPr>
          <p:cNvPr id="91" name="case-one-number">
            <a:extLst xmlns:a="http://schemas.openxmlformats.org/drawingml/2006/main">
              <a:ext uri="{FF2B5EF4-FFF2-40B4-BE49-F238E27FC236}">
                <a16:creationId xmlns:a16="http://schemas.microsoft.com/office/drawing/2014/main" id="{80F689AD-6F88-4A35-AE85-A26AC3B82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1526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rPr>
              <a:t>CASE 07</a:t>
            </a:r>
          </a:p>
        </p:txBody>
      </p:sp>
      <p:sp>
        <p:nvSpPr>
          <p:cNvPr id="92" name="case-two-number">
            <a:extLst xmlns:a="http://schemas.openxmlformats.org/drawingml/2006/main">
              <a:ext uri="{FF2B5EF4-FFF2-40B4-BE49-F238E27FC236}">
                <a16:creationId xmlns:a16="http://schemas.microsoft.com/office/drawing/2014/main" id="{0A6698CA-AC0B-41F4-85BA-082BCE6B8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1526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>CONTRAST</a:t>
            </a:r>
          </a:p>
        </p:txBody>
      </p:sp>
      <p:sp>
        <p:nvSpPr>
          <p:cNvPr id="93" name="case-one-title">
            <a:extLst xmlns:a="http://schemas.openxmlformats.org/drawingml/2006/main">
              <a:ext uri="{FF2B5EF4-FFF2-40B4-BE49-F238E27FC236}">
                <a16:creationId xmlns:a16="http://schemas.microsoft.com/office/drawing/2014/main" id="{EE710BA8-D19C-4963-AFB4-4F3C1F99D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3622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Before：模糊需求</a:t>
            </a:r>
          </a:p>
        </p:txBody>
      </p:sp>
      <p:sp>
        <p:nvSpPr>
          <p:cNvPr id="94" name="case-two-title">
            <a:extLst xmlns:a="http://schemas.openxmlformats.org/drawingml/2006/main">
              <a:ext uri="{FF2B5EF4-FFF2-40B4-BE49-F238E27FC236}">
                <a16:creationId xmlns:a16="http://schemas.microsoft.com/office/drawing/2014/main" id="{318AF84A-C84B-43B2-BA7D-1800772BA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3622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After：可测试规格</a:t>
            </a:r>
          </a:p>
        </p:txBody>
      </p:sp>
      <p:sp>
        <p:nvSpPr>
          <p:cNvPr id="95" name="case-one-method">
            <a:extLst xmlns:a="http://schemas.openxmlformats.org/drawingml/2006/main">
              <a:ext uri="{FF2B5EF4-FFF2-40B4-BE49-F238E27FC236}">
                <a16:creationId xmlns:a16="http://schemas.microsoft.com/office/drawing/2014/main" id="{D641B88F-BC38-42A3-A4BB-5C0A78563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rPr>
              <a:t>ONE SENTENCE</a:t>
            </a:r>
          </a:p>
        </p:txBody>
      </p:sp>
      <p:sp>
        <p:nvSpPr>
          <p:cNvPr id="96" name="case-two-method">
            <a:extLst xmlns:a="http://schemas.openxmlformats.org/drawingml/2006/main">
              <a:ext uri="{FF2B5EF4-FFF2-40B4-BE49-F238E27FC236}">
                <a16:creationId xmlns:a16="http://schemas.microsoft.com/office/drawing/2014/main" id="{138671CA-C122-4895-8836-E45A6FC58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575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>EARS / FR-ACC-001</a:t>
            </a:r>
          </a:p>
        </p:txBody>
      </p:sp>
      <p:sp>
        <p:nvSpPr>
          <p:cNvPr id="97" name="case-left-rule-0">
            <a:extLst xmlns:a="http://schemas.openxmlformats.org/drawingml/2006/main">
              <a:ext uri="{FF2B5EF4-FFF2-40B4-BE49-F238E27FC236}">
                <a16:creationId xmlns:a16="http://schemas.microsoft.com/office/drawing/2014/main" id="{A9E0F7F1-556E-496E-816D-C112F9654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813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98" name="case-right-rule-0">
            <a:extLst xmlns:a="http://schemas.openxmlformats.org/drawingml/2006/main">
              <a:ext uri="{FF2B5EF4-FFF2-40B4-BE49-F238E27FC236}">
                <a16:creationId xmlns:a16="http://schemas.microsoft.com/office/drawing/2014/main" id="{F698392D-CBD9-4BDB-A31B-B374CB008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1813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99" name="case-label-left-0">
            <a:extLst xmlns:a="http://schemas.openxmlformats.org/drawingml/2006/main">
              <a:ext uri="{FF2B5EF4-FFF2-40B4-BE49-F238E27FC236}">
                <a16:creationId xmlns:a16="http://schemas.microsoft.com/office/drawing/2014/main" id="{1AFF2D59-C41A-4DA2-B654-8554618F8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原话</a:t>
            </a:r>
          </a:p>
        </p:txBody>
      </p:sp>
      <p:sp>
        <p:nvSpPr>
          <p:cNvPr id="100" name="case-value-left-0">
            <a:extLst xmlns:a="http://schemas.openxmlformats.org/drawingml/2006/main">
              <a:ext uri="{FF2B5EF4-FFF2-40B4-BE49-F238E27FC236}">
                <a16:creationId xmlns:a16="http://schemas.microsoft.com/office/drawing/2014/main" id="{17B95C37-E670-4E76-804D-E304F37CD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2385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新增账号后自动同步防火墙</a:t>
            </a:r>
          </a:p>
        </p:txBody>
      </p:sp>
      <p:sp>
        <p:nvSpPr>
          <p:cNvPr id="101" name="case-label-right-0">
            <a:extLst xmlns:a="http://schemas.openxmlformats.org/drawingml/2006/main">
              <a:ext uri="{FF2B5EF4-FFF2-40B4-BE49-F238E27FC236}">
                <a16:creationId xmlns:a16="http://schemas.microsoft.com/office/drawing/2014/main" id="{18A46C20-C188-49D9-98C2-BA5F1F298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2385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WHEN</a:t>
            </a:r>
          </a:p>
        </p:txBody>
      </p:sp>
      <p:sp>
        <p:nvSpPr>
          <p:cNvPr id="102" name="case-value-right-0">
            <a:extLst xmlns:a="http://schemas.openxmlformats.org/drawingml/2006/main">
              <a:ext uri="{FF2B5EF4-FFF2-40B4-BE49-F238E27FC236}">
                <a16:creationId xmlns:a16="http://schemas.microsoft.com/office/drawing/2014/main" id="{7B7E08BA-BD87-441F-B3DB-2BCCF3B9A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2385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收到 account-added(123)</a:t>
            </a:r>
          </a:p>
        </p:txBody>
      </p:sp>
      <p:sp>
        <p:nvSpPr>
          <p:cNvPr id="103" name="case-left-rule-1">
            <a:extLst xmlns:a="http://schemas.openxmlformats.org/drawingml/2006/main">
              <a:ext uri="{FF2B5EF4-FFF2-40B4-BE49-F238E27FC236}">
                <a16:creationId xmlns:a16="http://schemas.microsoft.com/office/drawing/2014/main" id="{659D7CC2-4EC3-4F7C-BF89-3A07EE6C3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004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04" name="case-right-rule-1">
            <a:extLst xmlns:a="http://schemas.openxmlformats.org/drawingml/2006/main">
              <a:ext uri="{FF2B5EF4-FFF2-40B4-BE49-F238E27FC236}">
                <a16:creationId xmlns:a16="http://schemas.microsoft.com/office/drawing/2014/main" id="{B37D164D-5E44-46FA-ADF5-91601117C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6004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05" name="case-label-left-1">
            <a:extLst xmlns:a="http://schemas.openxmlformats.org/drawingml/2006/main">
              <a:ext uri="{FF2B5EF4-FFF2-40B4-BE49-F238E27FC236}">
                <a16:creationId xmlns:a16="http://schemas.microsoft.com/office/drawing/2014/main" id="{796BAB44-29A4-4469-8C56-2DD29EAB6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576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缺失</a:t>
            </a:r>
          </a:p>
        </p:txBody>
      </p:sp>
      <p:sp>
        <p:nvSpPr>
          <p:cNvPr id="106" name="case-value-left-1">
            <a:extLst xmlns:a="http://schemas.openxmlformats.org/drawingml/2006/main">
              <a:ext uri="{FF2B5EF4-FFF2-40B4-BE49-F238E27FC236}">
                <a16:creationId xmlns:a16="http://schemas.microsoft.com/office/drawing/2014/main" id="{E2585E34-D692-44BF-BE1E-7329CBA4B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576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何时读取账号事实</a:t>
            </a:r>
          </a:p>
        </p:txBody>
      </p:sp>
      <p:sp>
        <p:nvSpPr>
          <p:cNvPr id="107" name="case-label-right-1">
            <a:extLst xmlns:a="http://schemas.openxmlformats.org/drawingml/2006/main">
              <a:ext uri="{FF2B5EF4-FFF2-40B4-BE49-F238E27FC236}">
                <a16:creationId xmlns:a16="http://schemas.microsoft.com/office/drawing/2014/main" id="{40591D54-6B8B-4336-9EA6-38AC4E705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6576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WHILE</a:t>
            </a:r>
          </a:p>
        </p:txBody>
      </p:sp>
      <p:sp>
        <p:nvSpPr>
          <p:cNvPr id="108" name="case-value-right-1">
            <a:extLst xmlns:a="http://schemas.openxmlformats.org/drawingml/2006/main">
              <a:ext uri="{FF2B5EF4-FFF2-40B4-BE49-F238E27FC236}">
                <a16:creationId xmlns:a16="http://schemas.microsoft.com/office/drawing/2014/main" id="{3E0F325A-0686-4039-ACBE-35AD57BC2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6576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public 且 desiredEnabled=true</a:t>
            </a:r>
          </a:p>
        </p:txBody>
      </p:sp>
      <p:sp>
        <p:nvSpPr>
          <p:cNvPr id="109" name="case-left-rule-2">
            <a:extLst xmlns:a="http://schemas.openxmlformats.org/drawingml/2006/main">
              <a:ext uri="{FF2B5EF4-FFF2-40B4-BE49-F238E27FC236}">
                <a16:creationId xmlns:a16="http://schemas.microsoft.com/office/drawing/2014/main" id="{B431DC1D-7996-47F7-B716-B4104C061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195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0" name="case-right-rule-2">
            <a:extLst xmlns:a="http://schemas.openxmlformats.org/drawingml/2006/main">
              <a:ext uri="{FF2B5EF4-FFF2-40B4-BE49-F238E27FC236}">
                <a16:creationId xmlns:a16="http://schemas.microsoft.com/office/drawing/2014/main" id="{8A9990CB-8F45-4A02-86D6-E10EE0E9F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0195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1" name="case-label-left-2">
            <a:extLst xmlns:a="http://schemas.openxmlformats.org/drawingml/2006/main">
              <a:ext uri="{FF2B5EF4-FFF2-40B4-BE49-F238E27FC236}">
                <a16:creationId xmlns:a16="http://schemas.microsoft.com/office/drawing/2014/main" id="{2BEDC775-5045-4471-AF1B-C0AD01484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767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缺失</a:t>
            </a:r>
          </a:p>
        </p:txBody>
      </p:sp>
      <p:sp>
        <p:nvSpPr>
          <p:cNvPr id="112" name="case-value-left-2">
            <a:extLst xmlns:a="http://schemas.openxmlformats.org/drawingml/2006/main">
              <a:ext uri="{FF2B5EF4-FFF2-40B4-BE49-F238E27FC236}">
                <a16:creationId xmlns:a16="http://schemas.microsoft.com/office/drawing/2014/main" id="{EA218FAD-D644-4FFB-BE95-C64F04C7F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767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读不到 trigger 怎么办</a:t>
            </a:r>
          </a:p>
        </p:txBody>
      </p:sp>
      <p:sp>
        <p:nvSpPr>
          <p:cNvPr id="113" name="case-label-right-2">
            <a:extLst xmlns:a="http://schemas.openxmlformats.org/drawingml/2006/main">
              <a:ext uri="{FF2B5EF4-FFF2-40B4-BE49-F238E27FC236}">
                <a16:creationId xmlns:a16="http://schemas.microsoft.com/office/drawing/2014/main" id="{577C7B67-0F67-44A6-9DDD-559EFF9DC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0767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SHALL</a:t>
            </a:r>
          </a:p>
        </p:txBody>
      </p:sp>
      <p:sp>
        <p:nvSpPr>
          <p:cNvPr id="114" name="case-value-right-2">
            <a:extLst xmlns:a="http://schemas.openxmlformats.org/drawingml/2006/main">
              <a:ext uri="{FF2B5EF4-FFF2-40B4-BE49-F238E27FC236}">
                <a16:creationId xmlns:a16="http://schemas.microsoft.com/office/drawing/2014/main" id="{563E56E8-30B3-435F-846A-BBF723B44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0767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在包含 123 的快照上重放</a:t>
            </a:r>
          </a:p>
        </p:txBody>
      </p:sp>
      <p:sp>
        <p:nvSpPr>
          <p:cNvPr id="115" name="case-left-rule-3">
            <a:extLst xmlns:a="http://schemas.openxmlformats.org/drawingml/2006/main">
              <a:ext uri="{FF2B5EF4-FFF2-40B4-BE49-F238E27FC236}">
                <a16:creationId xmlns:a16="http://schemas.microsoft.com/office/drawing/2014/main" id="{73F1F4EA-AE10-4C4D-BA07-7CC8DAE70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386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6" name="case-right-rule-3">
            <a:extLst xmlns:a="http://schemas.openxmlformats.org/drawingml/2006/main">
              <a:ext uri="{FF2B5EF4-FFF2-40B4-BE49-F238E27FC236}">
                <a16:creationId xmlns:a16="http://schemas.microsoft.com/office/drawing/2014/main" id="{54F3B591-F56B-4DB3-A065-BC6E7BCF2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4386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7" name="case-label-left-3">
            <a:extLst xmlns:a="http://schemas.openxmlformats.org/drawingml/2006/main">
              <a:ext uri="{FF2B5EF4-FFF2-40B4-BE49-F238E27FC236}">
                <a16:creationId xmlns:a16="http://schemas.microsoft.com/office/drawing/2014/main" id="{678E3CF7-1438-4AC3-A0C1-5353F3F2F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958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缺失</a:t>
            </a:r>
          </a:p>
        </p:txBody>
      </p:sp>
      <p:sp>
        <p:nvSpPr>
          <p:cNvPr id="118" name="case-value-left-3">
            <a:extLst xmlns:a="http://schemas.openxmlformats.org/drawingml/2006/main">
              <a:ext uri="{FF2B5EF4-FFF2-40B4-BE49-F238E27FC236}">
                <a16:creationId xmlns:a16="http://schemas.microsoft.com/office/drawing/2014/main" id="{63677797-5DC0-45FD-9D3E-4D98A65D1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4958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是否允许旧快照 dispatch</a:t>
            </a:r>
          </a:p>
        </p:txBody>
      </p:sp>
      <p:sp>
        <p:nvSpPr>
          <p:cNvPr id="119" name="case-label-right-3">
            <a:extLst xmlns:a="http://schemas.openxmlformats.org/drawingml/2006/main">
              <a:ext uri="{FF2B5EF4-FFF2-40B4-BE49-F238E27FC236}">
                <a16:creationId xmlns:a16="http://schemas.microsoft.com/office/drawing/2014/main" id="{796CDBCF-DEAC-47B8-9C7D-BBC794C33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4958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IF / THEN</a:t>
            </a:r>
          </a:p>
        </p:txBody>
      </p:sp>
      <p:sp>
        <p:nvSpPr>
          <p:cNvPr id="120" name="case-value-right-3">
            <a:extLst xmlns:a="http://schemas.openxmlformats.org/drawingml/2006/main">
              <a:ext uri="{FF2B5EF4-FFF2-40B4-BE49-F238E27FC236}">
                <a16:creationId xmlns:a16="http://schemas.microsoft.com/office/drawing/2014/main" id="{1212E204-1B9F-477E-80DD-961E203DC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4958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5 次仍缺失则不 dispatch</a:t>
            </a:r>
          </a:p>
        </p:txBody>
      </p:sp>
      <p:sp>
        <p:nvSpPr>
          <p:cNvPr id="121" name="case-transfer-circle">
            <a:extLst xmlns:a="http://schemas.openxmlformats.org/drawingml/2006/main">
              <a:ext uri="{FF2B5EF4-FFF2-40B4-BE49-F238E27FC236}">
                <a16:creationId xmlns:a16="http://schemas.microsoft.com/office/drawing/2014/main" id="{FF6A693F-DADF-434A-A7E7-B5831EE8E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95275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7000B"/>
            </a:solidFill>
            <a:prstDash val="solid"/>
          </a:ln>
        </p:spPr>
      </p:sp>
      <p:pic>
        <p:nvPicPr>
          <p:cNvPr id="2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a20b03b2624463"/>
          <a:stretch xmlns:a="http://schemas.openxmlformats.org/drawingml/2006/main"/>
        </p:blipFill>
        <p:spPr>
          <a:xfrm xmlns:a="http://schemas.openxmlformats.org/drawingml/2006/main">
            <a:off x="5667375" y="3105150"/>
            <a:ext cx="400050" cy="400050"/>
          </a:xfrm>
          <a:prstGeom xmlns:a="http://schemas.openxmlformats.org/drawingml/2006/main" prst="rect">
            <a:avLst/>
          </a:prstGeom>
        </p:spPr>
      </p:pic>
      <p:sp>
        <p:nvSpPr>
          <p:cNvPr id="123" name="case-transfer-text">
            <a:extLst xmlns:a="http://schemas.openxmlformats.org/drawingml/2006/main">
              <a:ext uri="{FF2B5EF4-FFF2-40B4-BE49-F238E27FC236}">
                <a16:creationId xmlns:a16="http://schemas.microsoft.com/office/drawing/2014/main" id="{48A38601-6EA4-43E6-9D6F-38C449733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524250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88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对照</a:t>
            </a:r>
          </a:p>
        </p:txBody>
      </p:sp>
      <p:sp>
        <p:nvSpPr>
          <p:cNvPr id="124" name="case-left-arrow">
            <a:extLst xmlns:a="http://schemas.openxmlformats.org/drawingml/2006/main">
              <a:ext uri="{FF2B5EF4-FFF2-40B4-BE49-F238E27FC236}">
                <a16:creationId xmlns:a16="http://schemas.microsoft.com/office/drawing/2014/main" id="{03A1806C-B519-4A4A-9980-2434DFAFD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21945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22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←</a:t>
            </a:r>
          </a:p>
        </p:txBody>
      </p:sp>
      <p:sp>
        <p:nvSpPr>
          <p:cNvPr id="125" name="case-right-arrow">
            <a:extLst xmlns:a="http://schemas.openxmlformats.org/drawingml/2006/main">
              <a:ext uri="{FF2B5EF4-FFF2-40B4-BE49-F238E27FC236}">
                <a16:creationId xmlns:a16="http://schemas.microsoft.com/office/drawing/2014/main" id="{E8FB34F1-A4F6-406E-85FD-21A5A0934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21945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22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26" name="timeline-rule">
            <a:extLst xmlns:a="http://schemas.openxmlformats.org/drawingml/2006/main">
              <a:ext uri="{FF2B5EF4-FFF2-40B4-BE49-F238E27FC236}">
                <a16:creationId xmlns:a16="http://schemas.microsoft.com/office/drawing/2014/main" id="{46F26517-8D14-4ED8-B91E-154EEEC9A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81700"/>
            <a:ext cx="10934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7D7"/>
          </a:solidFill>
          <a:ln xmlns:a="http://schemas.openxmlformats.org/drawingml/2006/main" w="0">
            <a:solidFill>
              <a:srgbClr val="D7D7D7"/>
            </a:solidFill>
            <a:prstDash val="solid"/>
          </a:ln>
        </p:spPr>
      </p:sp>
      <p:sp>
        <p:nvSpPr>
          <p:cNvPr id="127" name="timeline-dot-0">
            <a:extLst xmlns:a="http://schemas.openxmlformats.org/drawingml/2006/main">
              <a:ext uri="{FF2B5EF4-FFF2-40B4-BE49-F238E27FC236}">
                <a16:creationId xmlns:a16="http://schemas.microsoft.com/office/drawing/2014/main" id="{B1B2265D-D326-40FF-A60F-C0FBE9741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674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128" name="timeline-card-0">
            <a:extLst xmlns:a="http://schemas.openxmlformats.org/drawingml/2006/main">
              <a:ext uri="{FF2B5EF4-FFF2-40B4-BE49-F238E27FC236}">
                <a16:creationId xmlns:a16="http://schemas.microsoft.com/office/drawing/2014/main" id="{E06F85EB-4FA9-4043-8BE1-A3CF40B5C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72200"/>
            <a:ext cx="2000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EC"/>
          </a:solidFill>
          <a:ln xmlns:a="http://schemas.openxmlformats.org/drawingml/2006/main" w="0">
            <a:solidFill>
              <a:srgbClr val="FBEAEC"/>
            </a:solidFill>
            <a:prstDash val="solid"/>
          </a:ln>
        </p:spPr>
      </p:sp>
      <p:pic>
        <p:nvPicPr>
          <p:cNvPr id="2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18a4f716694e7b"/>
          <a:stretch xmlns:a="http://schemas.openxmlformats.org/drawingml/2006/main"/>
        </p:blipFill>
        <p:spPr>
          <a:xfrm xmlns:a="http://schemas.openxmlformats.org/drawingml/2006/main">
            <a:off x="514350" y="63055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30" name="timeline-text-0">
            <a:extLst xmlns:a="http://schemas.openxmlformats.org/drawingml/2006/main">
              <a:ext uri="{FF2B5EF4-FFF2-40B4-BE49-F238E27FC236}">
                <a16:creationId xmlns:a16="http://schemas.microsoft.com/office/drawing/2014/main" id="{3B912A19-9FE5-4187-98C5-1F80D3054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210300"/>
            <a:ext cx="1543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对象模型</a:t>
            </a:r>
          </a:p>
        </p:txBody>
      </p:sp>
      <p:sp>
        <p:nvSpPr>
          <p:cNvPr id="131" name="timeline-dot-1">
            <a:extLst xmlns:a="http://schemas.openxmlformats.org/drawingml/2006/main">
              <a:ext uri="{FF2B5EF4-FFF2-40B4-BE49-F238E27FC236}">
                <a16:creationId xmlns:a16="http://schemas.microsoft.com/office/drawing/2014/main" id="{7D872788-C8C9-4D53-BCFB-3EE338664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58674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45C7"/>
          </a:solidFill>
          <a:ln xmlns:a="http://schemas.openxmlformats.org/drawingml/2006/main" w="0">
            <a:solidFill>
              <a:srgbClr val="6D45C7"/>
            </a:solidFill>
            <a:prstDash val="solid"/>
          </a:ln>
        </p:spPr>
      </p:sp>
      <p:sp>
        <p:nvSpPr>
          <p:cNvPr id="132" name="timeline-card-1">
            <a:extLst xmlns:a="http://schemas.openxmlformats.org/drawingml/2006/main">
              <a:ext uri="{FF2B5EF4-FFF2-40B4-BE49-F238E27FC236}">
                <a16:creationId xmlns:a16="http://schemas.microsoft.com/office/drawing/2014/main" id="{07574872-6C46-4DCB-998F-DE9FCE105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6172200"/>
            <a:ext cx="3048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FA"/>
          </a:solidFill>
          <a:ln xmlns:a="http://schemas.openxmlformats.org/drawingml/2006/main" w="0">
            <a:solidFill>
              <a:srgbClr val="F1ECFA"/>
            </a:solidFill>
            <a:prstDash val="solid"/>
          </a:ln>
        </p:spPr>
      </p:sp>
      <p:pic>
        <p:nvPicPr>
          <p:cNvPr id="2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8366bd34ef4da5"/>
          <a:stretch xmlns:a="http://schemas.openxmlformats.org/drawingml/2006/main"/>
        </p:blipFill>
        <p:spPr>
          <a:xfrm xmlns:a="http://schemas.openxmlformats.org/drawingml/2006/main">
            <a:off x="2705100" y="63055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34" name="timeline-text-1">
            <a:extLst xmlns:a="http://schemas.openxmlformats.org/drawingml/2006/main">
              <a:ext uri="{FF2B5EF4-FFF2-40B4-BE49-F238E27FC236}">
                <a16:creationId xmlns:a16="http://schemas.microsoft.com/office/drawing/2014/main" id="{4A727200-EA29-4361-9862-418A0DE95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6210300"/>
            <a:ext cx="2590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>寻找分叉</a:t>
            </a:r>
          </a:p>
        </p:txBody>
      </p:sp>
      <p:sp>
        <p:nvSpPr>
          <p:cNvPr id="135" name="timeline-dot-2">
            <a:extLst xmlns:a="http://schemas.openxmlformats.org/drawingml/2006/main">
              <a:ext uri="{FF2B5EF4-FFF2-40B4-BE49-F238E27FC236}">
                <a16:creationId xmlns:a16="http://schemas.microsoft.com/office/drawing/2014/main" id="{3F1EC896-E46F-4384-894B-3DDEC4776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58674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136" name="timeline-card-2">
            <a:extLst xmlns:a="http://schemas.openxmlformats.org/drawingml/2006/main">
              <a:ext uri="{FF2B5EF4-FFF2-40B4-BE49-F238E27FC236}">
                <a16:creationId xmlns:a16="http://schemas.microsoft.com/office/drawing/2014/main" id="{F4FEA41C-C58A-4D35-9F21-95E1FD4ED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6172200"/>
            <a:ext cx="1428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EC"/>
          </a:solidFill>
          <a:ln xmlns:a="http://schemas.openxmlformats.org/drawingml/2006/main" w="0">
            <a:solidFill>
              <a:srgbClr val="FBEAEC"/>
            </a:solidFill>
            <a:prstDash val="solid"/>
          </a:ln>
        </p:spPr>
      </p:sp>
      <p:pic>
        <p:nvPicPr>
          <p:cNvPr id="2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725053285e4708"/>
          <a:stretch xmlns:a="http://schemas.openxmlformats.org/drawingml/2006/main"/>
        </p:blipFill>
        <p:spPr>
          <a:xfrm xmlns:a="http://schemas.openxmlformats.org/drawingml/2006/main">
            <a:off x="5943600" y="63055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38" name="timeline-text-2">
            <a:extLst xmlns:a="http://schemas.openxmlformats.org/drawingml/2006/main">
              <a:ext uri="{FF2B5EF4-FFF2-40B4-BE49-F238E27FC236}">
                <a16:creationId xmlns:a16="http://schemas.microsoft.com/office/drawing/2014/main" id="{75A6DFD3-381A-4508-A88C-74D03EE63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6210300"/>
            <a:ext cx="971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EARS</a:t>
            </a:r>
          </a:p>
        </p:txBody>
      </p:sp>
      <p:sp>
        <p:nvSpPr>
          <p:cNvPr id="139" name="timeline-dot-3">
            <a:extLst xmlns:a="http://schemas.openxmlformats.org/drawingml/2006/main">
              <a:ext uri="{FF2B5EF4-FFF2-40B4-BE49-F238E27FC236}">
                <a16:creationId xmlns:a16="http://schemas.microsoft.com/office/drawing/2014/main" id="{EE23DBD8-AF98-46BF-B5EA-9A5764E71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8674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45C7"/>
          </a:solidFill>
          <a:ln xmlns:a="http://schemas.openxmlformats.org/drawingml/2006/main" w="0">
            <a:solidFill>
              <a:srgbClr val="6D45C7"/>
            </a:solidFill>
            <a:prstDash val="solid"/>
          </a:ln>
        </p:spPr>
      </p:sp>
      <p:sp>
        <p:nvSpPr>
          <p:cNvPr id="140" name="timeline-card-3">
            <a:extLst xmlns:a="http://schemas.openxmlformats.org/drawingml/2006/main">
              <a:ext uri="{FF2B5EF4-FFF2-40B4-BE49-F238E27FC236}">
                <a16:creationId xmlns:a16="http://schemas.microsoft.com/office/drawing/2014/main" id="{705D6FCE-1ACC-445B-943D-DD93AE12E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72200"/>
            <a:ext cx="2571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FA"/>
          </a:solidFill>
          <a:ln xmlns:a="http://schemas.openxmlformats.org/drawingml/2006/main" w="0">
            <a:solidFill>
              <a:srgbClr val="F1ECFA"/>
            </a:solidFill>
            <a:prstDash val="solid"/>
          </a:ln>
        </p:spPr>
      </p:sp>
      <p:pic>
        <p:nvPicPr>
          <p:cNvPr id="25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9db733aff84735"/>
          <a:stretch xmlns:a="http://schemas.openxmlformats.org/drawingml/2006/main"/>
        </p:blipFill>
        <p:spPr>
          <a:xfrm xmlns:a="http://schemas.openxmlformats.org/drawingml/2006/main">
            <a:off x="7562850" y="63055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42" name="timeline-text-3">
            <a:extLst xmlns:a="http://schemas.openxmlformats.org/drawingml/2006/main">
              <a:ext uri="{FF2B5EF4-FFF2-40B4-BE49-F238E27FC236}">
                <a16:creationId xmlns:a16="http://schemas.microsoft.com/office/drawing/2014/main" id="{D8BB6B58-07F6-42CB-AD15-5ADC5CB98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6210300"/>
            <a:ext cx="2114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>行为矩阵</a:t>
            </a:r>
          </a:p>
        </p:txBody>
      </p:sp>
      <p:sp>
        <p:nvSpPr>
          <p:cNvPr id="143" name="timeline-dot-4">
            <a:extLst xmlns:a="http://schemas.openxmlformats.org/drawingml/2006/main">
              <a:ext uri="{FF2B5EF4-FFF2-40B4-BE49-F238E27FC236}">
                <a16:creationId xmlns:a16="http://schemas.microsoft.com/office/drawing/2014/main" id="{42256876-971C-44C3-B36A-A2A5DC337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58674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F5B"/>
          </a:solidFill>
          <a:ln xmlns:a="http://schemas.openxmlformats.org/drawingml/2006/main" w="0">
            <a:solidFill>
              <a:srgbClr val="2F8F5B"/>
            </a:solidFill>
            <a:prstDash val="solid"/>
          </a:ln>
        </p:spPr>
      </p:sp>
      <p:sp>
        <p:nvSpPr>
          <p:cNvPr id="144" name="timeline-card-4">
            <a:extLst xmlns:a="http://schemas.openxmlformats.org/drawingml/2006/main">
              <a:ext uri="{FF2B5EF4-FFF2-40B4-BE49-F238E27FC236}">
                <a16:creationId xmlns:a16="http://schemas.microsoft.com/office/drawing/2014/main" id="{B406802C-BB49-4241-9BAC-E9752EDB4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6172200"/>
            <a:ext cx="10287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E"/>
          </a:solidFill>
          <a:ln xmlns:a="http://schemas.openxmlformats.org/drawingml/2006/main" w="0">
            <a:solidFill>
              <a:srgbClr val="EAF5EE"/>
            </a:solidFill>
            <a:prstDash val="solid"/>
          </a:ln>
        </p:spPr>
      </p:sp>
      <p:pic>
        <p:nvPicPr>
          <p:cNvPr id="26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421676dd51475d"/>
          <a:stretch xmlns:a="http://schemas.openxmlformats.org/drawingml/2006/main"/>
        </p:blipFill>
        <p:spPr>
          <a:xfrm xmlns:a="http://schemas.openxmlformats.org/drawingml/2006/main">
            <a:off x="10325100" y="63055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46" name="timeline-text-4">
            <a:extLst xmlns:a="http://schemas.openxmlformats.org/drawingml/2006/main">
              <a:ext uri="{FF2B5EF4-FFF2-40B4-BE49-F238E27FC236}">
                <a16:creationId xmlns:a16="http://schemas.microsoft.com/office/drawing/2014/main" id="{B28B3A76-07CD-44BF-8BCF-942072BDE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6210300"/>
            <a:ext cx="57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rPr>
              <a:t>状态模型</a:t>
            </a:r>
          </a:p>
        </p:txBody>
      </p:sp>
      <p:pic>
        <p:nvPicPr>
          <p:cNvPr id="26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49051164ad4f66"/>
          <a:stretch xmlns:a="http://schemas.openxmlformats.org/drawingml/2006/main"/>
        </p:blipFill>
        <p:spPr>
          <a:xfrm xmlns:a="http://schemas.openxmlformats.org/drawingml/2006/main">
            <a:off x="10382250" y="268813"/>
            <a:ext cx="952500" cy="2148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980598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9937CBA2-7E4F-43F3-9EBA-CFD6BD1B5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38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rPr>
              <a:t>08 · 第一幕｜需求 → 可测试规格</a:t>
            </a:r>
          </a:p>
        </p:txBody>
      </p:sp>
      <p:sp>
        <p:nvSpPr>
          <p:cNvPr id="5" name="team-name">
            <a:extLst xmlns:a="http://schemas.openxmlformats.org/drawingml/2006/main">
              <a:ext uri="{FF2B5EF4-FFF2-40B4-BE49-F238E27FC236}">
                <a16:creationId xmlns:a16="http://schemas.microsoft.com/office/drawing/2014/main" id="{DF70FBB6-5F6E-4537-9090-0CBE67318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6" name="business-direction">
            <a:extLst xmlns:a="http://schemas.openxmlformats.org/drawingml/2006/main">
              <a:ext uri="{FF2B5EF4-FFF2-40B4-BE49-F238E27FC236}">
                <a16:creationId xmlns:a16="http://schemas.microsoft.com/office/drawing/2014/main" id="{264209F6-E82F-4B7F-97F5-9E0C8215D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" name="storyline-lead">
            <a:extLst xmlns:a="http://schemas.openxmlformats.org/drawingml/2006/main">
              <a:ext uri="{FF2B5EF4-FFF2-40B4-BE49-F238E27FC236}">
                <a16:creationId xmlns:a16="http://schemas.microsoft.com/office/drawing/2014/main" id="{513D4A51-8337-4FB4-B56E-8172C046E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8" name="storyline-outcome">
            <a:extLst xmlns:a="http://schemas.openxmlformats.org/drawingml/2006/main">
              <a:ext uri="{FF2B5EF4-FFF2-40B4-BE49-F238E27FC236}">
                <a16:creationId xmlns:a16="http://schemas.microsoft.com/office/drawing/2014/main" id="{BB1932BF-7915-4685-850E-EE30D779E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9" name="origin-story">
            <a:extLst xmlns:a="http://schemas.openxmlformats.org/drawingml/2006/main">
              <a:ext uri="{FF2B5EF4-FFF2-40B4-BE49-F238E27FC236}">
                <a16:creationId xmlns:a16="http://schemas.microsoft.com/office/drawing/2014/main" id="{4F383126-75F9-4A95-9DFA-12133DB4A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1104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210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行为矩阵先冻结“什么时候回滚”</a:t>
            </a:r>
          </a:p>
        </p:txBody>
      </p:sp>
      <p:sp>
        <p:nvSpPr>
          <p:cNvPr id="10" name="capability-label">
            <a:extLst xmlns:a="http://schemas.openxmlformats.org/drawingml/2006/main">
              <a:ext uri="{FF2B5EF4-FFF2-40B4-BE49-F238E27FC236}">
                <a16:creationId xmlns:a16="http://schemas.microsoft.com/office/drawing/2014/main" id="{6618DDA6-5320-4544-A67A-4138E5DF0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9115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SLIDE 08 · WORKSHOP</a:t>
            </a:r>
          </a:p>
        </p:txBody>
      </p:sp>
      <p:sp>
        <p:nvSpPr>
          <p:cNvPr id="12" name="capability-goal-text">
            <a:extLst xmlns:a="http://schemas.openxmlformats.org/drawingml/2006/main">
              <a:ext uri="{FF2B5EF4-FFF2-40B4-BE49-F238E27FC236}">
                <a16:creationId xmlns:a16="http://schemas.microsoft.com/office/drawing/2014/main" id="{A9BB6ADF-6F5A-486E-9828-9BB90056D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4" name="capability-tech-text">
            <a:extLst xmlns:a="http://schemas.openxmlformats.org/drawingml/2006/main">
              <a:ext uri="{FF2B5EF4-FFF2-40B4-BE49-F238E27FC236}">
                <a16:creationId xmlns:a16="http://schemas.microsoft.com/office/drawing/2014/main" id="{A789BA83-BEE2-4D60-80BC-6239BCAB3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6" name="capability-collaboration-text">
            <a:extLst xmlns:a="http://schemas.openxmlformats.org/drawingml/2006/main">
              <a:ext uri="{FF2B5EF4-FFF2-40B4-BE49-F238E27FC236}">
                <a16:creationId xmlns:a16="http://schemas.microsoft.com/office/drawing/2014/main" id="{D085A46E-BB95-4E44-A140-3211DC950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8" name="capability-cohesion-text">
            <a:extLst xmlns:a="http://schemas.openxmlformats.org/drawingml/2006/main">
              <a:ext uri="{FF2B5EF4-FFF2-40B4-BE49-F238E27FC236}">
                <a16:creationId xmlns:a16="http://schemas.microsoft.com/office/drawing/2014/main" id="{31E7FE61-7CF7-4BF1-B351-6E8BC2ABB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21" name="journey-top-rule">
            <a:extLst xmlns:a="http://schemas.openxmlformats.org/drawingml/2006/main">
              <a:ext uri="{FF2B5EF4-FFF2-40B4-BE49-F238E27FC236}">
                <a16:creationId xmlns:a16="http://schemas.microsoft.com/office/drawing/2014/main" id="{3F7D1C62-8DF5-4E48-9864-9C17DDEE1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2" name="journey-label">
            <a:extLst xmlns:a="http://schemas.openxmlformats.org/drawingml/2006/main">
              <a:ext uri="{FF2B5EF4-FFF2-40B4-BE49-F238E27FC236}">
                <a16:creationId xmlns:a16="http://schemas.microsoft.com/office/drawing/2014/main" id="{8E7E41EF-B0E6-4678-B07F-0EBF826CF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失败语义不是统一答案：总开关、模式切换、新增规则和编辑 DNS 的事务边界不同。</a:t>
            </a:r>
          </a:p>
        </p:txBody>
      </p:sp>
      <p:sp>
        <p:nvSpPr>
          <p:cNvPr id="26" name="stage-01-number">
            <a:extLst xmlns:a="http://schemas.openxmlformats.org/drawingml/2006/main">
              <a:ext uri="{FF2B5EF4-FFF2-40B4-BE49-F238E27FC236}">
                <a16:creationId xmlns:a16="http://schemas.microsoft.com/office/drawing/2014/main" id="{4225D723-AF17-46CE-8F57-EF6385A30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27" name="stage-01-title">
            <a:extLst xmlns:a="http://schemas.openxmlformats.org/drawingml/2006/main">
              <a:ext uri="{FF2B5EF4-FFF2-40B4-BE49-F238E27FC236}">
                <a16:creationId xmlns:a16="http://schemas.microsoft.com/office/drawing/2014/main" id="{A080687F-349A-4D96-8B9B-B15D9284C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28" name="stage-01-body">
            <a:extLst xmlns:a="http://schemas.openxmlformats.org/drawingml/2006/main">
              <a:ext uri="{FF2B5EF4-FFF2-40B4-BE49-F238E27FC236}">
                <a16:creationId xmlns:a16="http://schemas.microsoft.com/office/drawing/2014/main" id="{35DB16DD-F51B-49F2-B81F-24E50A16B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36" name="stage-03-number">
            <a:extLst xmlns:a="http://schemas.openxmlformats.org/drawingml/2006/main">
              <a:ext uri="{FF2B5EF4-FFF2-40B4-BE49-F238E27FC236}">
                <a16:creationId xmlns:a16="http://schemas.microsoft.com/office/drawing/2014/main" id="{C0286EEE-76D7-4C3D-959B-C1A40C2DE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37" name="stage-03-title">
            <a:extLst xmlns:a="http://schemas.openxmlformats.org/drawingml/2006/main">
              <a:ext uri="{FF2B5EF4-FFF2-40B4-BE49-F238E27FC236}">
                <a16:creationId xmlns:a16="http://schemas.microsoft.com/office/drawing/2014/main" id="{B27EC97C-4E04-4513-B0CF-9ED410CD8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38" name="stage-03-body">
            <a:extLst xmlns:a="http://schemas.openxmlformats.org/drawingml/2006/main">
              <a:ext uri="{FF2B5EF4-FFF2-40B4-BE49-F238E27FC236}">
                <a16:creationId xmlns:a16="http://schemas.microsoft.com/office/drawing/2014/main" id="{9E912F49-5FAE-4B6A-9826-0EE1EFB7F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46" name="stage-05-number">
            <a:extLst xmlns:a="http://schemas.openxmlformats.org/drawingml/2006/main">
              <a:ext uri="{FF2B5EF4-FFF2-40B4-BE49-F238E27FC236}">
                <a16:creationId xmlns:a16="http://schemas.microsoft.com/office/drawing/2014/main" id="{AA36F8DB-73A8-47E8-A962-56FE8DE85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47" name="stage-05-title">
            <a:extLst xmlns:a="http://schemas.openxmlformats.org/drawingml/2006/main">
              <a:ext uri="{FF2B5EF4-FFF2-40B4-BE49-F238E27FC236}">
                <a16:creationId xmlns:a16="http://schemas.microsoft.com/office/drawing/2014/main" id="{E55E05DE-AFC6-4422-9A2F-AD9E27F89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48" name="stage-05-body">
            <a:extLst xmlns:a="http://schemas.openxmlformats.org/drawingml/2006/main">
              <a:ext uri="{FF2B5EF4-FFF2-40B4-BE49-F238E27FC236}">
                <a16:creationId xmlns:a16="http://schemas.microsoft.com/office/drawing/2014/main" id="{F938BB63-05FA-4699-B9B6-45CD5A0C9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0" name="rail-flow-label">
            <a:extLst xmlns:a="http://schemas.openxmlformats.org/drawingml/2006/main">
              <a:ext uri="{FF2B5EF4-FFF2-40B4-BE49-F238E27FC236}">
                <a16:creationId xmlns:a16="http://schemas.microsoft.com/office/drawing/2014/main" id="{FF5EAC43-B84B-4541-B2F4-61336FAA9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8585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858585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1" name="rail-flow-line">
            <a:extLst xmlns:a="http://schemas.openxmlformats.org/drawingml/2006/main">
              <a:ext uri="{FF2B5EF4-FFF2-40B4-BE49-F238E27FC236}">
                <a16:creationId xmlns:a16="http://schemas.microsoft.com/office/drawing/2014/main" id="{AF9A8871-2B22-4386-A390-72752FB38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3" name="rail-flow-idea-label">
            <a:extLst xmlns:a="http://schemas.openxmlformats.org/drawingml/2006/main">
              <a:ext uri="{FF2B5EF4-FFF2-40B4-BE49-F238E27FC236}">
                <a16:creationId xmlns:a16="http://schemas.microsoft.com/office/drawing/2014/main" id="{72E1E745-7177-4B95-A3C2-46F9EE067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5" name="rail-flow-attack-label">
            <a:extLst xmlns:a="http://schemas.openxmlformats.org/drawingml/2006/main">
              <a:ext uri="{FF2B5EF4-FFF2-40B4-BE49-F238E27FC236}">
                <a16:creationId xmlns:a16="http://schemas.microsoft.com/office/drawing/2014/main" id="{1CD5E551-A644-4209-8B85-C43D55DAD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7" name="rail-flow-delivery-label">
            <a:extLst xmlns:a="http://schemas.openxmlformats.org/drawingml/2006/main">
              <a:ext uri="{FF2B5EF4-FFF2-40B4-BE49-F238E27FC236}">
                <a16:creationId xmlns:a16="http://schemas.microsoft.com/office/drawing/2014/main" id="{41242F25-AB1D-4FEC-AA44-0C6A2FA72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8" name="rail-result-box">
            <a:extLst xmlns:a="http://schemas.openxmlformats.org/drawingml/2006/main">
              <a:ext uri="{FF2B5EF4-FFF2-40B4-BE49-F238E27FC236}">
                <a16:creationId xmlns:a16="http://schemas.microsoft.com/office/drawing/2014/main" id="{F7117D08-254C-4F26-B6DD-8B03EB047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0" name="rail-result-text">
            <a:extLst xmlns:a="http://schemas.openxmlformats.org/drawingml/2006/main">
              <a:ext uri="{FF2B5EF4-FFF2-40B4-BE49-F238E27FC236}">
                <a16:creationId xmlns:a16="http://schemas.microsoft.com/office/drawing/2014/main" id="{34A8EF6F-28E9-4F9F-8CFD-1BF6F2603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63" b="1">
                <a:solidFill>
                  <a:srgbClr val="9C000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9C000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61" name="grid-top-rule">
            <a:extLst xmlns:a="http://schemas.openxmlformats.org/drawingml/2006/main">
              <a:ext uri="{FF2B5EF4-FFF2-40B4-BE49-F238E27FC236}">
                <a16:creationId xmlns:a16="http://schemas.microsoft.com/office/drawing/2014/main" id="{0F39FBDF-9E3B-4D49-B005-6B5B93FED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2" name="grid-middle-rule">
            <a:extLst xmlns:a="http://schemas.openxmlformats.org/drawingml/2006/main">
              <a:ext uri="{FF2B5EF4-FFF2-40B4-BE49-F238E27FC236}">
                <a16:creationId xmlns:a16="http://schemas.microsoft.com/office/drawing/2014/main" id="{BBC7B45A-19EF-4696-97BA-CE5C123E4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3" name="grid-vertical-rule">
            <a:extLst xmlns:a="http://schemas.openxmlformats.org/drawingml/2006/main">
              <a:ext uri="{FF2B5EF4-FFF2-40B4-BE49-F238E27FC236}">
                <a16:creationId xmlns:a16="http://schemas.microsoft.com/office/drawing/2014/main" id="{9513784B-DF55-42B5-ACF2-4EF87CE54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4" name="capability-top-rule">
            <a:extLst xmlns:a="http://schemas.openxmlformats.org/drawingml/2006/main">
              <a:ext uri="{FF2B5EF4-FFF2-40B4-BE49-F238E27FC236}">
                <a16:creationId xmlns:a16="http://schemas.microsoft.com/office/drawing/2014/main" id="{9013330B-53F2-4C98-B459-B7BC45073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5" name="module-01-icon-background">
            <a:extLst xmlns:a="http://schemas.openxmlformats.org/drawingml/2006/main">
              <a:ext uri="{FF2B5EF4-FFF2-40B4-BE49-F238E27FC236}">
                <a16:creationId xmlns:a16="http://schemas.microsoft.com/office/drawing/2014/main" id="{6BB7565D-24EF-47D6-BBB0-E18B6DE76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24050"/>
            <a:ext cx="4762500" cy="3124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B"/>
          </a:solidFill>
          <a:ln xmlns:a="http://schemas.openxmlformats.org/drawingml/2006/main" w="0">
            <a:solidFill>
              <a:srgbClr val="EAF2FB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7" name="module-02-icon-background">
            <a:extLst xmlns:a="http://schemas.openxmlformats.org/drawingml/2006/main">
              <a:ext uri="{FF2B5EF4-FFF2-40B4-BE49-F238E27FC236}">
                <a16:creationId xmlns:a16="http://schemas.microsoft.com/office/drawing/2014/main" id="{80C31D3C-F758-4BBC-A10E-E9C339D14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24050"/>
            <a:ext cx="4762500" cy="3124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FA"/>
          </a:solidFill>
          <a:ln xmlns:a="http://schemas.openxmlformats.org/drawingml/2006/main" w="0">
            <a:solidFill>
              <a:srgbClr val="F1ECF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9" name="module-03-icon-background">
            <a:extLst xmlns:a="http://schemas.openxmlformats.org/drawingml/2006/main">
              <a:ext uri="{FF2B5EF4-FFF2-40B4-BE49-F238E27FC236}">
                <a16:creationId xmlns:a16="http://schemas.microsoft.com/office/drawing/2014/main" id="{78E97F08-D68A-43EC-A2D0-7C3051E07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1" name="module-04-icon-background">
            <a:extLst xmlns:a="http://schemas.openxmlformats.org/drawingml/2006/main">
              <a:ext uri="{FF2B5EF4-FFF2-40B4-BE49-F238E27FC236}">
                <a16:creationId xmlns:a16="http://schemas.microsoft.com/office/drawing/2014/main" id="{C303905D-0287-4B86-92D4-33F0EB3B9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3" name="module-04-number">
            <a:extLst xmlns:a="http://schemas.openxmlformats.org/drawingml/2006/main">
              <a:ext uri="{FF2B5EF4-FFF2-40B4-BE49-F238E27FC236}">
                <a16:creationId xmlns:a16="http://schemas.microsoft.com/office/drawing/2014/main" id="{644EFF2E-DC9B-4D41-84F4-10582B446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4" name="module-04-title">
            <a:extLst xmlns:a="http://schemas.openxmlformats.org/drawingml/2006/main">
              <a:ext uri="{FF2B5EF4-FFF2-40B4-BE49-F238E27FC236}">
                <a16:creationId xmlns:a16="http://schemas.microsoft.com/office/drawing/2014/main" id="{9C3B8801-0886-4C35-A421-9571B2595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5" name="module-04-body">
            <a:extLst xmlns:a="http://schemas.openxmlformats.org/drawingml/2006/main">
              <a:ext uri="{FF2B5EF4-FFF2-40B4-BE49-F238E27FC236}">
                <a16:creationId xmlns:a16="http://schemas.microsoft.com/office/drawing/2014/main" id="{815AB31E-77DC-41EF-9FDD-2104B3529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6" name="capability-goal-icon-background">
            <a:extLst xmlns:a="http://schemas.openxmlformats.org/drawingml/2006/main">
              <a:ext uri="{FF2B5EF4-FFF2-40B4-BE49-F238E27FC236}">
                <a16:creationId xmlns:a16="http://schemas.microsoft.com/office/drawing/2014/main" id="{ACC8CF6A-83B8-4CA8-B500-7FCD1FE49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8" name="capability-tech-icon-background">
            <a:extLst xmlns:a="http://schemas.openxmlformats.org/drawingml/2006/main">
              <a:ext uri="{FF2B5EF4-FFF2-40B4-BE49-F238E27FC236}">
                <a16:creationId xmlns:a16="http://schemas.microsoft.com/office/drawing/2014/main" id="{1FBC427F-E57C-45DB-9CCE-FEBB0D899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0" name="capability-collaboration-icon-background">
            <a:extLst xmlns:a="http://schemas.openxmlformats.org/drawingml/2006/main">
              <a:ext uri="{FF2B5EF4-FFF2-40B4-BE49-F238E27FC236}">
                <a16:creationId xmlns:a16="http://schemas.microsoft.com/office/drawing/2014/main" id="{6E13DFB3-20F1-4890-9CA4-4556205A7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2" name="capability-cohesion-icon-background">
            <a:extLst xmlns:a="http://schemas.openxmlformats.org/drawingml/2006/main">
              <a:ext uri="{FF2B5EF4-FFF2-40B4-BE49-F238E27FC236}">
                <a16:creationId xmlns:a16="http://schemas.microsoft.com/office/drawing/2014/main" id="{6D6CB4E0-0BEB-4D63-8FF5-DCEBE4D95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4" name="competitiveness-result-box">
            <a:extLst xmlns:a="http://schemas.openxmlformats.org/drawingml/2006/main">
              <a:ext uri="{FF2B5EF4-FFF2-40B4-BE49-F238E27FC236}">
                <a16:creationId xmlns:a16="http://schemas.microsoft.com/office/drawing/2014/main" id="{F216EF67-2742-4E3A-81AE-9DA7A0133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6" name="competitiveness-result-text">
            <a:extLst xmlns:a="http://schemas.openxmlformats.org/drawingml/2006/main">
              <a:ext uri="{FF2B5EF4-FFF2-40B4-BE49-F238E27FC236}">
                <a16:creationId xmlns:a16="http://schemas.microsoft.com/office/drawing/2014/main" id="{5EF20348-951F-48D4-9F42-3FB89748A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276850"/>
            <a:ext cx="733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38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rPr>
              <a:t>不是所有失败都必须回滚；事务边界先由规格决定。</a:t>
            </a:r>
          </a:p>
        </p:txBody>
      </p:sp>
      <p:pic>
        <p:nvPicPr>
          <p:cNvPr id="20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f536375935490e"/>
          <a:stretch xmlns:a="http://schemas.openxmlformats.org/drawingml/2006/main"/>
        </p:blipFill>
        <p:spPr>
          <a:xfrm xmlns:a="http://schemas.openxmlformats.org/drawingml/2006/main">
            <a:off x="400050" y="257175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88" name="case-header-rule">
            <a:extLst xmlns:a="http://schemas.openxmlformats.org/drawingml/2006/main">
              <a:ext uri="{FF2B5EF4-FFF2-40B4-BE49-F238E27FC236}">
                <a16:creationId xmlns:a16="http://schemas.microsoft.com/office/drawing/2014/main" id="{BAC1EAF4-B798-4F81-B3D8-E711C771E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0020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7D7"/>
          </a:solidFill>
          <a:ln xmlns:a="http://schemas.openxmlformats.org/drawingml/2006/main" w="0">
            <a:solidFill>
              <a:srgbClr val="D7D7D7"/>
            </a:solidFill>
            <a:prstDash val="solid"/>
          </a:ln>
        </p:spPr>
      </p:sp>
      <p:pic>
        <p:nvPicPr>
          <p:cNvPr id="20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28a4f34c3b4578"/>
          <a:stretch xmlns:a="http://schemas.openxmlformats.org/drawingml/2006/main"/>
        </p:blipFill>
        <p:spPr>
          <a:xfrm xmlns:a="http://schemas.openxmlformats.org/drawingml/2006/main">
            <a:off x="666750" y="2190750"/>
            <a:ext cx="438150" cy="438150"/>
          </a:xfrm>
          <a:prstGeom xmlns:a="http://schemas.openxmlformats.org/drawingml/2006/main" prst="rect">
            <a:avLst/>
          </a:prstGeom>
        </p:spPr>
      </p:pic>
      <p:pic>
        <p:nvPicPr>
          <p:cNvPr id="20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011741643b415c"/>
          <a:stretch xmlns:a="http://schemas.openxmlformats.org/drawingml/2006/main"/>
        </p:blipFill>
        <p:spPr>
          <a:xfrm xmlns:a="http://schemas.openxmlformats.org/drawingml/2006/main">
            <a:off x="6838950" y="2190750"/>
            <a:ext cx="438150" cy="438150"/>
          </a:xfrm>
          <a:prstGeom xmlns:a="http://schemas.openxmlformats.org/drawingml/2006/main" prst="rect">
            <a:avLst/>
          </a:prstGeom>
        </p:spPr>
      </p:pic>
      <p:sp>
        <p:nvSpPr>
          <p:cNvPr id="91" name="case-one-number">
            <a:extLst xmlns:a="http://schemas.openxmlformats.org/drawingml/2006/main">
              <a:ext uri="{FF2B5EF4-FFF2-40B4-BE49-F238E27FC236}">
                <a16:creationId xmlns:a16="http://schemas.microsoft.com/office/drawing/2014/main" id="{80F689AD-6F88-4A35-AE85-A26AC3B82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1526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rPr>
              <a:t>CASE 08</a:t>
            </a:r>
          </a:p>
        </p:txBody>
      </p:sp>
      <p:sp>
        <p:nvSpPr>
          <p:cNvPr id="92" name="case-two-number">
            <a:extLst xmlns:a="http://schemas.openxmlformats.org/drawingml/2006/main">
              <a:ext uri="{FF2B5EF4-FFF2-40B4-BE49-F238E27FC236}">
                <a16:creationId xmlns:a16="http://schemas.microsoft.com/office/drawing/2014/main" id="{0A6698CA-AC0B-41F4-85BA-082BCE6B8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1526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>CONTRAST</a:t>
            </a:r>
          </a:p>
        </p:txBody>
      </p:sp>
      <p:sp>
        <p:nvSpPr>
          <p:cNvPr id="93" name="case-one-title">
            <a:extLst xmlns:a="http://schemas.openxmlformats.org/drawingml/2006/main">
              <a:ext uri="{FF2B5EF4-FFF2-40B4-BE49-F238E27FC236}">
                <a16:creationId xmlns:a16="http://schemas.microsoft.com/office/drawing/2014/main" id="{EE710BA8-D19C-4963-AFB4-4F3C1F99D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3622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Best-effort 语义</a:t>
            </a:r>
          </a:p>
        </p:txBody>
      </p:sp>
      <p:sp>
        <p:nvSpPr>
          <p:cNvPr id="94" name="case-two-title">
            <a:extLst xmlns:a="http://schemas.openxmlformats.org/drawingml/2006/main">
              <a:ext uri="{FF2B5EF4-FFF2-40B4-BE49-F238E27FC236}">
                <a16:creationId xmlns:a16="http://schemas.microsoft.com/office/drawing/2014/main" id="{318AF84A-C84B-43B2-BA7D-1800772BA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3622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All-or-nothing 语义</a:t>
            </a:r>
          </a:p>
        </p:txBody>
      </p:sp>
      <p:sp>
        <p:nvSpPr>
          <p:cNvPr id="95" name="case-one-method">
            <a:extLst xmlns:a="http://schemas.openxmlformats.org/drawingml/2006/main">
              <a:ext uri="{FF2B5EF4-FFF2-40B4-BE49-F238E27FC236}">
                <a16:creationId xmlns:a16="http://schemas.microsoft.com/office/drawing/2014/main" id="{D641B88F-BC38-42A3-A4BB-5C0A78563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rPr>
              <a:t>KEEP SUCCESSES</a:t>
            </a:r>
          </a:p>
        </p:txBody>
      </p:sp>
      <p:sp>
        <p:nvSpPr>
          <p:cNvPr id="96" name="case-two-method">
            <a:extLst xmlns:a="http://schemas.openxmlformats.org/drawingml/2006/main">
              <a:ext uri="{FF2B5EF4-FFF2-40B4-BE49-F238E27FC236}">
                <a16:creationId xmlns:a16="http://schemas.microsoft.com/office/drawing/2014/main" id="{138671CA-C122-4895-8836-E45A6FC58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575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>ROLLBACK</a:t>
            </a:r>
          </a:p>
        </p:txBody>
      </p:sp>
      <p:sp>
        <p:nvSpPr>
          <p:cNvPr id="97" name="case-left-rule-0">
            <a:extLst xmlns:a="http://schemas.openxmlformats.org/drawingml/2006/main">
              <a:ext uri="{FF2B5EF4-FFF2-40B4-BE49-F238E27FC236}">
                <a16:creationId xmlns:a16="http://schemas.microsoft.com/office/drawing/2014/main" id="{A9E0F7F1-556E-496E-816D-C112F9654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813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98" name="case-right-rule-0">
            <a:extLst xmlns:a="http://schemas.openxmlformats.org/drawingml/2006/main">
              <a:ext uri="{FF2B5EF4-FFF2-40B4-BE49-F238E27FC236}">
                <a16:creationId xmlns:a16="http://schemas.microsoft.com/office/drawing/2014/main" id="{F698392D-CBD9-4BDB-A31B-B374CB008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1813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99" name="case-label-left-0">
            <a:extLst xmlns:a="http://schemas.openxmlformats.org/drawingml/2006/main">
              <a:ext uri="{FF2B5EF4-FFF2-40B4-BE49-F238E27FC236}">
                <a16:creationId xmlns:a16="http://schemas.microsoft.com/office/drawing/2014/main" id="{1AFF2D59-C41A-4DA2-B654-8554618F8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重复开启</a:t>
            </a:r>
          </a:p>
        </p:txBody>
      </p:sp>
      <p:sp>
        <p:nvSpPr>
          <p:cNvPr id="100" name="case-value-left-0">
            <a:extLst xmlns:a="http://schemas.openxmlformats.org/drawingml/2006/main">
              <a:ext uri="{FF2B5EF4-FFF2-40B4-BE49-F238E27FC236}">
                <a16:creationId xmlns:a16="http://schemas.microsoft.com/office/drawing/2014/main" id="{17B95C37-E670-4E76-804D-E304F37CD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2385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UI no-op，不再写系统</a:t>
            </a:r>
          </a:p>
        </p:txBody>
      </p:sp>
      <p:sp>
        <p:nvSpPr>
          <p:cNvPr id="101" name="case-label-right-0">
            <a:extLst xmlns:a="http://schemas.openxmlformats.org/drawingml/2006/main">
              <a:ext uri="{FF2B5EF4-FFF2-40B4-BE49-F238E27FC236}">
                <a16:creationId xmlns:a16="http://schemas.microsoft.com/office/drawing/2014/main" id="{18A46C20-C188-49D9-98C2-BA5F1F298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2385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public + 新账号</a:t>
            </a:r>
          </a:p>
        </p:txBody>
      </p:sp>
      <p:sp>
        <p:nvSpPr>
          <p:cNvPr id="102" name="case-value-right-0">
            <a:extLst xmlns:a="http://schemas.openxmlformats.org/drawingml/2006/main">
              <a:ext uri="{FF2B5EF4-FFF2-40B4-BE49-F238E27FC236}">
                <a16:creationId xmlns:a16="http://schemas.microsoft.com/office/drawing/2014/main" id="{7B7E08BA-BD87-441F-B3DB-2BCCF3B9A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2385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在最新快照上重放</a:t>
            </a:r>
          </a:p>
        </p:txBody>
      </p:sp>
      <p:sp>
        <p:nvSpPr>
          <p:cNvPr id="103" name="case-left-rule-1">
            <a:extLst xmlns:a="http://schemas.openxmlformats.org/drawingml/2006/main">
              <a:ext uri="{FF2B5EF4-FFF2-40B4-BE49-F238E27FC236}">
                <a16:creationId xmlns:a16="http://schemas.microsoft.com/office/drawing/2014/main" id="{659D7CC2-4EC3-4F7C-BF89-3A07EE6C3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004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04" name="case-right-rule-1">
            <a:extLst xmlns:a="http://schemas.openxmlformats.org/drawingml/2006/main">
              <a:ext uri="{FF2B5EF4-FFF2-40B4-BE49-F238E27FC236}">
                <a16:creationId xmlns:a16="http://schemas.microsoft.com/office/drawing/2014/main" id="{B37D164D-5E44-46FA-ADF5-91601117C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6004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05" name="case-label-left-1">
            <a:extLst xmlns:a="http://schemas.openxmlformats.org/drawingml/2006/main">
              <a:ext uri="{FF2B5EF4-FFF2-40B4-BE49-F238E27FC236}">
                <a16:creationId xmlns:a16="http://schemas.microsoft.com/office/drawing/2014/main" id="{796BAB44-29A4-4469-8C56-2DD29EAB6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576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总开关失败</a:t>
            </a:r>
          </a:p>
        </p:txBody>
      </p:sp>
      <p:sp>
        <p:nvSpPr>
          <p:cNvPr id="106" name="case-value-left-1">
            <a:extLst xmlns:a="http://schemas.openxmlformats.org/drawingml/2006/main">
              <a:ext uri="{FF2B5EF4-FFF2-40B4-BE49-F238E27FC236}">
                <a16:creationId xmlns:a16="http://schemas.microsoft.com/office/drawing/2014/main" id="{E2585E34-D692-44BF-BE1E-7329CBA4B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576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成功账号保留</a:t>
            </a:r>
          </a:p>
        </p:txBody>
      </p:sp>
      <p:sp>
        <p:nvSpPr>
          <p:cNvPr id="107" name="case-label-right-1">
            <a:extLst xmlns:a="http://schemas.openxmlformats.org/drawingml/2006/main">
              <a:ext uri="{FF2B5EF4-FFF2-40B4-BE49-F238E27FC236}">
                <a16:creationId xmlns:a16="http://schemas.microsoft.com/office/drawing/2014/main" id="{40591D54-6B8B-4336-9EA6-38AC4E705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6576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模式失败</a:t>
            </a:r>
          </a:p>
        </p:txBody>
      </p:sp>
      <p:sp>
        <p:nvSpPr>
          <p:cNvPr id="108" name="case-value-right-1">
            <a:extLst xmlns:a="http://schemas.openxmlformats.org/drawingml/2006/main">
              <a:ext uri="{FF2B5EF4-FFF2-40B4-BE49-F238E27FC236}">
                <a16:creationId xmlns:a16="http://schemas.microsoft.com/office/drawing/2014/main" id="{3E0F325A-0686-4039-ACBE-35AD57BC2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6576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尝试恢复旧快照</a:t>
            </a:r>
          </a:p>
        </p:txBody>
      </p:sp>
      <p:sp>
        <p:nvSpPr>
          <p:cNvPr id="109" name="case-left-rule-2">
            <a:extLst xmlns:a="http://schemas.openxmlformats.org/drawingml/2006/main">
              <a:ext uri="{FF2B5EF4-FFF2-40B4-BE49-F238E27FC236}">
                <a16:creationId xmlns:a16="http://schemas.microsoft.com/office/drawing/2014/main" id="{B431DC1D-7996-47F7-B716-B4104C061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195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0" name="case-right-rule-2">
            <a:extLst xmlns:a="http://schemas.openxmlformats.org/drawingml/2006/main">
              <a:ext uri="{FF2B5EF4-FFF2-40B4-BE49-F238E27FC236}">
                <a16:creationId xmlns:a16="http://schemas.microsoft.com/office/drawing/2014/main" id="{8A9990CB-8F45-4A02-86D6-E10EE0E9F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0195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1" name="case-label-left-2">
            <a:extLst xmlns:a="http://schemas.openxmlformats.org/drawingml/2006/main">
              <a:ext uri="{FF2B5EF4-FFF2-40B4-BE49-F238E27FC236}">
                <a16:creationId xmlns:a16="http://schemas.microsoft.com/office/drawing/2014/main" id="{2BEDC775-5045-4471-AF1B-C0AD01484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767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本地提交</a:t>
            </a:r>
          </a:p>
        </p:txBody>
      </p:sp>
      <p:sp>
        <p:nvSpPr>
          <p:cNvPr id="112" name="case-value-left-2">
            <a:extLst xmlns:a="http://schemas.openxmlformats.org/drawingml/2006/main">
              <a:ext uri="{FF2B5EF4-FFF2-40B4-BE49-F238E27FC236}">
                <a16:creationId xmlns:a16="http://schemas.microsoft.com/office/drawing/2014/main" id="{EA218FAD-D644-4FFB-BE95-C64F04C7F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767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不写 desiredEnabled</a:t>
            </a:r>
          </a:p>
        </p:txBody>
      </p:sp>
      <p:sp>
        <p:nvSpPr>
          <p:cNvPr id="113" name="case-label-right-2">
            <a:extLst xmlns:a="http://schemas.openxmlformats.org/drawingml/2006/main">
              <a:ext uri="{FF2B5EF4-FFF2-40B4-BE49-F238E27FC236}">
                <a16:creationId xmlns:a16="http://schemas.microsoft.com/office/drawing/2014/main" id="{577C7B67-0F67-44A6-9DDD-559EFF9DC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0767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本地提交</a:t>
            </a:r>
          </a:p>
        </p:txBody>
      </p:sp>
      <p:sp>
        <p:nvSpPr>
          <p:cNvPr id="114" name="case-value-right-2">
            <a:extLst xmlns:a="http://schemas.openxmlformats.org/drawingml/2006/main">
              <a:ext uri="{FF2B5EF4-FFF2-40B4-BE49-F238E27FC236}">
                <a16:creationId xmlns:a16="http://schemas.microsoft.com/office/drawing/2014/main" id="{563E56E8-30B3-435F-846A-BBF723B44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0767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不写 mode / signature</a:t>
            </a:r>
          </a:p>
        </p:txBody>
      </p:sp>
      <p:sp>
        <p:nvSpPr>
          <p:cNvPr id="115" name="case-left-rule-3">
            <a:extLst xmlns:a="http://schemas.openxmlformats.org/drawingml/2006/main">
              <a:ext uri="{FF2B5EF4-FFF2-40B4-BE49-F238E27FC236}">
                <a16:creationId xmlns:a16="http://schemas.microsoft.com/office/drawing/2014/main" id="{73F1F4EA-AE10-4C4D-BA07-7CC8DAE70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386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6" name="case-right-rule-3">
            <a:extLst xmlns:a="http://schemas.openxmlformats.org/drawingml/2006/main">
              <a:ext uri="{FF2B5EF4-FFF2-40B4-BE49-F238E27FC236}">
                <a16:creationId xmlns:a16="http://schemas.microsoft.com/office/drawing/2014/main" id="{54F3B591-F56B-4DB3-A065-BC6E7BCF2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4386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7" name="case-label-left-3">
            <a:extLst xmlns:a="http://schemas.openxmlformats.org/drawingml/2006/main">
              <a:ext uri="{FF2B5EF4-FFF2-40B4-BE49-F238E27FC236}">
                <a16:creationId xmlns:a16="http://schemas.microsoft.com/office/drawing/2014/main" id="{678E3CF7-1438-4AC3-A0C1-5353F3F2F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958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结论</a:t>
            </a:r>
          </a:p>
        </p:txBody>
      </p:sp>
      <p:sp>
        <p:nvSpPr>
          <p:cNvPr id="118" name="case-value-left-3">
            <a:extLst xmlns:a="http://schemas.openxmlformats.org/drawingml/2006/main">
              <a:ext uri="{FF2B5EF4-FFF2-40B4-BE49-F238E27FC236}">
                <a16:creationId xmlns:a16="http://schemas.microsoft.com/office/drawing/2014/main" id="{63677797-5DC0-45FD-9D3E-4D98A65D1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4958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允许部分系统状态变化</a:t>
            </a:r>
          </a:p>
        </p:txBody>
      </p:sp>
      <p:sp>
        <p:nvSpPr>
          <p:cNvPr id="119" name="case-label-right-3">
            <a:extLst xmlns:a="http://schemas.openxmlformats.org/drawingml/2006/main">
              <a:ext uri="{FF2B5EF4-FFF2-40B4-BE49-F238E27FC236}">
                <a16:creationId xmlns:a16="http://schemas.microsoft.com/office/drawing/2014/main" id="{796CDBCF-DEAC-47B8-9C7D-BBC794C33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4958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重复 signature</a:t>
            </a:r>
          </a:p>
        </p:txBody>
      </p:sp>
      <p:sp>
        <p:nvSpPr>
          <p:cNvPr id="120" name="case-value-right-3">
            <a:extLst xmlns:a="http://schemas.openxmlformats.org/drawingml/2006/main">
              <a:ext uri="{FF2B5EF4-FFF2-40B4-BE49-F238E27FC236}">
                <a16:creationId xmlns:a16="http://schemas.microsoft.com/office/drawing/2014/main" id="{1212E204-1B9F-477E-80DD-961E203DC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4958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幂等跳过</a:t>
            </a:r>
          </a:p>
        </p:txBody>
      </p:sp>
      <p:sp>
        <p:nvSpPr>
          <p:cNvPr id="121" name="case-transfer-circle">
            <a:extLst xmlns:a="http://schemas.openxmlformats.org/drawingml/2006/main">
              <a:ext uri="{FF2B5EF4-FFF2-40B4-BE49-F238E27FC236}">
                <a16:creationId xmlns:a16="http://schemas.microsoft.com/office/drawing/2014/main" id="{FF6A693F-DADF-434A-A7E7-B5831EE8E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95275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7000B"/>
            </a:solidFill>
            <a:prstDash val="solid"/>
          </a:ln>
        </p:spPr>
      </p:sp>
      <p:pic>
        <p:nvPicPr>
          <p:cNvPr id="2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31bab6e8bd457e"/>
          <a:stretch xmlns:a="http://schemas.openxmlformats.org/drawingml/2006/main"/>
        </p:blipFill>
        <p:spPr>
          <a:xfrm xmlns:a="http://schemas.openxmlformats.org/drawingml/2006/main">
            <a:off x="5667375" y="3105150"/>
            <a:ext cx="400050" cy="400050"/>
          </a:xfrm>
          <a:prstGeom xmlns:a="http://schemas.openxmlformats.org/drawingml/2006/main" prst="rect">
            <a:avLst/>
          </a:prstGeom>
        </p:spPr>
      </p:pic>
      <p:sp>
        <p:nvSpPr>
          <p:cNvPr id="123" name="case-transfer-text">
            <a:extLst xmlns:a="http://schemas.openxmlformats.org/drawingml/2006/main">
              <a:ext uri="{FF2B5EF4-FFF2-40B4-BE49-F238E27FC236}">
                <a16:creationId xmlns:a16="http://schemas.microsoft.com/office/drawing/2014/main" id="{48A38601-6EA4-43E6-9D6F-38C449733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524250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88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对照</a:t>
            </a:r>
          </a:p>
        </p:txBody>
      </p:sp>
      <p:sp>
        <p:nvSpPr>
          <p:cNvPr id="124" name="case-left-arrow">
            <a:extLst xmlns:a="http://schemas.openxmlformats.org/drawingml/2006/main">
              <a:ext uri="{FF2B5EF4-FFF2-40B4-BE49-F238E27FC236}">
                <a16:creationId xmlns:a16="http://schemas.microsoft.com/office/drawing/2014/main" id="{03A1806C-B519-4A4A-9980-2434DFAFD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21945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22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←</a:t>
            </a:r>
          </a:p>
        </p:txBody>
      </p:sp>
      <p:sp>
        <p:nvSpPr>
          <p:cNvPr id="125" name="case-right-arrow">
            <a:extLst xmlns:a="http://schemas.openxmlformats.org/drawingml/2006/main">
              <a:ext uri="{FF2B5EF4-FFF2-40B4-BE49-F238E27FC236}">
                <a16:creationId xmlns:a16="http://schemas.microsoft.com/office/drawing/2014/main" id="{E8FB34F1-A4F6-406E-85FD-21A5A0934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21945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22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26" name="timeline-rule">
            <a:extLst xmlns:a="http://schemas.openxmlformats.org/drawingml/2006/main">
              <a:ext uri="{FF2B5EF4-FFF2-40B4-BE49-F238E27FC236}">
                <a16:creationId xmlns:a16="http://schemas.microsoft.com/office/drawing/2014/main" id="{46F26517-8D14-4ED8-B91E-154EEEC9A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81700"/>
            <a:ext cx="10934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7D7"/>
          </a:solidFill>
          <a:ln xmlns:a="http://schemas.openxmlformats.org/drawingml/2006/main" w="0">
            <a:solidFill>
              <a:srgbClr val="D7D7D7"/>
            </a:solidFill>
            <a:prstDash val="solid"/>
          </a:ln>
        </p:spPr>
      </p:sp>
      <p:sp>
        <p:nvSpPr>
          <p:cNvPr id="127" name="timeline-dot-0">
            <a:extLst xmlns:a="http://schemas.openxmlformats.org/drawingml/2006/main">
              <a:ext uri="{FF2B5EF4-FFF2-40B4-BE49-F238E27FC236}">
                <a16:creationId xmlns:a16="http://schemas.microsoft.com/office/drawing/2014/main" id="{B1B2265D-D326-40FF-A60F-C0FBE9741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674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128" name="timeline-card-0">
            <a:extLst xmlns:a="http://schemas.openxmlformats.org/drawingml/2006/main">
              <a:ext uri="{FF2B5EF4-FFF2-40B4-BE49-F238E27FC236}">
                <a16:creationId xmlns:a16="http://schemas.microsoft.com/office/drawing/2014/main" id="{E06F85EB-4FA9-4043-8BE1-A3CF40B5C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72200"/>
            <a:ext cx="2000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EC"/>
          </a:solidFill>
          <a:ln xmlns:a="http://schemas.openxmlformats.org/drawingml/2006/main" w="0">
            <a:solidFill>
              <a:srgbClr val="FBEAEC"/>
            </a:solidFill>
            <a:prstDash val="solid"/>
          </a:ln>
        </p:spPr>
      </p:sp>
      <p:pic>
        <p:nvPicPr>
          <p:cNvPr id="2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34dc19ea574f28"/>
          <a:stretch xmlns:a="http://schemas.openxmlformats.org/drawingml/2006/main"/>
        </p:blipFill>
        <p:spPr>
          <a:xfrm xmlns:a="http://schemas.openxmlformats.org/drawingml/2006/main">
            <a:off x="514350" y="63055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30" name="timeline-text-0">
            <a:extLst xmlns:a="http://schemas.openxmlformats.org/drawingml/2006/main">
              <a:ext uri="{FF2B5EF4-FFF2-40B4-BE49-F238E27FC236}">
                <a16:creationId xmlns:a16="http://schemas.microsoft.com/office/drawing/2014/main" id="{3B912A19-9FE5-4187-98C5-1F80D3054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210300"/>
            <a:ext cx="1543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对象模型</a:t>
            </a:r>
          </a:p>
        </p:txBody>
      </p:sp>
      <p:sp>
        <p:nvSpPr>
          <p:cNvPr id="131" name="timeline-dot-1">
            <a:extLst xmlns:a="http://schemas.openxmlformats.org/drawingml/2006/main">
              <a:ext uri="{FF2B5EF4-FFF2-40B4-BE49-F238E27FC236}">
                <a16:creationId xmlns:a16="http://schemas.microsoft.com/office/drawing/2014/main" id="{7D872788-C8C9-4D53-BCFB-3EE338664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58674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45C7"/>
          </a:solidFill>
          <a:ln xmlns:a="http://schemas.openxmlformats.org/drawingml/2006/main" w="0">
            <a:solidFill>
              <a:srgbClr val="6D45C7"/>
            </a:solidFill>
            <a:prstDash val="solid"/>
          </a:ln>
        </p:spPr>
      </p:sp>
      <p:sp>
        <p:nvSpPr>
          <p:cNvPr id="132" name="timeline-card-1">
            <a:extLst xmlns:a="http://schemas.openxmlformats.org/drawingml/2006/main">
              <a:ext uri="{FF2B5EF4-FFF2-40B4-BE49-F238E27FC236}">
                <a16:creationId xmlns:a16="http://schemas.microsoft.com/office/drawing/2014/main" id="{07574872-6C46-4DCB-998F-DE9FCE105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6172200"/>
            <a:ext cx="3048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FA"/>
          </a:solidFill>
          <a:ln xmlns:a="http://schemas.openxmlformats.org/drawingml/2006/main" w="0">
            <a:solidFill>
              <a:srgbClr val="F1ECFA"/>
            </a:solidFill>
            <a:prstDash val="solid"/>
          </a:ln>
        </p:spPr>
      </p:sp>
      <p:pic>
        <p:nvPicPr>
          <p:cNvPr id="2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bdee95d7bc4959"/>
          <a:stretch xmlns:a="http://schemas.openxmlformats.org/drawingml/2006/main"/>
        </p:blipFill>
        <p:spPr>
          <a:xfrm xmlns:a="http://schemas.openxmlformats.org/drawingml/2006/main">
            <a:off x="2705100" y="63055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34" name="timeline-text-1">
            <a:extLst xmlns:a="http://schemas.openxmlformats.org/drawingml/2006/main">
              <a:ext uri="{FF2B5EF4-FFF2-40B4-BE49-F238E27FC236}">
                <a16:creationId xmlns:a16="http://schemas.microsoft.com/office/drawing/2014/main" id="{4A727200-EA29-4361-9862-418A0DE95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6210300"/>
            <a:ext cx="2590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>寻找分叉</a:t>
            </a:r>
          </a:p>
        </p:txBody>
      </p:sp>
      <p:sp>
        <p:nvSpPr>
          <p:cNvPr id="135" name="timeline-dot-2">
            <a:extLst xmlns:a="http://schemas.openxmlformats.org/drawingml/2006/main">
              <a:ext uri="{FF2B5EF4-FFF2-40B4-BE49-F238E27FC236}">
                <a16:creationId xmlns:a16="http://schemas.microsoft.com/office/drawing/2014/main" id="{3F1EC896-E46F-4384-894B-3DDEC4776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58674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136" name="timeline-card-2">
            <a:extLst xmlns:a="http://schemas.openxmlformats.org/drawingml/2006/main">
              <a:ext uri="{FF2B5EF4-FFF2-40B4-BE49-F238E27FC236}">
                <a16:creationId xmlns:a16="http://schemas.microsoft.com/office/drawing/2014/main" id="{F4FEA41C-C58A-4D35-9F21-95E1FD4ED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6172200"/>
            <a:ext cx="1428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EC"/>
          </a:solidFill>
          <a:ln xmlns:a="http://schemas.openxmlformats.org/drawingml/2006/main" w="0">
            <a:solidFill>
              <a:srgbClr val="FBEAEC"/>
            </a:solidFill>
            <a:prstDash val="solid"/>
          </a:ln>
        </p:spPr>
      </p:sp>
      <p:pic>
        <p:nvPicPr>
          <p:cNvPr id="2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f653cd12e54421"/>
          <a:stretch xmlns:a="http://schemas.openxmlformats.org/drawingml/2006/main"/>
        </p:blipFill>
        <p:spPr>
          <a:xfrm xmlns:a="http://schemas.openxmlformats.org/drawingml/2006/main">
            <a:off x="5943600" y="63055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38" name="timeline-text-2">
            <a:extLst xmlns:a="http://schemas.openxmlformats.org/drawingml/2006/main">
              <a:ext uri="{FF2B5EF4-FFF2-40B4-BE49-F238E27FC236}">
                <a16:creationId xmlns:a16="http://schemas.microsoft.com/office/drawing/2014/main" id="{75A6DFD3-381A-4508-A88C-74D03EE63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6210300"/>
            <a:ext cx="971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EARS</a:t>
            </a:r>
          </a:p>
        </p:txBody>
      </p:sp>
      <p:sp>
        <p:nvSpPr>
          <p:cNvPr id="139" name="timeline-dot-3">
            <a:extLst xmlns:a="http://schemas.openxmlformats.org/drawingml/2006/main">
              <a:ext uri="{FF2B5EF4-FFF2-40B4-BE49-F238E27FC236}">
                <a16:creationId xmlns:a16="http://schemas.microsoft.com/office/drawing/2014/main" id="{EE23DBD8-AF98-46BF-B5EA-9A5764E71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8674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45C7"/>
          </a:solidFill>
          <a:ln xmlns:a="http://schemas.openxmlformats.org/drawingml/2006/main" w="0">
            <a:solidFill>
              <a:srgbClr val="6D45C7"/>
            </a:solidFill>
            <a:prstDash val="solid"/>
          </a:ln>
        </p:spPr>
      </p:sp>
      <p:sp>
        <p:nvSpPr>
          <p:cNvPr id="140" name="timeline-card-3">
            <a:extLst xmlns:a="http://schemas.openxmlformats.org/drawingml/2006/main">
              <a:ext uri="{FF2B5EF4-FFF2-40B4-BE49-F238E27FC236}">
                <a16:creationId xmlns:a16="http://schemas.microsoft.com/office/drawing/2014/main" id="{705D6FCE-1ACC-445B-943D-DD93AE12E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72200"/>
            <a:ext cx="2571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FA"/>
          </a:solidFill>
          <a:ln xmlns:a="http://schemas.openxmlformats.org/drawingml/2006/main" w="0">
            <a:solidFill>
              <a:srgbClr val="F1ECFA"/>
            </a:solidFill>
            <a:prstDash val="solid"/>
          </a:ln>
        </p:spPr>
      </p:sp>
      <p:pic>
        <p:nvPicPr>
          <p:cNvPr id="25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31378e8c71484e"/>
          <a:stretch xmlns:a="http://schemas.openxmlformats.org/drawingml/2006/main"/>
        </p:blipFill>
        <p:spPr>
          <a:xfrm xmlns:a="http://schemas.openxmlformats.org/drawingml/2006/main">
            <a:off x="7562850" y="63055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42" name="timeline-text-3">
            <a:extLst xmlns:a="http://schemas.openxmlformats.org/drawingml/2006/main">
              <a:ext uri="{FF2B5EF4-FFF2-40B4-BE49-F238E27FC236}">
                <a16:creationId xmlns:a16="http://schemas.microsoft.com/office/drawing/2014/main" id="{D8BB6B58-07F6-42CB-AD15-5ADC5CB98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6210300"/>
            <a:ext cx="2114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>行为矩阵</a:t>
            </a:r>
          </a:p>
        </p:txBody>
      </p:sp>
      <p:sp>
        <p:nvSpPr>
          <p:cNvPr id="143" name="timeline-dot-4">
            <a:extLst xmlns:a="http://schemas.openxmlformats.org/drawingml/2006/main">
              <a:ext uri="{FF2B5EF4-FFF2-40B4-BE49-F238E27FC236}">
                <a16:creationId xmlns:a16="http://schemas.microsoft.com/office/drawing/2014/main" id="{42256876-971C-44C3-B36A-A2A5DC337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58674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F5B"/>
          </a:solidFill>
          <a:ln xmlns:a="http://schemas.openxmlformats.org/drawingml/2006/main" w="0">
            <a:solidFill>
              <a:srgbClr val="2F8F5B"/>
            </a:solidFill>
            <a:prstDash val="solid"/>
          </a:ln>
        </p:spPr>
      </p:sp>
      <p:sp>
        <p:nvSpPr>
          <p:cNvPr id="144" name="timeline-card-4">
            <a:extLst xmlns:a="http://schemas.openxmlformats.org/drawingml/2006/main">
              <a:ext uri="{FF2B5EF4-FFF2-40B4-BE49-F238E27FC236}">
                <a16:creationId xmlns:a16="http://schemas.microsoft.com/office/drawing/2014/main" id="{B406802C-BB49-4241-9BAC-E9752EDB4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6172200"/>
            <a:ext cx="10287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E"/>
          </a:solidFill>
          <a:ln xmlns:a="http://schemas.openxmlformats.org/drawingml/2006/main" w="0">
            <a:solidFill>
              <a:srgbClr val="EAF5EE"/>
            </a:solidFill>
            <a:prstDash val="solid"/>
          </a:ln>
        </p:spPr>
      </p:sp>
      <p:pic>
        <p:nvPicPr>
          <p:cNvPr id="26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cd5e9703e84d06"/>
          <a:stretch xmlns:a="http://schemas.openxmlformats.org/drawingml/2006/main"/>
        </p:blipFill>
        <p:spPr>
          <a:xfrm xmlns:a="http://schemas.openxmlformats.org/drawingml/2006/main">
            <a:off x="10325100" y="63055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46" name="timeline-text-4">
            <a:extLst xmlns:a="http://schemas.openxmlformats.org/drawingml/2006/main">
              <a:ext uri="{FF2B5EF4-FFF2-40B4-BE49-F238E27FC236}">
                <a16:creationId xmlns:a16="http://schemas.microsoft.com/office/drawing/2014/main" id="{B28B3A76-07CD-44BF-8BCF-942072BDE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6210300"/>
            <a:ext cx="57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rPr>
              <a:t>状态模型</a:t>
            </a:r>
          </a:p>
        </p:txBody>
      </p:sp>
      <p:pic>
        <p:nvPicPr>
          <p:cNvPr id="26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47a55d1f624c98"/>
          <a:stretch xmlns:a="http://schemas.openxmlformats.org/drawingml/2006/main"/>
        </p:blipFill>
        <p:spPr>
          <a:xfrm xmlns:a="http://schemas.openxmlformats.org/drawingml/2006/main">
            <a:off x="10382250" y="268813"/>
            <a:ext cx="952500" cy="2148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980598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9937CBA2-7E4F-43F3-9EBA-CFD6BD1B5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38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rPr>
              <a:t>09 · 第二幕｜规格 → 可执行任务</a:t>
            </a:r>
          </a:p>
        </p:txBody>
      </p:sp>
      <p:sp>
        <p:nvSpPr>
          <p:cNvPr id="5" name="team-name">
            <a:extLst xmlns:a="http://schemas.openxmlformats.org/drawingml/2006/main">
              <a:ext uri="{FF2B5EF4-FFF2-40B4-BE49-F238E27FC236}">
                <a16:creationId xmlns:a16="http://schemas.microsoft.com/office/drawing/2014/main" id="{DF70FBB6-5F6E-4537-9090-0CBE67318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6" name="business-direction">
            <a:extLst xmlns:a="http://schemas.openxmlformats.org/drawingml/2006/main">
              <a:ext uri="{FF2B5EF4-FFF2-40B4-BE49-F238E27FC236}">
                <a16:creationId xmlns:a16="http://schemas.microsoft.com/office/drawing/2014/main" id="{264209F6-E82F-4B7F-97F5-9E0C8215D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" name="storyline-lead">
            <a:extLst xmlns:a="http://schemas.openxmlformats.org/drawingml/2006/main">
              <a:ext uri="{FF2B5EF4-FFF2-40B4-BE49-F238E27FC236}">
                <a16:creationId xmlns:a16="http://schemas.microsoft.com/office/drawing/2014/main" id="{513D4A51-8337-4FB4-B56E-8172C046E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8" name="storyline-outcome">
            <a:extLst xmlns:a="http://schemas.openxmlformats.org/drawingml/2006/main">
              <a:ext uri="{FF2B5EF4-FFF2-40B4-BE49-F238E27FC236}">
                <a16:creationId xmlns:a16="http://schemas.microsoft.com/office/drawing/2014/main" id="{BB1932BF-7915-4685-850E-EE30D779E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9" name="origin-story">
            <a:extLst xmlns:a="http://schemas.openxmlformats.org/drawingml/2006/main">
              <a:ext uri="{FF2B5EF4-FFF2-40B4-BE49-F238E27FC236}">
                <a16:creationId xmlns:a16="http://schemas.microsoft.com/office/drawing/2014/main" id="{4F383126-75F9-4A95-9DFA-12133DB4A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1104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210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五类状态必须分开，才能定义“已应用”</a:t>
            </a:r>
          </a:p>
        </p:txBody>
      </p:sp>
      <p:sp>
        <p:nvSpPr>
          <p:cNvPr id="10" name="capability-label">
            <a:extLst xmlns:a="http://schemas.openxmlformats.org/drawingml/2006/main">
              <a:ext uri="{FF2B5EF4-FFF2-40B4-BE49-F238E27FC236}">
                <a16:creationId xmlns:a16="http://schemas.microsoft.com/office/drawing/2014/main" id="{6618DDA6-5320-4544-A67A-4138E5DF0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9115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SLIDE 09 · WORKSHOP</a:t>
            </a:r>
          </a:p>
        </p:txBody>
      </p:sp>
      <p:sp>
        <p:nvSpPr>
          <p:cNvPr id="12" name="capability-goal-text">
            <a:extLst xmlns:a="http://schemas.openxmlformats.org/drawingml/2006/main">
              <a:ext uri="{FF2B5EF4-FFF2-40B4-BE49-F238E27FC236}">
                <a16:creationId xmlns:a16="http://schemas.microsoft.com/office/drawing/2014/main" id="{A9BB6ADF-6F5A-486E-9828-9BB90056D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4" name="capability-tech-text">
            <a:extLst xmlns:a="http://schemas.openxmlformats.org/drawingml/2006/main">
              <a:ext uri="{FF2B5EF4-FFF2-40B4-BE49-F238E27FC236}">
                <a16:creationId xmlns:a16="http://schemas.microsoft.com/office/drawing/2014/main" id="{A789BA83-BEE2-4D60-80BC-6239BCAB3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6" name="capability-collaboration-text">
            <a:extLst xmlns:a="http://schemas.openxmlformats.org/drawingml/2006/main">
              <a:ext uri="{FF2B5EF4-FFF2-40B4-BE49-F238E27FC236}">
                <a16:creationId xmlns:a16="http://schemas.microsoft.com/office/drawing/2014/main" id="{D085A46E-BB95-4E44-A140-3211DC950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8" name="capability-cohesion-text">
            <a:extLst xmlns:a="http://schemas.openxmlformats.org/drawingml/2006/main">
              <a:ext uri="{FF2B5EF4-FFF2-40B4-BE49-F238E27FC236}">
                <a16:creationId xmlns:a16="http://schemas.microsoft.com/office/drawing/2014/main" id="{31E7FE61-7CF7-4BF1-B351-6E8BC2ABB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21" name="journey-top-rule">
            <a:extLst xmlns:a="http://schemas.openxmlformats.org/drawingml/2006/main">
              <a:ext uri="{FF2B5EF4-FFF2-40B4-BE49-F238E27FC236}">
                <a16:creationId xmlns:a16="http://schemas.microsoft.com/office/drawing/2014/main" id="{3F7D1C62-8DF5-4E48-9864-9C17DDEE1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2" name="journey-label">
            <a:extLst xmlns:a="http://schemas.openxmlformats.org/drawingml/2006/main">
              <a:ext uri="{FF2B5EF4-FFF2-40B4-BE49-F238E27FC236}">
                <a16:creationId xmlns:a16="http://schemas.microsoft.com/office/drawing/2014/main" id="{8E7E41EF-B0E6-4678-B07F-0EBF826CF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Intent、local apply、system truth、UI projection 与 read error 不能互相替代。</a:t>
            </a:r>
          </a:p>
        </p:txBody>
      </p:sp>
      <p:sp>
        <p:nvSpPr>
          <p:cNvPr id="26" name="stage-01-number">
            <a:extLst xmlns:a="http://schemas.openxmlformats.org/drawingml/2006/main">
              <a:ext uri="{FF2B5EF4-FFF2-40B4-BE49-F238E27FC236}">
                <a16:creationId xmlns:a16="http://schemas.microsoft.com/office/drawing/2014/main" id="{4225D723-AF17-46CE-8F57-EF6385A30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27" name="stage-01-title">
            <a:extLst xmlns:a="http://schemas.openxmlformats.org/drawingml/2006/main">
              <a:ext uri="{FF2B5EF4-FFF2-40B4-BE49-F238E27FC236}">
                <a16:creationId xmlns:a16="http://schemas.microsoft.com/office/drawing/2014/main" id="{A080687F-349A-4D96-8B9B-B15D9284C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28" name="stage-01-body">
            <a:extLst xmlns:a="http://schemas.openxmlformats.org/drawingml/2006/main">
              <a:ext uri="{FF2B5EF4-FFF2-40B4-BE49-F238E27FC236}">
                <a16:creationId xmlns:a16="http://schemas.microsoft.com/office/drawing/2014/main" id="{35DB16DD-F51B-49F2-B81F-24E50A16B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36" name="stage-03-number">
            <a:extLst xmlns:a="http://schemas.openxmlformats.org/drawingml/2006/main">
              <a:ext uri="{FF2B5EF4-FFF2-40B4-BE49-F238E27FC236}">
                <a16:creationId xmlns:a16="http://schemas.microsoft.com/office/drawing/2014/main" id="{C0286EEE-76D7-4C3D-959B-C1A40C2DE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37" name="stage-03-title">
            <a:extLst xmlns:a="http://schemas.openxmlformats.org/drawingml/2006/main">
              <a:ext uri="{FF2B5EF4-FFF2-40B4-BE49-F238E27FC236}">
                <a16:creationId xmlns:a16="http://schemas.microsoft.com/office/drawing/2014/main" id="{B27EC97C-4E04-4513-B0CF-9ED410CD8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38" name="stage-03-body">
            <a:extLst xmlns:a="http://schemas.openxmlformats.org/drawingml/2006/main">
              <a:ext uri="{FF2B5EF4-FFF2-40B4-BE49-F238E27FC236}">
                <a16:creationId xmlns:a16="http://schemas.microsoft.com/office/drawing/2014/main" id="{9E912F49-5FAE-4B6A-9826-0EE1EFB7F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46" name="stage-05-number">
            <a:extLst xmlns:a="http://schemas.openxmlformats.org/drawingml/2006/main">
              <a:ext uri="{FF2B5EF4-FFF2-40B4-BE49-F238E27FC236}">
                <a16:creationId xmlns:a16="http://schemas.microsoft.com/office/drawing/2014/main" id="{AA36F8DB-73A8-47E8-A962-56FE8DE85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47" name="stage-05-title">
            <a:extLst xmlns:a="http://schemas.openxmlformats.org/drawingml/2006/main">
              <a:ext uri="{FF2B5EF4-FFF2-40B4-BE49-F238E27FC236}">
                <a16:creationId xmlns:a16="http://schemas.microsoft.com/office/drawing/2014/main" id="{E55E05DE-AFC6-4422-9A2F-AD9E27F89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48" name="stage-05-body">
            <a:extLst xmlns:a="http://schemas.openxmlformats.org/drawingml/2006/main">
              <a:ext uri="{FF2B5EF4-FFF2-40B4-BE49-F238E27FC236}">
                <a16:creationId xmlns:a16="http://schemas.microsoft.com/office/drawing/2014/main" id="{F938BB63-05FA-4699-B9B6-45CD5A0C9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0" name="rail-flow-label">
            <a:extLst xmlns:a="http://schemas.openxmlformats.org/drawingml/2006/main">
              <a:ext uri="{FF2B5EF4-FFF2-40B4-BE49-F238E27FC236}">
                <a16:creationId xmlns:a16="http://schemas.microsoft.com/office/drawing/2014/main" id="{FF5EAC43-B84B-4541-B2F4-61336FAA9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8585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858585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1" name="rail-flow-line">
            <a:extLst xmlns:a="http://schemas.openxmlformats.org/drawingml/2006/main">
              <a:ext uri="{FF2B5EF4-FFF2-40B4-BE49-F238E27FC236}">
                <a16:creationId xmlns:a16="http://schemas.microsoft.com/office/drawing/2014/main" id="{AF9A8871-2B22-4386-A390-72752FB38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3" name="rail-flow-idea-label">
            <a:extLst xmlns:a="http://schemas.openxmlformats.org/drawingml/2006/main">
              <a:ext uri="{FF2B5EF4-FFF2-40B4-BE49-F238E27FC236}">
                <a16:creationId xmlns:a16="http://schemas.microsoft.com/office/drawing/2014/main" id="{72E1E745-7177-4B95-A3C2-46F9EE067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5" name="rail-flow-attack-label">
            <a:extLst xmlns:a="http://schemas.openxmlformats.org/drawingml/2006/main">
              <a:ext uri="{FF2B5EF4-FFF2-40B4-BE49-F238E27FC236}">
                <a16:creationId xmlns:a16="http://schemas.microsoft.com/office/drawing/2014/main" id="{1CD5E551-A644-4209-8B85-C43D55DAD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7" name="rail-flow-delivery-label">
            <a:extLst xmlns:a="http://schemas.openxmlformats.org/drawingml/2006/main">
              <a:ext uri="{FF2B5EF4-FFF2-40B4-BE49-F238E27FC236}">
                <a16:creationId xmlns:a16="http://schemas.microsoft.com/office/drawing/2014/main" id="{41242F25-AB1D-4FEC-AA44-0C6A2FA72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8" name="rail-result-box">
            <a:extLst xmlns:a="http://schemas.openxmlformats.org/drawingml/2006/main">
              <a:ext uri="{FF2B5EF4-FFF2-40B4-BE49-F238E27FC236}">
                <a16:creationId xmlns:a16="http://schemas.microsoft.com/office/drawing/2014/main" id="{F7117D08-254C-4F26-B6DD-8B03EB047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0" name="rail-result-text">
            <a:extLst xmlns:a="http://schemas.openxmlformats.org/drawingml/2006/main">
              <a:ext uri="{FF2B5EF4-FFF2-40B4-BE49-F238E27FC236}">
                <a16:creationId xmlns:a16="http://schemas.microsoft.com/office/drawing/2014/main" id="{34A8EF6F-28E9-4F9F-8CFD-1BF6F2603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63" b="1">
                <a:solidFill>
                  <a:srgbClr val="9C000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9C000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61" name="grid-top-rule">
            <a:extLst xmlns:a="http://schemas.openxmlformats.org/drawingml/2006/main">
              <a:ext uri="{FF2B5EF4-FFF2-40B4-BE49-F238E27FC236}">
                <a16:creationId xmlns:a16="http://schemas.microsoft.com/office/drawing/2014/main" id="{0F39FBDF-9E3B-4D49-B005-6B5B93FED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2" name="grid-middle-rule">
            <a:extLst xmlns:a="http://schemas.openxmlformats.org/drawingml/2006/main">
              <a:ext uri="{FF2B5EF4-FFF2-40B4-BE49-F238E27FC236}">
                <a16:creationId xmlns:a16="http://schemas.microsoft.com/office/drawing/2014/main" id="{BBC7B45A-19EF-4696-97BA-CE5C123E4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3" name="grid-vertical-rule">
            <a:extLst xmlns:a="http://schemas.openxmlformats.org/drawingml/2006/main">
              <a:ext uri="{FF2B5EF4-FFF2-40B4-BE49-F238E27FC236}">
                <a16:creationId xmlns:a16="http://schemas.microsoft.com/office/drawing/2014/main" id="{9513784B-DF55-42B5-ACF2-4EF87CE54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4" name="capability-top-rule">
            <a:extLst xmlns:a="http://schemas.openxmlformats.org/drawingml/2006/main">
              <a:ext uri="{FF2B5EF4-FFF2-40B4-BE49-F238E27FC236}">
                <a16:creationId xmlns:a16="http://schemas.microsoft.com/office/drawing/2014/main" id="{9013330B-53F2-4C98-B459-B7BC45073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5" name="module-01-icon-background">
            <a:extLst xmlns:a="http://schemas.openxmlformats.org/drawingml/2006/main">
              <a:ext uri="{FF2B5EF4-FFF2-40B4-BE49-F238E27FC236}">
                <a16:creationId xmlns:a16="http://schemas.microsoft.com/office/drawing/2014/main" id="{6BB7565D-24EF-47D6-BBB0-E18B6DE76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24050"/>
            <a:ext cx="4762500" cy="3124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B"/>
          </a:solidFill>
          <a:ln xmlns:a="http://schemas.openxmlformats.org/drawingml/2006/main" w="0">
            <a:solidFill>
              <a:srgbClr val="EAF2FB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7" name="module-02-icon-background">
            <a:extLst xmlns:a="http://schemas.openxmlformats.org/drawingml/2006/main">
              <a:ext uri="{FF2B5EF4-FFF2-40B4-BE49-F238E27FC236}">
                <a16:creationId xmlns:a16="http://schemas.microsoft.com/office/drawing/2014/main" id="{80C31D3C-F758-4BBC-A10E-E9C339D14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24050"/>
            <a:ext cx="4762500" cy="3124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FA"/>
          </a:solidFill>
          <a:ln xmlns:a="http://schemas.openxmlformats.org/drawingml/2006/main" w="0">
            <a:solidFill>
              <a:srgbClr val="F1ECF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9" name="module-03-icon-background">
            <a:extLst xmlns:a="http://schemas.openxmlformats.org/drawingml/2006/main">
              <a:ext uri="{FF2B5EF4-FFF2-40B4-BE49-F238E27FC236}">
                <a16:creationId xmlns:a16="http://schemas.microsoft.com/office/drawing/2014/main" id="{78E97F08-D68A-43EC-A2D0-7C3051E07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1" name="module-04-icon-background">
            <a:extLst xmlns:a="http://schemas.openxmlformats.org/drawingml/2006/main">
              <a:ext uri="{FF2B5EF4-FFF2-40B4-BE49-F238E27FC236}">
                <a16:creationId xmlns:a16="http://schemas.microsoft.com/office/drawing/2014/main" id="{C303905D-0287-4B86-92D4-33F0EB3B9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3" name="module-04-number">
            <a:extLst xmlns:a="http://schemas.openxmlformats.org/drawingml/2006/main">
              <a:ext uri="{FF2B5EF4-FFF2-40B4-BE49-F238E27FC236}">
                <a16:creationId xmlns:a16="http://schemas.microsoft.com/office/drawing/2014/main" id="{644EFF2E-DC9B-4D41-84F4-10582B446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4" name="module-04-title">
            <a:extLst xmlns:a="http://schemas.openxmlformats.org/drawingml/2006/main">
              <a:ext uri="{FF2B5EF4-FFF2-40B4-BE49-F238E27FC236}">
                <a16:creationId xmlns:a16="http://schemas.microsoft.com/office/drawing/2014/main" id="{9C3B8801-0886-4C35-A421-9571B2595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5" name="module-04-body">
            <a:extLst xmlns:a="http://schemas.openxmlformats.org/drawingml/2006/main">
              <a:ext uri="{FF2B5EF4-FFF2-40B4-BE49-F238E27FC236}">
                <a16:creationId xmlns:a16="http://schemas.microsoft.com/office/drawing/2014/main" id="{815AB31E-77DC-41EF-9FDD-2104B3529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6" name="capability-goal-icon-background">
            <a:extLst xmlns:a="http://schemas.openxmlformats.org/drawingml/2006/main">
              <a:ext uri="{FF2B5EF4-FFF2-40B4-BE49-F238E27FC236}">
                <a16:creationId xmlns:a16="http://schemas.microsoft.com/office/drawing/2014/main" id="{ACC8CF6A-83B8-4CA8-B500-7FCD1FE49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8" name="capability-tech-icon-background">
            <a:extLst xmlns:a="http://schemas.openxmlformats.org/drawingml/2006/main">
              <a:ext uri="{FF2B5EF4-FFF2-40B4-BE49-F238E27FC236}">
                <a16:creationId xmlns:a16="http://schemas.microsoft.com/office/drawing/2014/main" id="{1FBC427F-E57C-45DB-9CCE-FEBB0D899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0" name="capability-collaboration-icon-background">
            <a:extLst xmlns:a="http://schemas.openxmlformats.org/drawingml/2006/main">
              <a:ext uri="{FF2B5EF4-FFF2-40B4-BE49-F238E27FC236}">
                <a16:creationId xmlns:a16="http://schemas.microsoft.com/office/drawing/2014/main" id="{6E13DFB3-20F1-4890-9CA4-4556205A7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2" name="capability-cohesion-icon-background">
            <a:extLst xmlns:a="http://schemas.openxmlformats.org/drawingml/2006/main">
              <a:ext uri="{FF2B5EF4-FFF2-40B4-BE49-F238E27FC236}">
                <a16:creationId xmlns:a16="http://schemas.microsoft.com/office/drawing/2014/main" id="{6D6CB4E0-0BEB-4D63-8FF5-DCEBE4D95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4" name="competitiveness-result-box">
            <a:extLst xmlns:a="http://schemas.openxmlformats.org/drawingml/2006/main">
              <a:ext uri="{FF2B5EF4-FFF2-40B4-BE49-F238E27FC236}">
                <a16:creationId xmlns:a16="http://schemas.microsoft.com/office/drawing/2014/main" id="{F216EF67-2742-4E3A-81AE-9DA7A0133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6" name="competitiveness-result-text">
            <a:extLst xmlns:a="http://schemas.openxmlformats.org/drawingml/2006/main">
              <a:ext uri="{FF2B5EF4-FFF2-40B4-BE49-F238E27FC236}">
                <a16:creationId xmlns:a16="http://schemas.microsoft.com/office/drawing/2014/main" id="{5EF20348-951F-48D4-9F42-3FB89748A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276850"/>
            <a:ext cx="733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38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rPr>
              <a:t>currentMode=public 不等于 public 已覆盖最新账号集合。</a:t>
            </a:r>
          </a:p>
        </p:txBody>
      </p:sp>
      <p:pic>
        <p:nvPicPr>
          <p:cNvPr id="20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13dd0c18a84c0b"/>
          <a:stretch xmlns:a="http://schemas.openxmlformats.org/drawingml/2006/main"/>
        </p:blipFill>
        <p:spPr>
          <a:xfrm xmlns:a="http://schemas.openxmlformats.org/drawingml/2006/main">
            <a:off x="400050" y="257175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88" name="case-header-rule">
            <a:extLst xmlns:a="http://schemas.openxmlformats.org/drawingml/2006/main">
              <a:ext uri="{FF2B5EF4-FFF2-40B4-BE49-F238E27FC236}">
                <a16:creationId xmlns:a16="http://schemas.microsoft.com/office/drawing/2014/main" id="{BAC1EAF4-B798-4F81-B3D8-E711C771E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0020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7D7"/>
          </a:solidFill>
          <a:ln xmlns:a="http://schemas.openxmlformats.org/drawingml/2006/main" w="0">
            <a:solidFill>
              <a:srgbClr val="D7D7D7"/>
            </a:solidFill>
            <a:prstDash val="solid"/>
          </a:ln>
        </p:spPr>
      </p:sp>
      <p:pic>
        <p:nvPicPr>
          <p:cNvPr id="20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cd2e353024472c"/>
          <a:stretch xmlns:a="http://schemas.openxmlformats.org/drawingml/2006/main"/>
        </p:blipFill>
        <p:spPr>
          <a:xfrm xmlns:a="http://schemas.openxmlformats.org/drawingml/2006/main">
            <a:off x="666750" y="2190750"/>
            <a:ext cx="438150" cy="438150"/>
          </a:xfrm>
          <a:prstGeom xmlns:a="http://schemas.openxmlformats.org/drawingml/2006/main" prst="rect">
            <a:avLst/>
          </a:prstGeom>
        </p:spPr>
      </p:pic>
      <p:pic>
        <p:nvPicPr>
          <p:cNvPr id="20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0c055d6f6e4d90"/>
          <a:stretch xmlns:a="http://schemas.openxmlformats.org/drawingml/2006/main"/>
        </p:blipFill>
        <p:spPr>
          <a:xfrm xmlns:a="http://schemas.openxmlformats.org/drawingml/2006/main">
            <a:off x="6838950" y="2190750"/>
            <a:ext cx="438150" cy="438150"/>
          </a:xfrm>
          <a:prstGeom xmlns:a="http://schemas.openxmlformats.org/drawingml/2006/main" prst="rect">
            <a:avLst/>
          </a:prstGeom>
        </p:spPr>
      </p:pic>
      <p:sp>
        <p:nvSpPr>
          <p:cNvPr id="91" name="case-one-number">
            <a:extLst xmlns:a="http://schemas.openxmlformats.org/drawingml/2006/main">
              <a:ext uri="{FF2B5EF4-FFF2-40B4-BE49-F238E27FC236}">
                <a16:creationId xmlns:a16="http://schemas.microsoft.com/office/drawing/2014/main" id="{80F689AD-6F88-4A35-AE85-A26AC3B82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1526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rPr>
              <a:t>CASE 09</a:t>
            </a:r>
          </a:p>
        </p:txBody>
      </p:sp>
      <p:sp>
        <p:nvSpPr>
          <p:cNvPr id="92" name="case-two-number">
            <a:extLst xmlns:a="http://schemas.openxmlformats.org/drawingml/2006/main">
              <a:ext uri="{FF2B5EF4-FFF2-40B4-BE49-F238E27FC236}">
                <a16:creationId xmlns:a16="http://schemas.microsoft.com/office/drawing/2014/main" id="{0A6698CA-AC0B-41F4-85BA-082BCE6B8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1526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>CONTRAST</a:t>
            </a:r>
          </a:p>
        </p:txBody>
      </p:sp>
      <p:sp>
        <p:nvSpPr>
          <p:cNvPr id="93" name="case-one-title">
            <a:extLst xmlns:a="http://schemas.openxmlformats.org/drawingml/2006/main">
              <a:ext uri="{FF2B5EF4-FFF2-40B4-BE49-F238E27FC236}">
                <a16:creationId xmlns:a16="http://schemas.microsoft.com/office/drawing/2014/main" id="{EE710BA8-D19C-4963-AFB4-4F3C1F99D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3622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不能单独证明成功</a:t>
            </a:r>
          </a:p>
        </p:txBody>
      </p:sp>
      <p:sp>
        <p:nvSpPr>
          <p:cNvPr id="94" name="case-two-title">
            <a:extLst xmlns:a="http://schemas.openxmlformats.org/drawingml/2006/main">
              <a:ext uri="{FF2B5EF4-FFF2-40B4-BE49-F238E27FC236}">
                <a16:creationId xmlns:a16="http://schemas.microsoft.com/office/drawing/2014/main" id="{318AF84A-C84B-43B2-BA7D-1800772BA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3622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最终事实与错误</a:t>
            </a:r>
          </a:p>
        </p:txBody>
      </p:sp>
      <p:sp>
        <p:nvSpPr>
          <p:cNvPr id="95" name="case-one-method">
            <a:extLst xmlns:a="http://schemas.openxmlformats.org/drawingml/2006/main">
              <a:ext uri="{FF2B5EF4-FFF2-40B4-BE49-F238E27FC236}">
                <a16:creationId xmlns:a16="http://schemas.microsoft.com/office/drawing/2014/main" id="{D641B88F-BC38-42A3-A4BB-5C0A78563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rPr>
              <a:t>PROJECTION</a:t>
            </a:r>
          </a:p>
        </p:txBody>
      </p:sp>
      <p:sp>
        <p:nvSpPr>
          <p:cNvPr id="96" name="case-two-method">
            <a:extLst xmlns:a="http://schemas.openxmlformats.org/drawingml/2006/main">
              <a:ext uri="{FF2B5EF4-FFF2-40B4-BE49-F238E27FC236}">
                <a16:creationId xmlns:a16="http://schemas.microsoft.com/office/drawing/2014/main" id="{138671CA-C122-4895-8836-E45A6FC58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575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>SYSTEM TRUTH</a:t>
            </a:r>
          </a:p>
        </p:txBody>
      </p:sp>
      <p:sp>
        <p:nvSpPr>
          <p:cNvPr id="97" name="case-left-rule-0">
            <a:extLst xmlns:a="http://schemas.openxmlformats.org/drawingml/2006/main">
              <a:ext uri="{FF2B5EF4-FFF2-40B4-BE49-F238E27FC236}">
                <a16:creationId xmlns:a16="http://schemas.microsoft.com/office/drawing/2014/main" id="{A9E0F7F1-556E-496E-816D-C112F9654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813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98" name="case-right-rule-0">
            <a:extLst xmlns:a="http://schemas.openxmlformats.org/drawingml/2006/main">
              <a:ext uri="{FF2B5EF4-FFF2-40B4-BE49-F238E27FC236}">
                <a16:creationId xmlns:a16="http://schemas.microsoft.com/office/drawing/2014/main" id="{F698392D-CBD9-4BDB-A31B-B374CB008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1813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99" name="case-label-left-0">
            <a:extLst xmlns:a="http://schemas.openxmlformats.org/drawingml/2006/main">
              <a:ext uri="{FF2B5EF4-FFF2-40B4-BE49-F238E27FC236}">
                <a16:creationId xmlns:a16="http://schemas.microsoft.com/office/drawing/2014/main" id="{1AFF2D59-C41A-4DA2-B654-8554618F8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User intent</a:t>
            </a:r>
          </a:p>
        </p:txBody>
      </p:sp>
      <p:sp>
        <p:nvSpPr>
          <p:cNvPr id="100" name="case-value-left-0">
            <a:extLst xmlns:a="http://schemas.openxmlformats.org/drawingml/2006/main">
              <a:ext uri="{FF2B5EF4-FFF2-40B4-BE49-F238E27FC236}">
                <a16:creationId xmlns:a16="http://schemas.microsoft.com/office/drawing/2014/main" id="{17B95C37-E670-4E76-804D-E304F37CD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2385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desiredEnabled=true</a:t>
            </a:r>
          </a:p>
        </p:txBody>
      </p:sp>
      <p:sp>
        <p:nvSpPr>
          <p:cNvPr id="101" name="case-label-right-0">
            <a:extLst xmlns:a="http://schemas.openxmlformats.org/drawingml/2006/main">
              <a:ext uri="{FF2B5EF4-FFF2-40B4-BE49-F238E27FC236}">
                <a16:creationId xmlns:a16="http://schemas.microsoft.com/office/drawing/2014/main" id="{18A46C20-C188-49D9-98C2-BA5F1F298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2385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System policy</a:t>
            </a:r>
          </a:p>
        </p:txBody>
      </p:sp>
      <p:sp>
        <p:nvSpPr>
          <p:cNvPr id="102" name="case-value-right-0">
            <a:extLst xmlns:a="http://schemas.openxmlformats.org/drawingml/2006/main">
              <a:ext uri="{FF2B5EF4-FFF2-40B4-BE49-F238E27FC236}">
                <a16:creationId xmlns:a16="http://schemas.microsoft.com/office/drawing/2014/main" id="{7B7E08BA-BD87-441F-B3DB-2BCCF3B9A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2385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每用户 isOpen / default action</a:t>
            </a:r>
          </a:p>
        </p:txBody>
      </p:sp>
      <p:sp>
        <p:nvSpPr>
          <p:cNvPr id="103" name="case-left-rule-1">
            <a:extLst xmlns:a="http://schemas.openxmlformats.org/drawingml/2006/main">
              <a:ext uri="{FF2B5EF4-FFF2-40B4-BE49-F238E27FC236}">
                <a16:creationId xmlns:a16="http://schemas.microsoft.com/office/drawing/2014/main" id="{659D7CC2-4EC3-4F7C-BF89-3A07EE6C3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004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04" name="case-right-rule-1">
            <a:extLst xmlns:a="http://schemas.openxmlformats.org/drawingml/2006/main">
              <a:ext uri="{FF2B5EF4-FFF2-40B4-BE49-F238E27FC236}">
                <a16:creationId xmlns:a16="http://schemas.microsoft.com/office/drawing/2014/main" id="{B37D164D-5E44-46FA-ADF5-91601117C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6004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05" name="case-label-left-1">
            <a:extLst xmlns:a="http://schemas.openxmlformats.org/drawingml/2006/main">
              <a:ext uri="{FF2B5EF4-FFF2-40B4-BE49-F238E27FC236}">
                <a16:creationId xmlns:a16="http://schemas.microsoft.com/office/drawing/2014/main" id="{796BAB44-29A4-4469-8C56-2DD29EAB6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576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Local apply</a:t>
            </a:r>
          </a:p>
        </p:txBody>
      </p:sp>
      <p:sp>
        <p:nvSpPr>
          <p:cNvPr id="106" name="case-value-left-1">
            <a:extLst xmlns:a="http://schemas.openxmlformats.org/drawingml/2006/main">
              <a:ext uri="{FF2B5EF4-FFF2-40B4-BE49-F238E27FC236}">
                <a16:creationId xmlns:a16="http://schemas.microsoft.com/office/drawing/2014/main" id="{E2585E34-D692-44BF-BE1E-7329CBA4B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576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mode=public + signature</a:t>
            </a:r>
          </a:p>
        </p:txBody>
      </p:sp>
      <p:sp>
        <p:nvSpPr>
          <p:cNvPr id="107" name="case-label-right-1">
            <a:extLst xmlns:a="http://schemas.openxmlformats.org/drawingml/2006/main">
              <a:ext uri="{FF2B5EF4-FFF2-40B4-BE49-F238E27FC236}">
                <a16:creationId xmlns:a16="http://schemas.microsoft.com/office/drawing/2014/main" id="{40591D54-6B8B-4336-9EA6-38AC4E705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6576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System rules</a:t>
            </a:r>
          </a:p>
        </p:txBody>
      </p:sp>
      <p:sp>
        <p:nvSpPr>
          <p:cNvPr id="108" name="case-value-right-1">
            <a:extLst xmlns:a="http://schemas.openxmlformats.org/drawingml/2006/main">
              <a:ext uri="{FF2B5EF4-FFF2-40B4-BE49-F238E27FC236}">
                <a16:creationId xmlns:a16="http://schemas.microsoft.com/office/drawing/2014/main" id="{3E0F325A-0686-4039-ACBE-35AD57BC2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6576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每用户规则与数量</a:t>
            </a:r>
          </a:p>
        </p:txBody>
      </p:sp>
      <p:sp>
        <p:nvSpPr>
          <p:cNvPr id="109" name="case-left-rule-2">
            <a:extLst xmlns:a="http://schemas.openxmlformats.org/drawingml/2006/main">
              <a:ext uri="{FF2B5EF4-FFF2-40B4-BE49-F238E27FC236}">
                <a16:creationId xmlns:a16="http://schemas.microsoft.com/office/drawing/2014/main" id="{B431DC1D-7996-47F7-B716-B4104C061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195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0" name="case-right-rule-2">
            <a:extLst xmlns:a="http://schemas.openxmlformats.org/drawingml/2006/main">
              <a:ext uri="{FF2B5EF4-FFF2-40B4-BE49-F238E27FC236}">
                <a16:creationId xmlns:a16="http://schemas.microsoft.com/office/drawing/2014/main" id="{8A9990CB-8F45-4A02-86D6-E10EE0E9F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0195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1" name="case-label-left-2">
            <a:extLst xmlns:a="http://schemas.openxmlformats.org/drawingml/2006/main">
              <a:ext uri="{FF2B5EF4-FFF2-40B4-BE49-F238E27FC236}">
                <a16:creationId xmlns:a16="http://schemas.microsoft.com/office/drawing/2014/main" id="{2BEDC775-5045-4471-AF1B-C0AD01484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767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UI projection</a:t>
            </a:r>
          </a:p>
        </p:txBody>
      </p:sp>
      <p:sp>
        <p:nvSpPr>
          <p:cNvPr id="112" name="case-value-left-2">
            <a:extLst xmlns:a="http://schemas.openxmlformats.org/drawingml/2006/main">
              <a:ext uri="{FF2B5EF4-FFF2-40B4-BE49-F238E27FC236}">
                <a16:creationId xmlns:a16="http://schemas.microsoft.com/office/drawing/2014/main" id="{EA218FAD-D644-4FFB-BE95-C64F04C7F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767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开关与模式文案</a:t>
            </a:r>
          </a:p>
        </p:txBody>
      </p:sp>
      <p:sp>
        <p:nvSpPr>
          <p:cNvPr id="113" name="case-label-right-2">
            <a:extLst xmlns:a="http://schemas.openxmlformats.org/drawingml/2006/main">
              <a:ext uri="{FF2B5EF4-FFF2-40B4-BE49-F238E27FC236}">
                <a16:creationId xmlns:a16="http://schemas.microsoft.com/office/drawing/2014/main" id="{577C7B67-0F67-44A6-9DDD-559EFF9DC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0767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Read error</a:t>
            </a:r>
          </a:p>
        </p:txBody>
      </p:sp>
      <p:sp>
        <p:nvSpPr>
          <p:cNvPr id="114" name="case-value-right-2">
            <a:extLst xmlns:a="http://schemas.openxmlformats.org/drawingml/2006/main">
              <a:ext uri="{FF2B5EF4-FFF2-40B4-BE49-F238E27FC236}">
                <a16:creationId xmlns:a16="http://schemas.microsoft.com/office/drawing/2014/main" id="{563E56E8-30B3-435F-846A-BBF723B44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0767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读取失败必须保留</a:t>
            </a:r>
          </a:p>
        </p:txBody>
      </p:sp>
      <p:sp>
        <p:nvSpPr>
          <p:cNvPr id="115" name="case-left-rule-3">
            <a:extLst xmlns:a="http://schemas.openxmlformats.org/drawingml/2006/main">
              <a:ext uri="{FF2B5EF4-FFF2-40B4-BE49-F238E27FC236}">
                <a16:creationId xmlns:a16="http://schemas.microsoft.com/office/drawing/2014/main" id="{73F1F4EA-AE10-4C4D-BA07-7CC8DAE70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386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6" name="case-right-rule-3">
            <a:extLst xmlns:a="http://schemas.openxmlformats.org/drawingml/2006/main">
              <a:ext uri="{FF2B5EF4-FFF2-40B4-BE49-F238E27FC236}">
                <a16:creationId xmlns:a16="http://schemas.microsoft.com/office/drawing/2014/main" id="{54F3B591-F56B-4DB3-A065-BC6E7BCF2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4386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7" name="case-label-left-3">
            <a:extLst xmlns:a="http://schemas.openxmlformats.org/drawingml/2006/main">
              <a:ext uri="{FF2B5EF4-FFF2-40B4-BE49-F238E27FC236}">
                <a16:creationId xmlns:a16="http://schemas.microsoft.com/office/drawing/2014/main" id="{678E3CF7-1438-4AC3-A0C1-5353F3F2F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958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风险</a:t>
            </a:r>
          </a:p>
        </p:txBody>
      </p:sp>
      <p:sp>
        <p:nvSpPr>
          <p:cNvPr id="118" name="case-value-left-3">
            <a:extLst xmlns:a="http://schemas.openxmlformats.org/drawingml/2006/main">
              <a:ext uri="{FF2B5EF4-FFF2-40B4-BE49-F238E27FC236}">
                <a16:creationId xmlns:a16="http://schemas.microsoft.com/office/drawing/2014/main" id="{63677797-5DC0-45FD-9D3E-4D98A65D1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4958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页面正确可能只是投影正确</a:t>
            </a:r>
          </a:p>
        </p:txBody>
      </p:sp>
      <p:sp>
        <p:nvSpPr>
          <p:cNvPr id="119" name="case-label-right-3">
            <a:extLst xmlns:a="http://schemas.openxmlformats.org/drawingml/2006/main">
              <a:ext uri="{FF2B5EF4-FFF2-40B4-BE49-F238E27FC236}">
                <a16:creationId xmlns:a16="http://schemas.microsoft.com/office/drawing/2014/main" id="{796CDBCF-DEAC-47B8-9C7D-BBC794C33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4958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结论</a:t>
            </a:r>
          </a:p>
        </p:txBody>
      </p:sp>
      <p:sp>
        <p:nvSpPr>
          <p:cNvPr id="120" name="case-value-right-3">
            <a:extLst xmlns:a="http://schemas.openxmlformats.org/drawingml/2006/main">
              <a:ext uri="{FF2B5EF4-FFF2-40B4-BE49-F238E27FC236}">
                <a16:creationId xmlns:a16="http://schemas.microsoft.com/office/drawing/2014/main" id="{1212E204-1B9F-477E-80DD-961E203DC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4958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失败时降为 UNKNOWN</a:t>
            </a:r>
          </a:p>
        </p:txBody>
      </p:sp>
      <p:sp>
        <p:nvSpPr>
          <p:cNvPr id="121" name="case-transfer-circle">
            <a:extLst xmlns:a="http://schemas.openxmlformats.org/drawingml/2006/main">
              <a:ext uri="{FF2B5EF4-FFF2-40B4-BE49-F238E27FC236}">
                <a16:creationId xmlns:a16="http://schemas.microsoft.com/office/drawing/2014/main" id="{FF6A693F-DADF-434A-A7E7-B5831EE8E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95275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7000B"/>
            </a:solidFill>
            <a:prstDash val="solid"/>
          </a:ln>
        </p:spPr>
      </p:sp>
      <p:pic>
        <p:nvPicPr>
          <p:cNvPr id="2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382c84ffe24b95"/>
          <a:stretch xmlns:a="http://schemas.openxmlformats.org/drawingml/2006/main"/>
        </p:blipFill>
        <p:spPr>
          <a:xfrm xmlns:a="http://schemas.openxmlformats.org/drawingml/2006/main">
            <a:off x="5667375" y="3105150"/>
            <a:ext cx="400050" cy="400050"/>
          </a:xfrm>
          <a:prstGeom xmlns:a="http://schemas.openxmlformats.org/drawingml/2006/main" prst="rect">
            <a:avLst/>
          </a:prstGeom>
        </p:spPr>
      </p:pic>
      <p:sp>
        <p:nvSpPr>
          <p:cNvPr id="123" name="case-transfer-text">
            <a:extLst xmlns:a="http://schemas.openxmlformats.org/drawingml/2006/main">
              <a:ext uri="{FF2B5EF4-FFF2-40B4-BE49-F238E27FC236}">
                <a16:creationId xmlns:a16="http://schemas.microsoft.com/office/drawing/2014/main" id="{48A38601-6EA4-43E6-9D6F-38C449733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524250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88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对照</a:t>
            </a:r>
          </a:p>
        </p:txBody>
      </p:sp>
      <p:sp>
        <p:nvSpPr>
          <p:cNvPr id="124" name="case-left-arrow">
            <a:extLst xmlns:a="http://schemas.openxmlformats.org/drawingml/2006/main">
              <a:ext uri="{FF2B5EF4-FFF2-40B4-BE49-F238E27FC236}">
                <a16:creationId xmlns:a16="http://schemas.microsoft.com/office/drawing/2014/main" id="{03A1806C-B519-4A4A-9980-2434DFAFD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21945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22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←</a:t>
            </a:r>
          </a:p>
        </p:txBody>
      </p:sp>
      <p:sp>
        <p:nvSpPr>
          <p:cNvPr id="125" name="case-right-arrow">
            <a:extLst xmlns:a="http://schemas.openxmlformats.org/drawingml/2006/main">
              <a:ext uri="{FF2B5EF4-FFF2-40B4-BE49-F238E27FC236}">
                <a16:creationId xmlns:a16="http://schemas.microsoft.com/office/drawing/2014/main" id="{E8FB34F1-A4F6-406E-85FD-21A5A0934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21945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22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26" name="timeline-rule">
            <a:extLst xmlns:a="http://schemas.openxmlformats.org/drawingml/2006/main">
              <a:ext uri="{FF2B5EF4-FFF2-40B4-BE49-F238E27FC236}">
                <a16:creationId xmlns:a16="http://schemas.microsoft.com/office/drawing/2014/main" id="{46F26517-8D14-4ED8-B91E-154EEEC9A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81700"/>
            <a:ext cx="10934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7D7"/>
          </a:solidFill>
          <a:ln xmlns:a="http://schemas.openxmlformats.org/drawingml/2006/main" w="0">
            <a:solidFill>
              <a:srgbClr val="D7D7D7"/>
            </a:solidFill>
            <a:prstDash val="solid"/>
          </a:ln>
        </p:spPr>
      </p:sp>
      <p:sp>
        <p:nvSpPr>
          <p:cNvPr id="127" name="timeline-dot-0">
            <a:extLst xmlns:a="http://schemas.openxmlformats.org/drawingml/2006/main">
              <a:ext uri="{FF2B5EF4-FFF2-40B4-BE49-F238E27FC236}">
                <a16:creationId xmlns:a16="http://schemas.microsoft.com/office/drawing/2014/main" id="{B1B2265D-D326-40FF-A60F-C0FBE9741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674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128" name="timeline-card-0">
            <a:extLst xmlns:a="http://schemas.openxmlformats.org/drawingml/2006/main">
              <a:ext uri="{FF2B5EF4-FFF2-40B4-BE49-F238E27FC236}">
                <a16:creationId xmlns:a16="http://schemas.microsoft.com/office/drawing/2014/main" id="{E06F85EB-4FA9-4043-8BE1-A3CF40B5C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72200"/>
            <a:ext cx="2000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EC"/>
          </a:solidFill>
          <a:ln xmlns:a="http://schemas.openxmlformats.org/drawingml/2006/main" w="0">
            <a:solidFill>
              <a:srgbClr val="FBEAEC"/>
            </a:solidFill>
            <a:prstDash val="solid"/>
          </a:ln>
        </p:spPr>
      </p:sp>
      <p:pic>
        <p:nvPicPr>
          <p:cNvPr id="2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a30d4d0ea24353"/>
          <a:stretch xmlns:a="http://schemas.openxmlformats.org/drawingml/2006/main"/>
        </p:blipFill>
        <p:spPr>
          <a:xfrm xmlns:a="http://schemas.openxmlformats.org/drawingml/2006/main">
            <a:off x="514350" y="63055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30" name="timeline-text-0">
            <a:extLst xmlns:a="http://schemas.openxmlformats.org/drawingml/2006/main">
              <a:ext uri="{FF2B5EF4-FFF2-40B4-BE49-F238E27FC236}">
                <a16:creationId xmlns:a16="http://schemas.microsoft.com/office/drawing/2014/main" id="{3B912A19-9FE5-4187-98C5-1F80D3054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210300"/>
            <a:ext cx="1543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状态</a:t>
            </a:r>
          </a:p>
        </p:txBody>
      </p:sp>
      <p:sp>
        <p:nvSpPr>
          <p:cNvPr id="131" name="timeline-dot-1">
            <a:extLst xmlns:a="http://schemas.openxmlformats.org/drawingml/2006/main">
              <a:ext uri="{FF2B5EF4-FFF2-40B4-BE49-F238E27FC236}">
                <a16:creationId xmlns:a16="http://schemas.microsoft.com/office/drawing/2014/main" id="{7D872788-C8C9-4D53-BCFB-3EE338664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58674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45C7"/>
          </a:solidFill>
          <a:ln xmlns:a="http://schemas.openxmlformats.org/drawingml/2006/main" w="0">
            <a:solidFill>
              <a:srgbClr val="6D45C7"/>
            </a:solidFill>
            <a:prstDash val="solid"/>
          </a:ln>
        </p:spPr>
      </p:sp>
      <p:sp>
        <p:nvSpPr>
          <p:cNvPr id="132" name="timeline-card-1">
            <a:extLst xmlns:a="http://schemas.openxmlformats.org/drawingml/2006/main">
              <a:ext uri="{FF2B5EF4-FFF2-40B4-BE49-F238E27FC236}">
                <a16:creationId xmlns:a16="http://schemas.microsoft.com/office/drawing/2014/main" id="{07574872-6C46-4DCB-998F-DE9FCE105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6172200"/>
            <a:ext cx="3048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FA"/>
          </a:solidFill>
          <a:ln xmlns:a="http://schemas.openxmlformats.org/drawingml/2006/main" w="0">
            <a:solidFill>
              <a:srgbClr val="F1ECFA"/>
            </a:solidFill>
            <a:prstDash val="solid"/>
          </a:ln>
        </p:spPr>
      </p:sp>
      <p:pic>
        <p:nvPicPr>
          <p:cNvPr id="2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f0d7d6aac0487b"/>
          <a:stretch xmlns:a="http://schemas.openxmlformats.org/drawingml/2006/main"/>
        </p:blipFill>
        <p:spPr>
          <a:xfrm xmlns:a="http://schemas.openxmlformats.org/drawingml/2006/main">
            <a:off x="2705100" y="63055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34" name="timeline-text-1">
            <a:extLst xmlns:a="http://schemas.openxmlformats.org/drawingml/2006/main">
              <a:ext uri="{FF2B5EF4-FFF2-40B4-BE49-F238E27FC236}">
                <a16:creationId xmlns:a16="http://schemas.microsoft.com/office/drawing/2014/main" id="{4A727200-EA29-4361-9862-418A0DE95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6210300"/>
            <a:ext cx="2590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>不变量</a:t>
            </a:r>
          </a:p>
        </p:txBody>
      </p:sp>
      <p:sp>
        <p:nvSpPr>
          <p:cNvPr id="135" name="timeline-dot-2">
            <a:extLst xmlns:a="http://schemas.openxmlformats.org/drawingml/2006/main">
              <a:ext uri="{FF2B5EF4-FFF2-40B4-BE49-F238E27FC236}">
                <a16:creationId xmlns:a16="http://schemas.microsoft.com/office/drawing/2014/main" id="{3F1EC896-E46F-4384-894B-3DDEC4776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58674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136" name="timeline-card-2">
            <a:extLst xmlns:a="http://schemas.openxmlformats.org/drawingml/2006/main">
              <a:ext uri="{FF2B5EF4-FFF2-40B4-BE49-F238E27FC236}">
                <a16:creationId xmlns:a16="http://schemas.microsoft.com/office/drawing/2014/main" id="{F4FEA41C-C58A-4D35-9F21-95E1FD4ED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6172200"/>
            <a:ext cx="1428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EC"/>
          </a:solidFill>
          <a:ln xmlns:a="http://schemas.openxmlformats.org/drawingml/2006/main" w="0">
            <a:solidFill>
              <a:srgbClr val="FBEAEC"/>
            </a:solidFill>
            <a:prstDash val="solid"/>
          </a:ln>
        </p:spPr>
      </p:sp>
      <p:pic>
        <p:nvPicPr>
          <p:cNvPr id="2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d1ee713bb84298"/>
          <a:stretch xmlns:a="http://schemas.openxmlformats.org/drawingml/2006/main"/>
        </p:blipFill>
        <p:spPr>
          <a:xfrm xmlns:a="http://schemas.openxmlformats.org/drawingml/2006/main">
            <a:off x="5943600" y="63055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38" name="timeline-text-2">
            <a:extLst xmlns:a="http://schemas.openxmlformats.org/drawingml/2006/main">
              <a:ext uri="{FF2B5EF4-FFF2-40B4-BE49-F238E27FC236}">
                <a16:creationId xmlns:a16="http://schemas.microsoft.com/office/drawing/2014/main" id="{75A6DFD3-381A-4508-A88C-74D03EE63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6210300"/>
            <a:ext cx="971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进程边界</a:t>
            </a:r>
          </a:p>
        </p:txBody>
      </p:sp>
      <p:sp>
        <p:nvSpPr>
          <p:cNvPr id="139" name="timeline-dot-3">
            <a:extLst xmlns:a="http://schemas.openxmlformats.org/drawingml/2006/main">
              <a:ext uri="{FF2B5EF4-FFF2-40B4-BE49-F238E27FC236}">
                <a16:creationId xmlns:a16="http://schemas.microsoft.com/office/drawing/2014/main" id="{EE23DBD8-AF98-46BF-B5EA-9A5764E71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8674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45C7"/>
          </a:solidFill>
          <a:ln xmlns:a="http://schemas.openxmlformats.org/drawingml/2006/main" w="0">
            <a:solidFill>
              <a:srgbClr val="6D45C7"/>
            </a:solidFill>
            <a:prstDash val="solid"/>
          </a:ln>
        </p:spPr>
      </p:sp>
      <p:sp>
        <p:nvSpPr>
          <p:cNvPr id="140" name="timeline-card-3">
            <a:extLst xmlns:a="http://schemas.openxmlformats.org/drawingml/2006/main">
              <a:ext uri="{FF2B5EF4-FFF2-40B4-BE49-F238E27FC236}">
                <a16:creationId xmlns:a16="http://schemas.microsoft.com/office/drawing/2014/main" id="{705D6FCE-1ACC-445B-943D-DD93AE12E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72200"/>
            <a:ext cx="2571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FA"/>
          </a:solidFill>
          <a:ln xmlns:a="http://schemas.openxmlformats.org/drawingml/2006/main" w="0">
            <a:solidFill>
              <a:srgbClr val="F1ECFA"/>
            </a:solidFill>
            <a:prstDash val="solid"/>
          </a:ln>
        </p:spPr>
      </p:sp>
      <p:pic>
        <p:nvPicPr>
          <p:cNvPr id="25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06e390cb1f484b"/>
          <a:stretch xmlns:a="http://schemas.openxmlformats.org/drawingml/2006/main"/>
        </p:blipFill>
        <p:spPr>
          <a:xfrm xmlns:a="http://schemas.openxmlformats.org/drawingml/2006/main">
            <a:off x="7562850" y="63055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42" name="timeline-text-3">
            <a:extLst xmlns:a="http://schemas.openxmlformats.org/drawingml/2006/main">
              <a:ext uri="{FF2B5EF4-FFF2-40B4-BE49-F238E27FC236}">
                <a16:creationId xmlns:a16="http://schemas.microsoft.com/office/drawing/2014/main" id="{D8BB6B58-07F6-42CB-AD15-5ADC5CB98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6210300"/>
            <a:ext cx="2114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>追踪</a:t>
            </a:r>
          </a:p>
        </p:txBody>
      </p:sp>
      <p:sp>
        <p:nvSpPr>
          <p:cNvPr id="143" name="timeline-dot-4">
            <a:extLst xmlns:a="http://schemas.openxmlformats.org/drawingml/2006/main">
              <a:ext uri="{FF2B5EF4-FFF2-40B4-BE49-F238E27FC236}">
                <a16:creationId xmlns:a16="http://schemas.microsoft.com/office/drawing/2014/main" id="{42256876-971C-44C3-B36A-A2A5DC337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58674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F5B"/>
          </a:solidFill>
          <a:ln xmlns:a="http://schemas.openxmlformats.org/drawingml/2006/main" w="0">
            <a:solidFill>
              <a:srgbClr val="2F8F5B"/>
            </a:solidFill>
            <a:prstDash val="solid"/>
          </a:ln>
        </p:spPr>
      </p:sp>
      <p:sp>
        <p:nvSpPr>
          <p:cNvPr id="144" name="timeline-card-4">
            <a:extLst xmlns:a="http://schemas.openxmlformats.org/drawingml/2006/main">
              <a:ext uri="{FF2B5EF4-FFF2-40B4-BE49-F238E27FC236}">
                <a16:creationId xmlns:a16="http://schemas.microsoft.com/office/drawing/2014/main" id="{B406802C-BB49-4241-9BAC-E9752EDB4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6172200"/>
            <a:ext cx="10287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E"/>
          </a:solidFill>
          <a:ln xmlns:a="http://schemas.openxmlformats.org/drawingml/2006/main" w="0">
            <a:solidFill>
              <a:srgbClr val="EAF5EE"/>
            </a:solidFill>
            <a:prstDash val="solid"/>
          </a:ln>
        </p:spPr>
      </p:sp>
      <p:pic>
        <p:nvPicPr>
          <p:cNvPr id="26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d62f57c56a4ef8"/>
          <a:stretch xmlns:a="http://schemas.openxmlformats.org/drawingml/2006/main"/>
        </p:blipFill>
        <p:spPr>
          <a:xfrm xmlns:a="http://schemas.openxmlformats.org/drawingml/2006/main">
            <a:off x="10325100" y="63055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46" name="timeline-text-4">
            <a:extLst xmlns:a="http://schemas.openxmlformats.org/drawingml/2006/main">
              <a:ext uri="{FF2B5EF4-FFF2-40B4-BE49-F238E27FC236}">
                <a16:creationId xmlns:a16="http://schemas.microsoft.com/office/drawing/2014/main" id="{B28B3A76-07CD-44BF-8BCF-942072BDE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6210300"/>
            <a:ext cx="57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rPr>
              <a:t>任务卡</a:t>
            </a:r>
          </a:p>
        </p:txBody>
      </p:sp>
      <p:pic>
        <p:nvPicPr>
          <p:cNvPr id="26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bc5de9a7f84cfb"/>
          <a:stretch xmlns:a="http://schemas.openxmlformats.org/drawingml/2006/main"/>
        </p:blipFill>
        <p:spPr>
          <a:xfrm xmlns:a="http://schemas.openxmlformats.org/drawingml/2006/main">
            <a:off x="10382250" y="268813"/>
            <a:ext cx="952500" cy="2148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980598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9937CBA2-7E4F-43F3-9EBA-CFD6BD1B5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38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>10 · 第二幕｜规格 → 可执行任务</a:t>
            </a:r>
          </a:p>
        </p:txBody>
      </p:sp>
      <p:sp>
        <p:nvSpPr>
          <p:cNvPr id="5" name="team-name">
            <a:extLst xmlns:a="http://schemas.openxmlformats.org/drawingml/2006/main">
              <a:ext uri="{FF2B5EF4-FFF2-40B4-BE49-F238E27FC236}">
                <a16:creationId xmlns:a16="http://schemas.microsoft.com/office/drawing/2014/main" id="{DF70FBB6-5F6E-4537-9090-0CBE67318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812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三个判断问题</a:t>
            </a:r>
          </a:p>
        </p:txBody>
      </p:sp>
      <p:sp>
        <p:nvSpPr>
          <p:cNvPr id="6" name="business-direction">
            <a:extLst xmlns:a="http://schemas.openxmlformats.org/drawingml/2006/main">
              <a:ext uri="{FF2B5EF4-FFF2-40B4-BE49-F238E27FC236}">
                <a16:creationId xmlns:a16="http://schemas.microsoft.com/office/drawing/2014/main" id="{264209F6-E82F-4B7F-97F5-9E0C8215D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" name="storyline-lead">
            <a:extLst xmlns:a="http://schemas.openxmlformats.org/drawingml/2006/main">
              <a:ext uri="{FF2B5EF4-FFF2-40B4-BE49-F238E27FC236}">
                <a16:creationId xmlns:a16="http://schemas.microsoft.com/office/drawing/2014/main" id="{513D4A51-8337-4FB4-B56E-8172C046E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5146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写操作基于谁？</a:t>
            </a:r>
          </a:p>
        </p:txBody>
      </p:sp>
      <p:sp>
        <p:nvSpPr>
          <p:cNvPr id="8" name="storyline-outcome">
            <a:extLst xmlns:a="http://schemas.openxmlformats.org/drawingml/2006/main">
              <a:ext uri="{FF2B5EF4-FFF2-40B4-BE49-F238E27FC236}">
                <a16:creationId xmlns:a16="http://schemas.microsoft.com/office/drawing/2014/main" id="{BB1932BF-7915-4685-850E-EE30D779E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85750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4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4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一个明确、已记录的账号快照</a:t>
            </a:r>
          </a:p>
        </p:txBody>
      </p:sp>
      <p:sp>
        <p:nvSpPr>
          <p:cNvPr id="9" name="origin-story">
            <a:extLst xmlns:a="http://schemas.openxmlformats.org/drawingml/2006/main">
              <a:ext uri="{FF2B5EF4-FFF2-40B4-BE49-F238E27FC236}">
                <a16:creationId xmlns:a16="http://schemas.microsoft.com/office/drawing/2014/main" id="{4F383126-75F9-4A95-9DFA-12133DB4A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1104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210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真相源决定不变量，也暴露当前 GAP</a:t>
            </a:r>
          </a:p>
        </p:txBody>
      </p:sp>
      <p:sp>
        <p:nvSpPr>
          <p:cNvPr id="10" name="capability-label">
            <a:extLst xmlns:a="http://schemas.openxmlformats.org/drawingml/2006/main">
              <a:ext uri="{FF2B5EF4-FFF2-40B4-BE49-F238E27FC236}">
                <a16:creationId xmlns:a16="http://schemas.microsoft.com/office/drawing/2014/main" id="{6618DDA6-5320-4544-A67A-4138E5DF0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92455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本页控制点</a:t>
            </a:r>
          </a:p>
        </p:txBody>
      </p:sp>
      <p:sp>
        <p:nvSpPr>
          <p:cNvPr id="12" name="capability-goal-text">
            <a:extLst xmlns:a="http://schemas.openxmlformats.org/drawingml/2006/main">
              <a:ext uri="{FF2B5EF4-FFF2-40B4-BE49-F238E27FC236}">
                <a16:creationId xmlns:a16="http://schemas.microsoft.com/office/drawing/2014/main" id="{A9BB6ADF-6F5A-486E-9828-9BB90056D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4" name="capability-tech-text">
            <a:extLst xmlns:a="http://schemas.openxmlformats.org/drawingml/2006/main">
              <a:ext uri="{FF2B5EF4-FFF2-40B4-BE49-F238E27FC236}">
                <a16:creationId xmlns:a16="http://schemas.microsoft.com/office/drawing/2014/main" id="{A789BA83-BEE2-4D60-80BC-6239BCAB3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6" name="capability-collaboration-text">
            <a:extLst xmlns:a="http://schemas.openxmlformats.org/drawingml/2006/main">
              <a:ext uri="{FF2B5EF4-FFF2-40B4-BE49-F238E27FC236}">
                <a16:creationId xmlns:a16="http://schemas.microsoft.com/office/drawing/2014/main" id="{D085A46E-BB95-4E44-A140-3211DC950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8" name="capability-cohesion-text">
            <a:extLst xmlns:a="http://schemas.openxmlformats.org/drawingml/2006/main">
              <a:ext uri="{FF2B5EF4-FFF2-40B4-BE49-F238E27FC236}">
                <a16:creationId xmlns:a16="http://schemas.microsoft.com/office/drawing/2014/main" id="{31E7FE61-7CF7-4BF1-B351-6E8BC2ABB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21" name="journey-top-rule">
            <a:extLst xmlns:a="http://schemas.openxmlformats.org/drawingml/2006/main">
              <a:ext uri="{FF2B5EF4-FFF2-40B4-BE49-F238E27FC236}">
                <a16:creationId xmlns:a16="http://schemas.microsoft.com/office/drawing/2014/main" id="{3F7D1C62-8DF5-4E48-9864-9C17DDEE1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2" name="journey-label">
            <a:extLst xmlns:a="http://schemas.openxmlformats.org/drawingml/2006/main">
              <a:ext uri="{FF2B5EF4-FFF2-40B4-BE49-F238E27FC236}">
                <a16:creationId xmlns:a16="http://schemas.microsoft.com/office/drawing/2014/main" id="{8E7E41EF-B0E6-4678-B07F-0EBF826CF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把不可破坏的条件写清楚，AI 才知道哪些局部修改看似成功、实际越界。</a:t>
            </a:r>
          </a:p>
        </p:txBody>
      </p:sp>
      <p:sp>
        <p:nvSpPr>
          <p:cNvPr id="26" name="stage-01-number">
            <a:extLst xmlns:a="http://schemas.openxmlformats.org/drawingml/2006/main">
              <a:ext uri="{FF2B5EF4-FFF2-40B4-BE49-F238E27FC236}">
                <a16:creationId xmlns:a16="http://schemas.microsoft.com/office/drawing/2014/main" id="{4225D723-AF17-46CE-8F57-EF6385A30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27" name="stage-01-title">
            <a:extLst xmlns:a="http://schemas.openxmlformats.org/drawingml/2006/main">
              <a:ext uri="{FF2B5EF4-FFF2-40B4-BE49-F238E27FC236}">
                <a16:creationId xmlns:a16="http://schemas.microsoft.com/office/drawing/2014/main" id="{A080687F-349A-4D96-8B9B-B15D9284C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28" name="stage-01-body">
            <a:extLst xmlns:a="http://schemas.openxmlformats.org/drawingml/2006/main">
              <a:ext uri="{FF2B5EF4-FFF2-40B4-BE49-F238E27FC236}">
                <a16:creationId xmlns:a16="http://schemas.microsoft.com/office/drawing/2014/main" id="{35DB16DD-F51B-49F2-B81F-24E50A16B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36" name="stage-03-number">
            <a:extLst xmlns:a="http://schemas.openxmlformats.org/drawingml/2006/main">
              <a:ext uri="{FF2B5EF4-FFF2-40B4-BE49-F238E27FC236}">
                <a16:creationId xmlns:a16="http://schemas.microsoft.com/office/drawing/2014/main" id="{C0286EEE-76D7-4C3D-959B-C1A40C2DE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37" name="stage-03-title">
            <a:extLst xmlns:a="http://schemas.openxmlformats.org/drawingml/2006/main">
              <a:ext uri="{FF2B5EF4-FFF2-40B4-BE49-F238E27FC236}">
                <a16:creationId xmlns:a16="http://schemas.microsoft.com/office/drawing/2014/main" id="{B27EC97C-4E04-4513-B0CF-9ED410CD8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38" name="stage-03-body">
            <a:extLst xmlns:a="http://schemas.openxmlformats.org/drawingml/2006/main">
              <a:ext uri="{FF2B5EF4-FFF2-40B4-BE49-F238E27FC236}">
                <a16:creationId xmlns:a16="http://schemas.microsoft.com/office/drawing/2014/main" id="{9E912F49-5FAE-4B6A-9826-0EE1EFB7F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46" name="stage-05-number">
            <a:extLst xmlns:a="http://schemas.openxmlformats.org/drawingml/2006/main">
              <a:ext uri="{FF2B5EF4-FFF2-40B4-BE49-F238E27FC236}">
                <a16:creationId xmlns:a16="http://schemas.microsoft.com/office/drawing/2014/main" id="{AA36F8DB-73A8-47E8-A962-56FE8DE85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47" name="stage-05-title">
            <a:extLst xmlns:a="http://schemas.openxmlformats.org/drawingml/2006/main">
              <a:ext uri="{FF2B5EF4-FFF2-40B4-BE49-F238E27FC236}">
                <a16:creationId xmlns:a16="http://schemas.microsoft.com/office/drawing/2014/main" id="{E55E05DE-AFC6-4422-9A2F-AD9E27F89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48" name="stage-05-body">
            <a:extLst xmlns:a="http://schemas.openxmlformats.org/drawingml/2006/main">
              <a:ext uri="{FF2B5EF4-FFF2-40B4-BE49-F238E27FC236}">
                <a16:creationId xmlns:a16="http://schemas.microsoft.com/office/drawing/2014/main" id="{F938BB63-05FA-4699-B9B6-45CD5A0C9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0" name="rail-flow-label">
            <a:extLst xmlns:a="http://schemas.openxmlformats.org/drawingml/2006/main">
              <a:ext uri="{FF2B5EF4-FFF2-40B4-BE49-F238E27FC236}">
                <a16:creationId xmlns:a16="http://schemas.microsoft.com/office/drawing/2014/main" id="{FF5EAC43-B84B-4541-B2F4-61336FAA9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8585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858585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1" name="rail-flow-line">
            <a:extLst xmlns:a="http://schemas.openxmlformats.org/drawingml/2006/main">
              <a:ext uri="{FF2B5EF4-FFF2-40B4-BE49-F238E27FC236}">
                <a16:creationId xmlns:a16="http://schemas.microsoft.com/office/drawing/2014/main" id="{AF9A8871-2B22-4386-A390-72752FB38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3" name="rail-flow-idea-label">
            <a:extLst xmlns:a="http://schemas.openxmlformats.org/drawingml/2006/main">
              <a:ext uri="{FF2B5EF4-FFF2-40B4-BE49-F238E27FC236}">
                <a16:creationId xmlns:a16="http://schemas.microsoft.com/office/drawing/2014/main" id="{72E1E745-7177-4B95-A3C2-46F9EE067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6385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什么时候提交？</a:t>
            </a:r>
          </a:p>
        </p:txBody>
      </p:sp>
      <p:sp>
        <p:nvSpPr>
          <p:cNvPr id="55" name="rail-flow-attack-label">
            <a:extLst xmlns:a="http://schemas.openxmlformats.org/drawingml/2006/main">
              <a:ext uri="{FF2B5EF4-FFF2-40B4-BE49-F238E27FC236}">
                <a16:creationId xmlns:a16="http://schemas.microsoft.com/office/drawing/2014/main" id="{1CD5E551-A644-4209-8B85-C43D55DAD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7625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读取失败算什么？</a:t>
            </a:r>
          </a:p>
        </p:txBody>
      </p:sp>
      <p:sp>
        <p:nvSpPr>
          <p:cNvPr id="57" name="rail-flow-delivery-label">
            <a:extLst xmlns:a="http://schemas.openxmlformats.org/drawingml/2006/main">
              <a:ext uri="{FF2B5EF4-FFF2-40B4-BE49-F238E27FC236}">
                <a16:creationId xmlns:a16="http://schemas.microsoft.com/office/drawing/2014/main" id="{41242F25-AB1D-4FEC-AA44-0C6A2FA72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98145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4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系统操作全部成功后</a:t>
            </a:r>
          </a:p>
        </p:txBody>
      </p:sp>
      <p:sp>
        <p:nvSpPr>
          <p:cNvPr id="58" name="rail-result-box">
            <a:extLst xmlns:a="http://schemas.openxmlformats.org/drawingml/2006/main">
              <a:ext uri="{FF2B5EF4-FFF2-40B4-BE49-F238E27FC236}">
                <a16:creationId xmlns:a16="http://schemas.microsoft.com/office/drawing/2014/main" id="{F7117D08-254C-4F26-B6DD-8B03EB047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19800"/>
            <a:ext cx="2781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solidFill>
              <a:srgbClr val="F6F6F6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0" name="rail-result-text">
            <a:extLst xmlns:a="http://schemas.openxmlformats.org/drawingml/2006/main">
              <a:ext uri="{FF2B5EF4-FFF2-40B4-BE49-F238E27FC236}">
                <a16:creationId xmlns:a16="http://schemas.microsoft.com/office/drawing/2014/main" id="{34A8EF6F-28E9-4F9F-8CFD-1BF6F2603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10540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4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不能当成系统确实为空</a:t>
            </a:r>
          </a:p>
        </p:txBody>
      </p:sp>
      <p:sp>
        <p:nvSpPr>
          <p:cNvPr id="61" name="grid-top-rule">
            <a:extLst xmlns:a="http://schemas.openxmlformats.org/drawingml/2006/main">
              <a:ext uri="{FF2B5EF4-FFF2-40B4-BE49-F238E27FC236}">
                <a16:creationId xmlns:a16="http://schemas.microsoft.com/office/drawing/2014/main" id="{0F39FBDF-9E3B-4D49-B005-6B5B93FED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2" name="grid-middle-rule">
            <a:extLst xmlns:a="http://schemas.openxmlformats.org/drawingml/2006/main">
              <a:ext uri="{FF2B5EF4-FFF2-40B4-BE49-F238E27FC236}">
                <a16:creationId xmlns:a16="http://schemas.microsoft.com/office/drawing/2014/main" id="{BBC7B45A-19EF-4696-97BA-CE5C123E4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3" name="grid-vertical-rule">
            <a:extLst xmlns:a="http://schemas.openxmlformats.org/drawingml/2006/main">
              <a:ext uri="{FF2B5EF4-FFF2-40B4-BE49-F238E27FC236}">
                <a16:creationId xmlns:a16="http://schemas.microsoft.com/office/drawing/2014/main" id="{9513784B-DF55-42B5-ACF2-4EF87CE54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4" name="capability-top-rule">
            <a:extLst xmlns:a="http://schemas.openxmlformats.org/drawingml/2006/main">
              <a:ext uri="{FF2B5EF4-FFF2-40B4-BE49-F238E27FC236}">
                <a16:creationId xmlns:a16="http://schemas.microsoft.com/office/drawing/2014/main" id="{9013330B-53F2-4C98-B459-B7BC45073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5" name="module-01-icon-background">
            <a:extLst xmlns:a="http://schemas.openxmlformats.org/drawingml/2006/main">
              <a:ext uri="{FF2B5EF4-FFF2-40B4-BE49-F238E27FC236}">
                <a16:creationId xmlns:a16="http://schemas.microsoft.com/office/drawing/2014/main" id="{6BB7565D-24EF-47D6-BBB0-E18B6DE76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33650"/>
            <a:ext cx="514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EC"/>
          </a:solidFill>
          <a:ln xmlns:a="http://schemas.openxmlformats.org/drawingml/2006/main" w="0">
            <a:solidFill>
              <a:srgbClr val="FBEAEC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7" name="module-02-icon-background">
            <a:extLst xmlns:a="http://schemas.openxmlformats.org/drawingml/2006/main">
              <a:ext uri="{FF2B5EF4-FFF2-40B4-BE49-F238E27FC236}">
                <a16:creationId xmlns:a16="http://schemas.microsoft.com/office/drawing/2014/main" id="{80C31D3C-F758-4BBC-A10E-E9C339D14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57600"/>
            <a:ext cx="514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FA"/>
          </a:solidFill>
          <a:ln xmlns:a="http://schemas.openxmlformats.org/drawingml/2006/main" w="0">
            <a:solidFill>
              <a:srgbClr val="F1ECF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9" name="module-03-icon-background">
            <a:extLst xmlns:a="http://schemas.openxmlformats.org/drawingml/2006/main">
              <a:ext uri="{FF2B5EF4-FFF2-40B4-BE49-F238E27FC236}">
                <a16:creationId xmlns:a16="http://schemas.microsoft.com/office/drawing/2014/main" id="{78E97F08-D68A-43EC-A2D0-7C3051E07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81550"/>
            <a:ext cx="514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E"/>
          </a:solidFill>
          <a:ln xmlns:a="http://schemas.openxmlformats.org/drawingml/2006/main" w="0">
            <a:solidFill>
              <a:srgbClr val="EAF5EE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1" name="module-04-icon-background">
            <a:extLst xmlns:a="http://schemas.openxmlformats.org/drawingml/2006/main">
              <a:ext uri="{FF2B5EF4-FFF2-40B4-BE49-F238E27FC236}">
                <a16:creationId xmlns:a16="http://schemas.microsoft.com/office/drawing/2014/main" id="{C303905D-0287-4B86-92D4-33F0EB3B9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924050"/>
            <a:ext cx="75247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EC"/>
          </a:solidFill>
          <a:ln xmlns:a="http://schemas.openxmlformats.org/drawingml/2006/main" w="0">
            <a:solidFill>
              <a:srgbClr val="FBEAEC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3" name="module-04-number">
            <a:extLst xmlns:a="http://schemas.openxmlformats.org/drawingml/2006/main">
              <a:ext uri="{FF2B5EF4-FFF2-40B4-BE49-F238E27FC236}">
                <a16:creationId xmlns:a16="http://schemas.microsoft.com/office/drawing/2014/main" id="{644EFF2E-DC9B-4D41-84F4-10582B446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4" name="module-04-title">
            <a:extLst xmlns:a="http://schemas.openxmlformats.org/drawingml/2006/main">
              <a:ext uri="{FF2B5EF4-FFF2-40B4-BE49-F238E27FC236}">
                <a16:creationId xmlns:a16="http://schemas.microsoft.com/office/drawing/2014/main" id="{9C3B8801-0886-4C35-A421-9571B2595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5" name="module-04-body">
            <a:extLst xmlns:a="http://schemas.openxmlformats.org/drawingml/2006/main">
              <a:ext uri="{FF2B5EF4-FFF2-40B4-BE49-F238E27FC236}">
                <a16:creationId xmlns:a16="http://schemas.microsoft.com/office/drawing/2014/main" id="{815AB31E-77DC-41EF-9FDD-2104B3529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6" name="capability-goal-icon-background">
            <a:extLst xmlns:a="http://schemas.openxmlformats.org/drawingml/2006/main">
              <a:ext uri="{FF2B5EF4-FFF2-40B4-BE49-F238E27FC236}">
                <a16:creationId xmlns:a16="http://schemas.microsoft.com/office/drawing/2014/main" id="{ACC8CF6A-83B8-4CA8-B500-7FCD1FE49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914650"/>
            <a:ext cx="75247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B"/>
          </a:solidFill>
          <a:ln xmlns:a="http://schemas.openxmlformats.org/drawingml/2006/main" w="0">
            <a:solidFill>
              <a:srgbClr val="EAF2FB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8" name="capability-tech-icon-background">
            <a:extLst xmlns:a="http://schemas.openxmlformats.org/drawingml/2006/main">
              <a:ext uri="{FF2B5EF4-FFF2-40B4-BE49-F238E27FC236}">
                <a16:creationId xmlns:a16="http://schemas.microsoft.com/office/drawing/2014/main" id="{1FBC427F-E57C-45DB-9CCE-FEBB0D899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905250"/>
            <a:ext cx="75247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FA"/>
          </a:solidFill>
          <a:ln xmlns:a="http://schemas.openxmlformats.org/drawingml/2006/main" w="0">
            <a:solidFill>
              <a:srgbClr val="F1ECF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0" name="capability-collaboration-icon-background">
            <a:extLst xmlns:a="http://schemas.openxmlformats.org/drawingml/2006/main">
              <a:ext uri="{FF2B5EF4-FFF2-40B4-BE49-F238E27FC236}">
                <a16:creationId xmlns:a16="http://schemas.microsoft.com/office/drawing/2014/main" id="{6E13DFB3-20F1-4890-9CA4-4556205A7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895850"/>
            <a:ext cx="75247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E"/>
          </a:solidFill>
          <a:ln xmlns:a="http://schemas.openxmlformats.org/drawingml/2006/main" w="0">
            <a:solidFill>
              <a:srgbClr val="EAF5EE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2" name="capability-cohesion-icon-background">
            <a:extLst xmlns:a="http://schemas.openxmlformats.org/drawingml/2006/main">
              <a:ext uri="{FF2B5EF4-FFF2-40B4-BE49-F238E27FC236}">
                <a16:creationId xmlns:a16="http://schemas.microsoft.com/office/drawing/2014/main" id="{6D6CB4E0-0BEB-4D63-8FF5-DCEBE4D95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4" name="competitiveness-result-box">
            <a:extLst xmlns:a="http://schemas.openxmlformats.org/drawingml/2006/main">
              <a:ext uri="{FF2B5EF4-FFF2-40B4-BE49-F238E27FC236}">
                <a16:creationId xmlns:a16="http://schemas.microsoft.com/office/drawing/2014/main" id="{F216EF67-2742-4E3A-81AE-9DA7A0133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6" name="competitiveness-result-text">
            <a:extLst xmlns:a="http://schemas.openxmlformats.org/drawingml/2006/main">
              <a:ext uri="{FF2B5EF4-FFF2-40B4-BE49-F238E27FC236}">
                <a16:creationId xmlns:a16="http://schemas.microsoft.com/office/drawing/2014/main" id="{5EF20348-951F-48D4-9F42-3FB89748A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657350"/>
            <a:ext cx="5029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38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可控边界  →  可持续推进  →  可信结论</a:t>
            </a:r>
          </a:p>
        </p:txBody>
      </p:sp>
      <p:pic>
        <p:nvPicPr>
          <p:cNvPr id="17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3968600f3d4933"/>
          <a:stretch xmlns:a="http://schemas.openxmlformats.org/drawingml/2006/main"/>
        </p:blipFill>
        <p:spPr>
          <a:xfrm xmlns:a="http://schemas.openxmlformats.org/drawingml/2006/main">
            <a:off x="400050" y="257175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88" name="architecture-header-rule">
            <a:extLst xmlns:a="http://schemas.openxmlformats.org/drawingml/2006/main">
              <a:ext uri="{FF2B5EF4-FFF2-40B4-BE49-F238E27FC236}">
                <a16:creationId xmlns:a16="http://schemas.microsoft.com/office/drawing/2014/main" id="{8C8E1332-DB97-4F95-88E9-7ACDBC606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0020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7D7"/>
          </a:solidFill>
          <a:ln xmlns:a="http://schemas.openxmlformats.org/drawingml/2006/main" w="0">
            <a:solidFill>
              <a:srgbClr val="D7D7D7"/>
            </a:solidFill>
            <a:prstDash val="solid"/>
          </a:ln>
        </p:spPr>
      </p:sp>
      <p:sp>
        <p:nvSpPr>
          <p:cNvPr id="89" name="q-num-0">
            <a:extLst xmlns:a="http://schemas.openxmlformats.org/drawingml/2006/main">
              <a:ext uri="{FF2B5EF4-FFF2-40B4-BE49-F238E27FC236}">
                <a16:creationId xmlns:a16="http://schemas.microsoft.com/office/drawing/2014/main" id="{95D3E07F-72EE-48E8-BBF5-4D9CD972A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0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90" name="q-num-1">
            <a:extLst xmlns:a="http://schemas.openxmlformats.org/drawingml/2006/main">
              <a:ext uri="{FF2B5EF4-FFF2-40B4-BE49-F238E27FC236}">
                <a16:creationId xmlns:a16="http://schemas.microsoft.com/office/drawing/2014/main" id="{C2EA1DC9-97B5-42F2-B7FB-2EBB9D9D4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90950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91" name="q-num-2">
            <a:extLst xmlns:a="http://schemas.openxmlformats.org/drawingml/2006/main">
              <a:ext uri="{FF2B5EF4-FFF2-40B4-BE49-F238E27FC236}">
                <a16:creationId xmlns:a16="http://schemas.microsoft.com/office/drawing/2014/main" id="{321C382E-32FD-40D8-91EF-ACD6CD4CB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14900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92" name="architecture-target">
            <a:extLst xmlns:a="http://schemas.openxmlformats.org/drawingml/2006/main">
              <a:ext uri="{FF2B5EF4-FFF2-40B4-BE49-F238E27FC236}">
                <a16:creationId xmlns:a16="http://schemas.microsoft.com/office/drawing/2014/main" id="{12241DB1-113D-4F60-AE02-2E037D9D5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15050"/>
            <a:ext cx="2457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8717"/>
          </a:bodyPr>
          <a:lstStyle xmlns:a="http://schemas.openxmlformats.org/drawingml/2006/main"/>
          <a:p xmlns:a="http://schemas.openxmlformats.org/drawingml/2006/main">
            <a:pPr algn="l">
              <a:buNone/>
              <a:defRPr sz="1013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CURRENT GAP：系统读取失败仍可能被 fallback 抹成空集合</a:t>
            </a:r>
          </a:p>
        </p:txBody>
      </p:sp>
      <p:sp>
        <p:nvSpPr>
          <p:cNvPr id="93" name="layer-accent-0">
            <a:extLst xmlns:a="http://schemas.openxmlformats.org/drawingml/2006/main">
              <a:ext uri="{FF2B5EF4-FFF2-40B4-BE49-F238E27FC236}">
                <a16:creationId xmlns:a16="http://schemas.microsoft.com/office/drawing/2014/main" id="{C4D02609-394E-4CD4-B67E-CEDC234B4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924050"/>
            <a:ext cx="666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pic>
        <p:nvPicPr>
          <p:cNvPr id="18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5d41cd86d24992"/>
          <a:stretch xmlns:a="http://schemas.openxmlformats.org/drawingml/2006/main"/>
        </p:blipFill>
        <p:spPr>
          <a:xfrm xmlns:a="http://schemas.openxmlformats.org/drawingml/2006/main">
            <a:off x="4114800" y="216217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95" name="layer-title-0">
            <a:extLst xmlns:a="http://schemas.openxmlformats.org/drawingml/2006/main">
              <a:ext uri="{FF2B5EF4-FFF2-40B4-BE49-F238E27FC236}">
                <a16:creationId xmlns:a16="http://schemas.microsoft.com/office/drawing/2014/main" id="{73692C3D-C3CC-44D2-8B66-24EA0321E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0574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13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I1 快照一致</a:t>
            </a:r>
          </a:p>
        </p:txBody>
      </p:sp>
      <p:sp>
        <p:nvSpPr>
          <p:cNvPr id="96" name="layer-body-0">
            <a:extLst xmlns:a="http://schemas.openxmlformats.org/drawingml/2006/main">
              <a:ext uri="{FF2B5EF4-FFF2-40B4-BE49-F238E27FC236}">
                <a16:creationId xmlns:a16="http://schemas.microsoft.com/office/drawing/2014/main" id="{6270DFAF-8692-4203-B7DA-F946DA138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371725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6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同一轮写操作使用同一账号集合</a:t>
            </a:r>
          </a:p>
        </p:txBody>
      </p:sp>
      <p:sp>
        <p:nvSpPr>
          <p:cNvPr id="97" name="layer-accent-1">
            <a:extLst xmlns:a="http://schemas.openxmlformats.org/drawingml/2006/main">
              <a:ext uri="{FF2B5EF4-FFF2-40B4-BE49-F238E27FC236}">
                <a16:creationId xmlns:a16="http://schemas.microsoft.com/office/drawing/2014/main" id="{38476F31-F954-4946-9E80-79FC850AF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914650"/>
            <a:ext cx="666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AB"/>
          </a:solidFill>
          <a:ln xmlns:a="http://schemas.openxmlformats.org/drawingml/2006/main" w="0">
            <a:solidFill>
              <a:srgbClr val="2F6FAB"/>
            </a:solidFill>
            <a:prstDash val="solid"/>
          </a:ln>
        </p:spPr>
      </p:sp>
      <p:pic>
        <p:nvPicPr>
          <p:cNvPr id="18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8951801ad84f57"/>
          <a:stretch xmlns:a="http://schemas.openxmlformats.org/drawingml/2006/main"/>
        </p:blipFill>
        <p:spPr>
          <a:xfrm xmlns:a="http://schemas.openxmlformats.org/drawingml/2006/main">
            <a:off x="4114800" y="315277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99" name="layer-title-1">
            <a:extLst xmlns:a="http://schemas.openxmlformats.org/drawingml/2006/main">
              <a:ext uri="{FF2B5EF4-FFF2-40B4-BE49-F238E27FC236}">
                <a16:creationId xmlns:a16="http://schemas.microsoft.com/office/drawing/2014/main" id="{0758B4E0-34DD-4B59-B36F-42AE8019E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0480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13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I2 保留 isOpen</a:t>
            </a:r>
          </a:p>
        </p:txBody>
      </p:sp>
      <p:sp>
        <p:nvSpPr>
          <p:cNvPr id="100" name="layer-body-1">
            <a:extLst xmlns:a="http://schemas.openxmlformats.org/drawingml/2006/main">
              <a:ext uri="{FF2B5EF4-FFF2-40B4-BE49-F238E27FC236}">
                <a16:creationId xmlns:a16="http://schemas.microsoft.com/office/drawing/2014/main" id="{F16FC356-915C-4ACE-B046-75DBA07A5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362325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6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模式切换不覆盖总开关</a:t>
            </a:r>
          </a:p>
        </p:txBody>
      </p:sp>
      <p:sp>
        <p:nvSpPr>
          <p:cNvPr id="101" name="layer-accent-2">
            <a:extLst xmlns:a="http://schemas.openxmlformats.org/drawingml/2006/main">
              <a:ext uri="{FF2B5EF4-FFF2-40B4-BE49-F238E27FC236}">
                <a16:creationId xmlns:a16="http://schemas.microsoft.com/office/drawing/2014/main" id="{2A7A9663-4C9B-419A-9A7A-30A2B696B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905250"/>
            <a:ext cx="666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45C7"/>
          </a:solidFill>
          <a:ln xmlns:a="http://schemas.openxmlformats.org/drawingml/2006/main" w="0">
            <a:solidFill>
              <a:srgbClr val="6D45C7"/>
            </a:solidFill>
            <a:prstDash val="solid"/>
          </a:ln>
        </p:spPr>
      </p:sp>
      <p:pic>
        <p:nvPicPr>
          <p:cNvPr id="18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33301ab1254536"/>
          <a:stretch xmlns:a="http://schemas.openxmlformats.org/drawingml/2006/main"/>
        </p:blipFill>
        <p:spPr>
          <a:xfrm xmlns:a="http://schemas.openxmlformats.org/drawingml/2006/main">
            <a:off x="4114800" y="414337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103" name="layer-title-2">
            <a:extLst xmlns:a="http://schemas.openxmlformats.org/drawingml/2006/main">
              <a:ext uri="{FF2B5EF4-FFF2-40B4-BE49-F238E27FC236}">
                <a16:creationId xmlns:a16="http://schemas.microsoft.com/office/drawing/2014/main" id="{1C142090-7102-4B20-A7AD-E8F3342F1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0386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13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I3 恢复后重映射</a:t>
            </a:r>
          </a:p>
        </p:txBody>
      </p:sp>
      <p:sp>
        <p:nvSpPr>
          <p:cNvPr id="104" name="layer-body-2">
            <a:extLst xmlns:a="http://schemas.openxmlformats.org/drawingml/2006/main">
              <a:ext uri="{FF2B5EF4-FFF2-40B4-BE49-F238E27FC236}">
                <a16:creationId xmlns:a16="http://schemas.microsoft.com/office/drawing/2014/main" id="{9AB0736D-B741-4F78-9B35-544802619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352925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6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deployment 指向新 systemRuleId</a:t>
            </a:r>
          </a:p>
        </p:txBody>
      </p:sp>
      <p:sp>
        <p:nvSpPr>
          <p:cNvPr id="105" name="layer-accent-3">
            <a:extLst xmlns:a="http://schemas.openxmlformats.org/drawingml/2006/main">
              <a:ext uri="{FF2B5EF4-FFF2-40B4-BE49-F238E27FC236}">
                <a16:creationId xmlns:a16="http://schemas.microsoft.com/office/drawing/2014/main" id="{7B9EE8B6-61C7-4632-96AD-9023E988A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895850"/>
            <a:ext cx="666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F5B"/>
          </a:solidFill>
          <a:ln xmlns:a="http://schemas.openxmlformats.org/drawingml/2006/main" w="0">
            <a:solidFill>
              <a:srgbClr val="2F8F5B"/>
            </a:solidFill>
            <a:prstDash val="solid"/>
          </a:ln>
        </p:spPr>
      </p:sp>
      <p:pic>
        <p:nvPicPr>
          <p:cNvPr id="19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aeb9f3cb4f489f"/>
          <a:stretch xmlns:a="http://schemas.openxmlformats.org/drawingml/2006/main"/>
        </p:blipFill>
        <p:spPr>
          <a:xfrm xmlns:a="http://schemas.openxmlformats.org/drawingml/2006/main">
            <a:off x="4114800" y="513397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107" name="layer-title-3">
            <a:extLst xmlns:a="http://schemas.openxmlformats.org/drawingml/2006/main">
              <a:ext uri="{FF2B5EF4-FFF2-40B4-BE49-F238E27FC236}">
                <a16:creationId xmlns:a16="http://schemas.microsoft.com/office/drawing/2014/main" id="{88A99DE1-E22D-4207-AACB-C8BC242AE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50292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13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I4 唯一提交点</a:t>
            </a:r>
          </a:p>
        </p:txBody>
      </p:sp>
      <p:sp>
        <p:nvSpPr>
          <p:cNvPr id="108" name="layer-body-3">
            <a:extLst xmlns:a="http://schemas.openxmlformats.org/drawingml/2006/main">
              <a:ext uri="{FF2B5EF4-FFF2-40B4-BE49-F238E27FC236}">
                <a16:creationId xmlns:a16="http://schemas.microsoft.com/office/drawing/2014/main" id="{BA330E66-C90C-4840-B93B-A552E2455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5343525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6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成功后写 mode + signature</a:t>
            </a:r>
          </a:p>
        </p:txBody>
      </p:sp>
      <p:sp>
        <p:nvSpPr>
          <p:cNvPr id="109" name="chip-bg-0">
            <a:extLst xmlns:a="http://schemas.openxmlformats.org/drawingml/2006/main">
              <a:ext uri="{FF2B5EF4-FFF2-40B4-BE49-F238E27FC236}">
                <a16:creationId xmlns:a16="http://schemas.microsoft.com/office/drawing/2014/main" id="{71D48416-ED97-466F-982F-A938B7CCD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6172200"/>
            <a:ext cx="1104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EC"/>
          </a:solidFill>
          <a:ln xmlns:a="http://schemas.openxmlformats.org/drawingml/2006/main" w="0">
            <a:solidFill>
              <a:srgbClr val="FBEAEC"/>
            </a:solidFill>
            <a:prstDash val="solid"/>
          </a:ln>
        </p:spPr>
      </p:sp>
      <p:sp>
        <p:nvSpPr>
          <p:cNvPr id="110" name="chip-text-0">
            <a:extLst xmlns:a="http://schemas.openxmlformats.org/drawingml/2006/main">
              <a:ext uri="{FF2B5EF4-FFF2-40B4-BE49-F238E27FC236}">
                <a16:creationId xmlns:a16="http://schemas.microsoft.com/office/drawing/2014/main" id="{82123FD4-7C58-402C-AF80-432A473B2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191250"/>
            <a:ext cx="990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1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快照</a:t>
            </a:r>
          </a:p>
        </p:txBody>
      </p:sp>
      <p:sp>
        <p:nvSpPr>
          <p:cNvPr id="111" name="chip-bg-1">
            <a:extLst xmlns:a="http://schemas.openxmlformats.org/drawingml/2006/main">
              <a:ext uri="{FF2B5EF4-FFF2-40B4-BE49-F238E27FC236}">
                <a16:creationId xmlns:a16="http://schemas.microsoft.com/office/drawing/2014/main" id="{E0EB52C1-7F9C-4EE5-9820-1E0467F6C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6172200"/>
            <a:ext cx="1104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B"/>
          </a:solidFill>
          <a:ln xmlns:a="http://schemas.openxmlformats.org/drawingml/2006/main" w="0">
            <a:solidFill>
              <a:srgbClr val="EAF2FB"/>
            </a:solidFill>
            <a:prstDash val="solid"/>
          </a:ln>
        </p:spPr>
      </p:sp>
      <p:sp>
        <p:nvSpPr>
          <p:cNvPr id="112" name="chip-text-1">
            <a:extLst xmlns:a="http://schemas.openxmlformats.org/drawingml/2006/main">
              <a:ext uri="{FF2B5EF4-FFF2-40B4-BE49-F238E27FC236}">
                <a16:creationId xmlns:a16="http://schemas.microsoft.com/office/drawing/2014/main" id="{59CCB1FF-670F-4D97-8118-28C74FF03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6191250"/>
            <a:ext cx="990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1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rPr>
              <a:t>isOpen</a:t>
            </a:r>
          </a:p>
        </p:txBody>
      </p:sp>
      <p:sp>
        <p:nvSpPr>
          <p:cNvPr id="113" name="chip-bg-2">
            <a:extLst xmlns:a="http://schemas.openxmlformats.org/drawingml/2006/main">
              <a:ext uri="{FF2B5EF4-FFF2-40B4-BE49-F238E27FC236}">
                <a16:creationId xmlns:a16="http://schemas.microsoft.com/office/drawing/2014/main" id="{A060C2F7-7655-4EAB-891A-4CEF2DE5E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6172200"/>
            <a:ext cx="1104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FA"/>
          </a:solidFill>
          <a:ln xmlns:a="http://schemas.openxmlformats.org/drawingml/2006/main" w="0">
            <a:solidFill>
              <a:srgbClr val="F1ECFA"/>
            </a:solidFill>
            <a:prstDash val="solid"/>
          </a:ln>
        </p:spPr>
      </p:sp>
      <p:sp>
        <p:nvSpPr>
          <p:cNvPr id="114" name="chip-text-2">
            <a:extLst xmlns:a="http://schemas.openxmlformats.org/drawingml/2006/main">
              <a:ext uri="{FF2B5EF4-FFF2-40B4-BE49-F238E27FC236}">
                <a16:creationId xmlns:a16="http://schemas.microsoft.com/office/drawing/2014/main" id="{5961A5BA-B64A-460E-86DF-8B93DD2D6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6191250"/>
            <a:ext cx="990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1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>规则</a:t>
            </a:r>
          </a:p>
        </p:txBody>
      </p:sp>
      <p:sp>
        <p:nvSpPr>
          <p:cNvPr id="115" name="chip-bg-3">
            <a:extLst xmlns:a="http://schemas.openxmlformats.org/drawingml/2006/main">
              <a:ext uri="{FF2B5EF4-FFF2-40B4-BE49-F238E27FC236}">
                <a16:creationId xmlns:a16="http://schemas.microsoft.com/office/drawing/2014/main" id="{48CD9102-C72A-4AE6-A58C-D40684E4D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6172200"/>
            <a:ext cx="1104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EC"/>
          </a:solidFill>
          <a:ln xmlns:a="http://schemas.openxmlformats.org/drawingml/2006/main" w="0">
            <a:solidFill>
              <a:srgbClr val="FBEAEC"/>
            </a:solidFill>
            <a:prstDash val="solid"/>
          </a:ln>
        </p:spPr>
      </p:sp>
      <p:sp>
        <p:nvSpPr>
          <p:cNvPr id="116" name="chip-text-3">
            <a:extLst xmlns:a="http://schemas.openxmlformats.org/drawingml/2006/main">
              <a:ext uri="{FF2B5EF4-FFF2-40B4-BE49-F238E27FC236}">
                <a16:creationId xmlns:a16="http://schemas.microsoft.com/office/drawing/2014/main" id="{57E1BF08-1076-41DF-BD9B-B932FDFC1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6191250"/>
            <a:ext cx="990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1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映射</a:t>
            </a:r>
          </a:p>
        </p:txBody>
      </p:sp>
      <p:sp>
        <p:nvSpPr>
          <p:cNvPr id="117" name="chip-bg-4">
            <a:extLst xmlns:a="http://schemas.openxmlformats.org/drawingml/2006/main">
              <a:ext uri="{FF2B5EF4-FFF2-40B4-BE49-F238E27FC236}">
                <a16:creationId xmlns:a16="http://schemas.microsoft.com/office/drawing/2014/main" id="{BF04FEDE-110C-425C-9C36-536012F08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6172200"/>
            <a:ext cx="1104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E"/>
          </a:solidFill>
          <a:ln xmlns:a="http://schemas.openxmlformats.org/drawingml/2006/main" w="0">
            <a:solidFill>
              <a:srgbClr val="EAF5EE"/>
            </a:solidFill>
            <a:prstDash val="solid"/>
          </a:ln>
        </p:spPr>
      </p:sp>
      <p:sp>
        <p:nvSpPr>
          <p:cNvPr id="118" name="chip-text-4">
            <a:extLst xmlns:a="http://schemas.openxmlformats.org/drawingml/2006/main">
              <a:ext uri="{FF2B5EF4-FFF2-40B4-BE49-F238E27FC236}">
                <a16:creationId xmlns:a16="http://schemas.microsoft.com/office/drawing/2014/main" id="{5A5ADC84-38AC-4FBC-95CC-E2E737B1B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6191250"/>
            <a:ext cx="990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10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rPr>
              <a:t>提交点</a:t>
            </a:r>
          </a:p>
        </p:txBody>
      </p:sp>
      <p:sp>
        <p:nvSpPr>
          <p:cNvPr id="119" name="chip-bg-5">
            <a:extLst xmlns:a="http://schemas.openxmlformats.org/drawingml/2006/main">
              <a:ext uri="{FF2B5EF4-FFF2-40B4-BE49-F238E27FC236}">
                <a16:creationId xmlns:a16="http://schemas.microsoft.com/office/drawing/2014/main" id="{731D3DC7-788F-4FCD-87FB-859D9D9F2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6172200"/>
            <a:ext cx="1104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FA"/>
          </a:solidFill>
          <a:ln xmlns:a="http://schemas.openxmlformats.org/drawingml/2006/main" w="0">
            <a:solidFill>
              <a:srgbClr val="F1ECFA"/>
            </a:solidFill>
            <a:prstDash val="solid"/>
          </a:ln>
        </p:spPr>
      </p:sp>
      <p:sp>
        <p:nvSpPr>
          <p:cNvPr id="120" name="chip-text-5">
            <a:extLst xmlns:a="http://schemas.openxmlformats.org/drawingml/2006/main">
              <a:ext uri="{FF2B5EF4-FFF2-40B4-BE49-F238E27FC236}">
                <a16:creationId xmlns:a16="http://schemas.microsoft.com/office/drawing/2014/main" id="{08648007-8237-4261-9844-2F0380139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191250"/>
            <a:ext cx="990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1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>UNKNOWN</a:t>
            </a:r>
          </a:p>
        </p:txBody>
      </p:sp>
      <p:pic>
        <p:nvPicPr>
          <p:cNvPr id="20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e039239fc44b3e"/>
          <a:stretch xmlns:a="http://schemas.openxmlformats.org/drawingml/2006/main"/>
        </p:blipFill>
        <p:spPr>
          <a:xfrm xmlns:a="http://schemas.openxmlformats.org/drawingml/2006/main">
            <a:off x="10382250" y="268813"/>
            <a:ext cx="952500" cy="2148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980598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9937CBA2-7E4F-43F3-9EBA-CFD6BD1B5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38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>11 · 第二幕｜规格 → 可执行任务</a:t>
            </a:r>
          </a:p>
        </p:txBody>
      </p:sp>
      <p:sp>
        <p:nvSpPr>
          <p:cNvPr id="5" name="team-name">
            <a:extLst xmlns:a="http://schemas.openxmlformats.org/drawingml/2006/main">
              <a:ext uri="{FF2B5EF4-FFF2-40B4-BE49-F238E27FC236}">
                <a16:creationId xmlns:a16="http://schemas.microsoft.com/office/drawing/2014/main" id="{DF70FBB6-5F6E-4537-9090-0CBE67318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812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三个边界问题</a:t>
            </a:r>
          </a:p>
        </p:txBody>
      </p:sp>
      <p:sp>
        <p:nvSpPr>
          <p:cNvPr id="6" name="business-direction">
            <a:extLst xmlns:a="http://schemas.openxmlformats.org/drawingml/2006/main">
              <a:ext uri="{FF2B5EF4-FFF2-40B4-BE49-F238E27FC236}">
                <a16:creationId xmlns:a16="http://schemas.microsoft.com/office/drawing/2014/main" id="{264209F6-E82F-4B7F-97F5-9E0C8215D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" name="storyline-lead">
            <a:extLst xmlns:a="http://schemas.openxmlformats.org/drawingml/2006/main">
              <a:ext uri="{FF2B5EF4-FFF2-40B4-BE49-F238E27FC236}">
                <a16:creationId xmlns:a16="http://schemas.microsoft.com/office/drawing/2014/main" id="{513D4A51-8337-4FB4-B56E-8172C046E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5146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事件在哪里产生？</a:t>
            </a:r>
          </a:p>
        </p:txBody>
      </p:sp>
      <p:sp>
        <p:nvSpPr>
          <p:cNvPr id="8" name="storyline-outcome">
            <a:extLst xmlns:a="http://schemas.openxmlformats.org/drawingml/2006/main">
              <a:ext uri="{FF2B5EF4-FFF2-40B4-BE49-F238E27FC236}">
                <a16:creationId xmlns:a16="http://schemas.microsoft.com/office/drawing/2014/main" id="{BB1932BF-7915-4685-850E-EE30D779E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85750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4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4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EnterpriseAdmin Extension</a:t>
            </a:r>
          </a:p>
        </p:txBody>
      </p:sp>
      <p:sp>
        <p:nvSpPr>
          <p:cNvPr id="9" name="origin-story">
            <a:extLst xmlns:a="http://schemas.openxmlformats.org/drawingml/2006/main">
              <a:ext uri="{FF2B5EF4-FFF2-40B4-BE49-F238E27FC236}">
                <a16:creationId xmlns:a16="http://schemas.microsoft.com/office/drawing/2014/main" id="{4F383126-75F9-4A95-9DFA-12133DB4A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1104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210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进程边界比类图更早决定设计</a:t>
            </a:r>
          </a:p>
        </p:txBody>
      </p:sp>
      <p:sp>
        <p:nvSpPr>
          <p:cNvPr id="10" name="capability-label">
            <a:extLst xmlns:a="http://schemas.openxmlformats.org/drawingml/2006/main">
              <a:ext uri="{FF2B5EF4-FFF2-40B4-BE49-F238E27FC236}">
                <a16:creationId xmlns:a16="http://schemas.microsoft.com/office/drawing/2014/main" id="{6618DDA6-5320-4544-A67A-4138E5DF0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92455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本页控制点</a:t>
            </a:r>
          </a:p>
        </p:txBody>
      </p:sp>
      <p:sp>
        <p:nvSpPr>
          <p:cNvPr id="12" name="capability-goal-text">
            <a:extLst xmlns:a="http://schemas.openxmlformats.org/drawingml/2006/main">
              <a:ext uri="{FF2B5EF4-FFF2-40B4-BE49-F238E27FC236}">
                <a16:creationId xmlns:a16="http://schemas.microsoft.com/office/drawing/2014/main" id="{A9BB6ADF-6F5A-486E-9828-9BB90056D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4" name="capability-tech-text">
            <a:extLst xmlns:a="http://schemas.openxmlformats.org/drawingml/2006/main">
              <a:ext uri="{FF2B5EF4-FFF2-40B4-BE49-F238E27FC236}">
                <a16:creationId xmlns:a16="http://schemas.microsoft.com/office/drawing/2014/main" id="{A789BA83-BEE2-4D60-80BC-6239BCAB3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6" name="capability-collaboration-text">
            <a:extLst xmlns:a="http://schemas.openxmlformats.org/drawingml/2006/main">
              <a:ext uri="{FF2B5EF4-FFF2-40B4-BE49-F238E27FC236}">
                <a16:creationId xmlns:a16="http://schemas.microsoft.com/office/drawing/2014/main" id="{D085A46E-BB95-4E44-A140-3211DC950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8" name="capability-cohesion-text">
            <a:extLst xmlns:a="http://schemas.openxmlformats.org/drawingml/2006/main">
              <a:ext uri="{FF2B5EF4-FFF2-40B4-BE49-F238E27FC236}">
                <a16:creationId xmlns:a16="http://schemas.microsoft.com/office/drawing/2014/main" id="{31E7FE61-7CF7-4BF1-B351-6E8BC2ABB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21" name="journey-top-rule">
            <a:extLst xmlns:a="http://schemas.openxmlformats.org/drawingml/2006/main">
              <a:ext uri="{FF2B5EF4-FFF2-40B4-BE49-F238E27FC236}">
                <a16:creationId xmlns:a16="http://schemas.microsoft.com/office/drawing/2014/main" id="{3F7D1C62-8DF5-4E48-9864-9C17DDEE1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2" name="journey-label">
            <a:extLst xmlns:a="http://schemas.openxmlformats.org/drawingml/2006/main">
              <a:ext uri="{FF2B5EF4-FFF2-40B4-BE49-F238E27FC236}">
                <a16:creationId xmlns:a16="http://schemas.microsoft.com/office/drawing/2014/main" id="{8E7E41EF-B0E6-4678-B07F-0EBF826CF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Extension 和 UI 不共享内存；事件、事务与页面刷新必须分成不同职责。</a:t>
            </a:r>
          </a:p>
        </p:txBody>
      </p:sp>
      <p:sp>
        <p:nvSpPr>
          <p:cNvPr id="26" name="stage-01-number">
            <a:extLst xmlns:a="http://schemas.openxmlformats.org/drawingml/2006/main">
              <a:ext uri="{FF2B5EF4-FFF2-40B4-BE49-F238E27FC236}">
                <a16:creationId xmlns:a16="http://schemas.microsoft.com/office/drawing/2014/main" id="{4225D723-AF17-46CE-8F57-EF6385A30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27" name="stage-01-title">
            <a:extLst xmlns:a="http://schemas.openxmlformats.org/drawingml/2006/main">
              <a:ext uri="{FF2B5EF4-FFF2-40B4-BE49-F238E27FC236}">
                <a16:creationId xmlns:a16="http://schemas.microsoft.com/office/drawing/2014/main" id="{A080687F-349A-4D96-8B9B-B15D9284C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28" name="stage-01-body">
            <a:extLst xmlns:a="http://schemas.openxmlformats.org/drawingml/2006/main">
              <a:ext uri="{FF2B5EF4-FFF2-40B4-BE49-F238E27FC236}">
                <a16:creationId xmlns:a16="http://schemas.microsoft.com/office/drawing/2014/main" id="{35DB16DD-F51B-49F2-B81F-24E50A16B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36" name="stage-03-number">
            <a:extLst xmlns:a="http://schemas.openxmlformats.org/drawingml/2006/main">
              <a:ext uri="{FF2B5EF4-FFF2-40B4-BE49-F238E27FC236}">
                <a16:creationId xmlns:a16="http://schemas.microsoft.com/office/drawing/2014/main" id="{C0286EEE-76D7-4C3D-959B-C1A40C2DE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37" name="stage-03-title">
            <a:extLst xmlns:a="http://schemas.openxmlformats.org/drawingml/2006/main">
              <a:ext uri="{FF2B5EF4-FFF2-40B4-BE49-F238E27FC236}">
                <a16:creationId xmlns:a16="http://schemas.microsoft.com/office/drawing/2014/main" id="{B27EC97C-4E04-4513-B0CF-9ED410CD8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38" name="stage-03-body">
            <a:extLst xmlns:a="http://schemas.openxmlformats.org/drawingml/2006/main">
              <a:ext uri="{FF2B5EF4-FFF2-40B4-BE49-F238E27FC236}">
                <a16:creationId xmlns:a16="http://schemas.microsoft.com/office/drawing/2014/main" id="{9E912F49-5FAE-4B6A-9826-0EE1EFB7F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46" name="stage-05-number">
            <a:extLst xmlns:a="http://schemas.openxmlformats.org/drawingml/2006/main">
              <a:ext uri="{FF2B5EF4-FFF2-40B4-BE49-F238E27FC236}">
                <a16:creationId xmlns:a16="http://schemas.microsoft.com/office/drawing/2014/main" id="{AA36F8DB-73A8-47E8-A962-56FE8DE85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47" name="stage-05-title">
            <a:extLst xmlns:a="http://schemas.openxmlformats.org/drawingml/2006/main">
              <a:ext uri="{FF2B5EF4-FFF2-40B4-BE49-F238E27FC236}">
                <a16:creationId xmlns:a16="http://schemas.microsoft.com/office/drawing/2014/main" id="{E55E05DE-AFC6-4422-9A2F-AD9E27F89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48" name="stage-05-body">
            <a:extLst xmlns:a="http://schemas.openxmlformats.org/drawingml/2006/main">
              <a:ext uri="{FF2B5EF4-FFF2-40B4-BE49-F238E27FC236}">
                <a16:creationId xmlns:a16="http://schemas.microsoft.com/office/drawing/2014/main" id="{F938BB63-05FA-4699-B9B6-45CD5A0C9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0" name="rail-flow-label">
            <a:extLst xmlns:a="http://schemas.openxmlformats.org/drawingml/2006/main">
              <a:ext uri="{FF2B5EF4-FFF2-40B4-BE49-F238E27FC236}">
                <a16:creationId xmlns:a16="http://schemas.microsoft.com/office/drawing/2014/main" id="{FF5EAC43-B84B-4541-B2F4-61336FAA9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8585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858585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1" name="rail-flow-line">
            <a:extLst xmlns:a="http://schemas.openxmlformats.org/drawingml/2006/main">
              <a:ext uri="{FF2B5EF4-FFF2-40B4-BE49-F238E27FC236}">
                <a16:creationId xmlns:a16="http://schemas.microsoft.com/office/drawing/2014/main" id="{AF9A8871-2B22-4386-A390-72752FB38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3" name="rail-flow-idea-label">
            <a:extLst xmlns:a="http://schemas.openxmlformats.org/drawingml/2006/main">
              <a:ext uri="{FF2B5EF4-FFF2-40B4-BE49-F238E27FC236}">
                <a16:creationId xmlns:a16="http://schemas.microsoft.com/office/drawing/2014/main" id="{72E1E745-7177-4B95-A3C2-46F9EE067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6385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事务在哪里执行？</a:t>
            </a:r>
          </a:p>
        </p:txBody>
      </p:sp>
      <p:sp>
        <p:nvSpPr>
          <p:cNvPr id="55" name="rail-flow-attack-label">
            <a:extLst xmlns:a="http://schemas.openxmlformats.org/drawingml/2006/main">
              <a:ext uri="{FF2B5EF4-FFF2-40B4-BE49-F238E27FC236}">
                <a16:creationId xmlns:a16="http://schemas.microsoft.com/office/drawing/2014/main" id="{1CD5E551-A644-4209-8B85-C43D55DAD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7625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页面如何得知？</a:t>
            </a:r>
          </a:p>
        </p:txBody>
      </p:sp>
      <p:sp>
        <p:nvSpPr>
          <p:cNvPr id="57" name="rail-flow-delivery-label">
            <a:extLst xmlns:a="http://schemas.openxmlformats.org/drawingml/2006/main">
              <a:ext uri="{FF2B5EF4-FFF2-40B4-BE49-F238E27FC236}">
                <a16:creationId xmlns:a16="http://schemas.microsoft.com/office/drawing/2014/main" id="{41242F25-AB1D-4FEC-AA44-0C6A2FA72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98145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4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Firewall Handler / Repository</a:t>
            </a:r>
          </a:p>
        </p:txBody>
      </p:sp>
      <p:sp>
        <p:nvSpPr>
          <p:cNvPr id="58" name="rail-result-box">
            <a:extLst xmlns:a="http://schemas.openxmlformats.org/drawingml/2006/main">
              <a:ext uri="{FF2B5EF4-FFF2-40B4-BE49-F238E27FC236}">
                <a16:creationId xmlns:a16="http://schemas.microsoft.com/office/drawing/2014/main" id="{F7117D08-254C-4F26-B6DD-8B03EB047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19800"/>
            <a:ext cx="2781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solidFill>
              <a:srgbClr val="F6F6F6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0" name="rail-result-text">
            <a:extLst xmlns:a="http://schemas.openxmlformats.org/drawingml/2006/main">
              <a:ext uri="{FF2B5EF4-FFF2-40B4-BE49-F238E27FC236}">
                <a16:creationId xmlns:a16="http://schemas.microsoft.com/office/drawing/2014/main" id="{34A8EF6F-28E9-4F9F-8CFD-1BF6F2603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10540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4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CommonEvent + 路由刷新</a:t>
            </a:r>
          </a:p>
        </p:txBody>
      </p:sp>
      <p:sp>
        <p:nvSpPr>
          <p:cNvPr id="61" name="grid-top-rule">
            <a:extLst xmlns:a="http://schemas.openxmlformats.org/drawingml/2006/main">
              <a:ext uri="{FF2B5EF4-FFF2-40B4-BE49-F238E27FC236}">
                <a16:creationId xmlns:a16="http://schemas.microsoft.com/office/drawing/2014/main" id="{0F39FBDF-9E3B-4D49-B005-6B5B93FED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2" name="grid-middle-rule">
            <a:extLst xmlns:a="http://schemas.openxmlformats.org/drawingml/2006/main">
              <a:ext uri="{FF2B5EF4-FFF2-40B4-BE49-F238E27FC236}">
                <a16:creationId xmlns:a16="http://schemas.microsoft.com/office/drawing/2014/main" id="{BBC7B45A-19EF-4696-97BA-CE5C123E4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3" name="grid-vertical-rule">
            <a:extLst xmlns:a="http://schemas.openxmlformats.org/drawingml/2006/main">
              <a:ext uri="{FF2B5EF4-FFF2-40B4-BE49-F238E27FC236}">
                <a16:creationId xmlns:a16="http://schemas.microsoft.com/office/drawing/2014/main" id="{9513784B-DF55-42B5-ACF2-4EF87CE54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4" name="capability-top-rule">
            <a:extLst xmlns:a="http://schemas.openxmlformats.org/drawingml/2006/main">
              <a:ext uri="{FF2B5EF4-FFF2-40B4-BE49-F238E27FC236}">
                <a16:creationId xmlns:a16="http://schemas.microsoft.com/office/drawing/2014/main" id="{9013330B-53F2-4C98-B459-B7BC45073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5" name="module-01-icon-background">
            <a:extLst xmlns:a="http://schemas.openxmlformats.org/drawingml/2006/main">
              <a:ext uri="{FF2B5EF4-FFF2-40B4-BE49-F238E27FC236}">
                <a16:creationId xmlns:a16="http://schemas.microsoft.com/office/drawing/2014/main" id="{6BB7565D-24EF-47D6-BBB0-E18B6DE76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33650"/>
            <a:ext cx="514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EC"/>
          </a:solidFill>
          <a:ln xmlns:a="http://schemas.openxmlformats.org/drawingml/2006/main" w="0">
            <a:solidFill>
              <a:srgbClr val="FBEAEC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7" name="module-02-icon-background">
            <a:extLst xmlns:a="http://schemas.openxmlformats.org/drawingml/2006/main">
              <a:ext uri="{FF2B5EF4-FFF2-40B4-BE49-F238E27FC236}">
                <a16:creationId xmlns:a16="http://schemas.microsoft.com/office/drawing/2014/main" id="{80C31D3C-F758-4BBC-A10E-E9C339D14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57600"/>
            <a:ext cx="514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FA"/>
          </a:solidFill>
          <a:ln xmlns:a="http://schemas.openxmlformats.org/drawingml/2006/main" w="0">
            <a:solidFill>
              <a:srgbClr val="F1ECF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9" name="module-03-icon-background">
            <a:extLst xmlns:a="http://schemas.openxmlformats.org/drawingml/2006/main">
              <a:ext uri="{FF2B5EF4-FFF2-40B4-BE49-F238E27FC236}">
                <a16:creationId xmlns:a16="http://schemas.microsoft.com/office/drawing/2014/main" id="{78E97F08-D68A-43EC-A2D0-7C3051E07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81550"/>
            <a:ext cx="514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E"/>
          </a:solidFill>
          <a:ln xmlns:a="http://schemas.openxmlformats.org/drawingml/2006/main" w="0">
            <a:solidFill>
              <a:srgbClr val="EAF5EE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1" name="module-04-icon-background">
            <a:extLst xmlns:a="http://schemas.openxmlformats.org/drawingml/2006/main">
              <a:ext uri="{FF2B5EF4-FFF2-40B4-BE49-F238E27FC236}">
                <a16:creationId xmlns:a16="http://schemas.microsoft.com/office/drawing/2014/main" id="{C303905D-0287-4B86-92D4-33F0EB3B9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924050"/>
            <a:ext cx="75247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EC"/>
          </a:solidFill>
          <a:ln xmlns:a="http://schemas.openxmlformats.org/drawingml/2006/main" w="0">
            <a:solidFill>
              <a:srgbClr val="FBEAEC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3" name="module-04-number">
            <a:extLst xmlns:a="http://schemas.openxmlformats.org/drawingml/2006/main">
              <a:ext uri="{FF2B5EF4-FFF2-40B4-BE49-F238E27FC236}">
                <a16:creationId xmlns:a16="http://schemas.microsoft.com/office/drawing/2014/main" id="{644EFF2E-DC9B-4D41-84F4-10582B446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4" name="module-04-title">
            <a:extLst xmlns:a="http://schemas.openxmlformats.org/drawingml/2006/main">
              <a:ext uri="{FF2B5EF4-FFF2-40B4-BE49-F238E27FC236}">
                <a16:creationId xmlns:a16="http://schemas.microsoft.com/office/drawing/2014/main" id="{9C3B8801-0886-4C35-A421-9571B2595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5" name="module-04-body">
            <a:extLst xmlns:a="http://schemas.openxmlformats.org/drawingml/2006/main">
              <a:ext uri="{FF2B5EF4-FFF2-40B4-BE49-F238E27FC236}">
                <a16:creationId xmlns:a16="http://schemas.microsoft.com/office/drawing/2014/main" id="{815AB31E-77DC-41EF-9FDD-2104B3529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6" name="capability-goal-icon-background">
            <a:extLst xmlns:a="http://schemas.openxmlformats.org/drawingml/2006/main">
              <a:ext uri="{FF2B5EF4-FFF2-40B4-BE49-F238E27FC236}">
                <a16:creationId xmlns:a16="http://schemas.microsoft.com/office/drawing/2014/main" id="{ACC8CF6A-83B8-4CA8-B500-7FCD1FE49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914650"/>
            <a:ext cx="75247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B"/>
          </a:solidFill>
          <a:ln xmlns:a="http://schemas.openxmlformats.org/drawingml/2006/main" w="0">
            <a:solidFill>
              <a:srgbClr val="EAF2FB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8" name="capability-tech-icon-background">
            <a:extLst xmlns:a="http://schemas.openxmlformats.org/drawingml/2006/main">
              <a:ext uri="{FF2B5EF4-FFF2-40B4-BE49-F238E27FC236}">
                <a16:creationId xmlns:a16="http://schemas.microsoft.com/office/drawing/2014/main" id="{1FBC427F-E57C-45DB-9CCE-FEBB0D899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905250"/>
            <a:ext cx="75247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FA"/>
          </a:solidFill>
          <a:ln xmlns:a="http://schemas.openxmlformats.org/drawingml/2006/main" w="0">
            <a:solidFill>
              <a:srgbClr val="F1ECF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0" name="capability-collaboration-icon-background">
            <a:extLst xmlns:a="http://schemas.openxmlformats.org/drawingml/2006/main">
              <a:ext uri="{FF2B5EF4-FFF2-40B4-BE49-F238E27FC236}">
                <a16:creationId xmlns:a16="http://schemas.microsoft.com/office/drawing/2014/main" id="{6E13DFB3-20F1-4890-9CA4-4556205A7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895850"/>
            <a:ext cx="75247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E"/>
          </a:solidFill>
          <a:ln xmlns:a="http://schemas.openxmlformats.org/drawingml/2006/main" w="0">
            <a:solidFill>
              <a:srgbClr val="EAF5EE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2" name="capability-cohesion-icon-background">
            <a:extLst xmlns:a="http://schemas.openxmlformats.org/drawingml/2006/main">
              <a:ext uri="{FF2B5EF4-FFF2-40B4-BE49-F238E27FC236}">
                <a16:creationId xmlns:a16="http://schemas.microsoft.com/office/drawing/2014/main" id="{6D6CB4E0-0BEB-4D63-8FF5-DCEBE4D95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4" name="competitiveness-result-box">
            <a:extLst xmlns:a="http://schemas.openxmlformats.org/drawingml/2006/main">
              <a:ext uri="{FF2B5EF4-FFF2-40B4-BE49-F238E27FC236}">
                <a16:creationId xmlns:a16="http://schemas.microsoft.com/office/drawing/2014/main" id="{F216EF67-2742-4E3A-81AE-9DA7A0133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6" name="competitiveness-result-text">
            <a:extLst xmlns:a="http://schemas.openxmlformats.org/drawingml/2006/main">
              <a:ext uri="{FF2B5EF4-FFF2-40B4-BE49-F238E27FC236}">
                <a16:creationId xmlns:a16="http://schemas.microsoft.com/office/drawing/2014/main" id="{5EF20348-951F-48D4-9F42-3FB89748A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657350"/>
            <a:ext cx="5029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38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可控边界  →  可持续推进  →  可信结论</a:t>
            </a:r>
          </a:p>
        </p:txBody>
      </p:sp>
      <p:pic>
        <p:nvPicPr>
          <p:cNvPr id="17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5c6f6dd29a405f"/>
          <a:stretch xmlns:a="http://schemas.openxmlformats.org/drawingml/2006/main"/>
        </p:blipFill>
        <p:spPr>
          <a:xfrm xmlns:a="http://schemas.openxmlformats.org/drawingml/2006/main">
            <a:off x="400050" y="257175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88" name="architecture-header-rule">
            <a:extLst xmlns:a="http://schemas.openxmlformats.org/drawingml/2006/main">
              <a:ext uri="{FF2B5EF4-FFF2-40B4-BE49-F238E27FC236}">
                <a16:creationId xmlns:a16="http://schemas.microsoft.com/office/drawing/2014/main" id="{8C8E1332-DB97-4F95-88E9-7ACDBC606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0020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7D7"/>
          </a:solidFill>
          <a:ln xmlns:a="http://schemas.openxmlformats.org/drawingml/2006/main" w="0">
            <a:solidFill>
              <a:srgbClr val="D7D7D7"/>
            </a:solidFill>
            <a:prstDash val="solid"/>
          </a:ln>
        </p:spPr>
      </p:sp>
      <p:sp>
        <p:nvSpPr>
          <p:cNvPr id="89" name="q-num-0">
            <a:extLst xmlns:a="http://schemas.openxmlformats.org/drawingml/2006/main">
              <a:ext uri="{FF2B5EF4-FFF2-40B4-BE49-F238E27FC236}">
                <a16:creationId xmlns:a16="http://schemas.microsoft.com/office/drawing/2014/main" id="{95D3E07F-72EE-48E8-BBF5-4D9CD972A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0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90" name="q-num-1">
            <a:extLst xmlns:a="http://schemas.openxmlformats.org/drawingml/2006/main">
              <a:ext uri="{FF2B5EF4-FFF2-40B4-BE49-F238E27FC236}">
                <a16:creationId xmlns:a16="http://schemas.microsoft.com/office/drawing/2014/main" id="{C2EA1DC9-97B5-42F2-B7FB-2EBB9D9D4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90950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91" name="q-num-2">
            <a:extLst xmlns:a="http://schemas.openxmlformats.org/drawingml/2006/main">
              <a:ext uri="{FF2B5EF4-FFF2-40B4-BE49-F238E27FC236}">
                <a16:creationId xmlns:a16="http://schemas.microsoft.com/office/drawing/2014/main" id="{321C382E-32FD-40D8-91EF-ACD6CD4CB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14900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92" name="architecture-target">
            <a:extLst xmlns:a="http://schemas.openxmlformats.org/drawingml/2006/main">
              <a:ext uri="{FF2B5EF4-FFF2-40B4-BE49-F238E27FC236}">
                <a16:creationId xmlns:a16="http://schemas.microsoft.com/office/drawing/2014/main" id="{12241DB1-113D-4F60-AE02-2E037D9D5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15050"/>
            <a:ext cx="2457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8717"/>
          </a:bodyPr>
          <a:lstStyle xmlns:a="http://schemas.openxmlformats.org/drawingml/2006/main"/>
          <a:p xmlns:a="http://schemas.openxmlformats.org/drawingml/2006/main">
            <a:pPr algn="l">
              <a:buNone/>
              <a:defRPr sz="1013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CommonEvent 负责传递事实，不负责 policy / rule rollback</a:t>
            </a:r>
          </a:p>
        </p:txBody>
      </p:sp>
      <p:sp>
        <p:nvSpPr>
          <p:cNvPr id="93" name="layer-accent-0">
            <a:extLst xmlns:a="http://schemas.openxmlformats.org/drawingml/2006/main">
              <a:ext uri="{FF2B5EF4-FFF2-40B4-BE49-F238E27FC236}">
                <a16:creationId xmlns:a16="http://schemas.microsoft.com/office/drawing/2014/main" id="{C4D02609-394E-4CD4-B67E-CEDC234B4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924050"/>
            <a:ext cx="666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pic>
        <p:nvPicPr>
          <p:cNvPr id="18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df288119e649c3"/>
          <a:stretch xmlns:a="http://schemas.openxmlformats.org/drawingml/2006/main"/>
        </p:blipFill>
        <p:spPr>
          <a:xfrm xmlns:a="http://schemas.openxmlformats.org/drawingml/2006/main">
            <a:off x="4114800" y="216217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95" name="layer-title-0">
            <a:extLst xmlns:a="http://schemas.openxmlformats.org/drawingml/2006/main">
              <a:ext uri="{FF2B5EF4-FFF2-40B4-BE49-F238E27FC236}">
                <a16:creationId xmlns:a16="http://schemas.microsoft.com/office/drawing/2014/main" id="{73692C3D-C3CC-44D2-8B66-24EA0321E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0574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13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L1 Extension</a:t>
            </a:r>
          </a:p>
        </p:txBody>
      </p:sp>
      <p:sp>
        <p:nvSpPr>
          <p:cNvPr id="96" name="layer-body-0">
            <a:extLst xmlns:a="http://schemas.openxmlformats.org/drawingml/2006/main">
              <a:ext uri="{FF2B5EF4-FFF2-40B4-BE49-F238E27FC236}">
                <a16:creationId xmlns:a16="http://schemas.microsoft.com/office/drawing/2014/main" id="{6270DFAF-8692-4203-B7DA-F946DA138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371725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6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接收账号变化事件</a:t>
            </a:r>
          </a:p>
        </p:txBody>
      </p:sp>
      <p:sp>
        <p:nvSpPr>
          <p:cNvPr id="97" name="layer-accent-1">
            <a:extLst xmlns:a="http://schemas.openxmlformats.org/drawingml/2006/main">
              <a:ext uri="{FF2B5EF4-FFF2-40B4-BE49-F238E27FC236}">
                <a16:creationId xmlns:a16="http://schemas.microsoft.com/office/drawing/2014/main" id="{38476F31-F954-4946-9E80-79FC850AF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914650"/>
            <a:ext cx="666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AB"/>
          </a:solidFill>
          <a:ln xmlns:a="http://schemas.openxmlformats.org/drawingml/2006/main" w="0">
            <a:solidFill>
              <a:srgbClr val="2F6FAB"/>
            </a:solidFill>
            <a:prstDash val="solid"/>
          </a:ln>
        </p:spPr>
      </p:sp>
      <p:pic>
        <p:nvPicPr>
          <p:cNvPr id="18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ed8188254b4669"/>
          <a:stretch xmlns:a="http://schemas.openxmlformats.org/drawingml/2006/main"/>
        </p:blipFill>
        <p:spPr>
          <a:xfrm xmlns:a="http://schemas.openxmlformats.org/drawingml/2006/main">
            <a:off x="4114800" y="315277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99" name="layer-title-1">
            <a:extLst xmlns:a="http://schemas.openxmlformats.org/drawingml/2006/main">
              <a:ext uri="{FF2B5EF4-FFF2-40B4-BE49-F238E27FC236}">
                <a16:creationId xmlns:a16="http://schemas.microsoft.com/office/drawing/2014/main" id="{0758B4E0-34DD-4B59-B36F-42AE8019E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0480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13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L2 Coordinator</a:t>
            </a:r>
          </a:p>
        </p:txBody>
      </p:sp>
      <p:sp>
        <p:nvSpPr>
          <p:cNvPr id="100" name="layer-body-1">
            <a:extLst xmlns:a="http://schemas.openxmlformats.org/drawingml/2006/main">
              <a:ext uri="{FF2B5EF4-FFF2-40B4-BE49-F238E27FC236}">
                <a16:creationId xmlns:a16="http://schemas.microsoft.com/office/drawing/2014/main" id="{F16FC356-915C-4ACE-B046-75DBA07A5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362325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6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读取稳定快照并调度</a:t>
            </a:r>
          </a:p>
        </p:txBody>
      </p:sp>
      <p:sp>
        <p:nvSpPr>
          <p:cNvPr id="101" name="layer-accent-2">
            <a:extLst xmlns:a="http://schemas.openxmlformats.org/drawingml/2006/main">
              <a:ext uri="{FF2B5EF4-FFF2-40B4-BE49-F238E27FC236}">
                <a16:creationId xmlns:a16="http://schemas.microsoft.com/office/drawing/2014/main" id="{2A7A9663-4C9B-419A-9A7A-30A2B696B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905250"/>
            <a:ext cx="666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45C7"/>
          </a:solidFill>
          <a:ln xmlns:a="http://schemas.openxmlformats.org/drawingml/2006/main" w="0">
            <a:solidFill>
              <a:srgbClr val="6D45C7"/>
            </a:solidFill>
            <a:prstDash val="solid"/>
          </a:ln>
        </p:spPr>
      </p:sp>
      <p:pic>
        <p:nvPicPr>
          <p:cNvPr id="18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b8ff3d685f44c3"/>
          <a:stretch xmlns:a="http://schemas.openxmlformats.org/drawingml/2006/main"/>
        </p:blipFill>
        <p:spPr>
          <a:xfrm xmlns:a="http://schemas.openxmlformats.org/drawingml/2006/main">
            <a:off x="4114800" y="414337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103" name="layer-title-2">
            <a:extLst xmlns:a="http://schemas.openxmlformats.org/drawingml/2006/main">
              <a:ext uri="{FF2B5EF4-FFF2-40B4-BE49-F238E27FC236}">
                <a16:creationId xmlns:a16="http://schemas.microsoft.com/office/drawing/2014/main" id="{1C142090-7102-4B20-A7AD-E8F3342F1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0386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13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L3 Handler</a:t>
            </a:r>
          </a:p>
        </p:txBody>
      </p:sp>
      <p:sp>
        <p:nvSpPr>
          <p:cNvPr id="104" name="layer-body-2">
            <a:extLst xmlns:a="http://schemas.openxmlformats.org/drawingml/2006/main">
              <a:ext uri="{FF2B5EF4-FFF2-40B4-BE49-F238E27FC236}">
                <a16:creationId xmlns:a16="http://schemas.microsoft.com/office/drawing/2014/main" id="{9AB0736D-B741-4F78-9B35-544802619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352925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6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reconcile、补偿与提交</a:t>
            </a:r>
          </a:p>
        </p:txBody>
      </p:sp>
      <p:sp>
        <p:nvSpPr>
          <p:cNvPr id="105" name="layer-accent-3">
            <a:extLst xmlns:a="http://schemas.openxmlformats.org/drawingml/2006/main">
              <a:ext uri="{FF2B5EF4-FFF2-40B4-BE49-F238E27FC236}">
                <a16:creationId xmlns:a16="http://schemas.microsoft.com/office/drawing/2014/main" id="{7B9EE8B6-61C7-4632-96AD-9023E988A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895850"/>
            <a:ext cx="666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F5B"/>
          </a:solidFill>
          <a:ln xmlns:a="http://schemas.openxmlformats.org/drawingml/2006/main" w="0">
            <a:solidFill>
              <a:srgbClr val="2F8F5B"/>
            </a:solidFill>
            <a:prstDash val="solid"/>
          </a:ln>
        </p:spPr>
      </p:sp>
      <p:pic>
        <p:nvPicPr>
          <p:cNvPr id="19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07b1db35c2445d"/>
          <a:stretch xmlns:a="http://schemas.openxmlformats.org/drawingml/2006/main"/>
        </p:blipFill>
        <p:spPr>
          <a:xfrm xmlns:a="http://schemas.openxmlformats.org/drawingml/2006/main">
            <a:off x="4114800" y="513397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107" name="layer-title-3">
            <a:extLst xmlns:a="http://schemas.openxmlformats.org/drawingml/2006/main">
              <a:ext uri="{FF2B5EF4-FFF2-40B4-BE49-F238E27FC236}">
                <a16:creationId xmlns:a16="http://schemas.microsoft.com/office/drawing/2014/main" id="{88A99DE1-E22D-4207-AACB-C8BC242AE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50292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13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L4 UIAbility</a:t>
            </a:r>
          </a:p>
        </p:txBody>
      </p:sp>
      <p:sp>
        <p:nvSpPr>
          <p:cNvPr id="108" name="layer-body-3">
            <a:extLst xmlns:a="http://schemas.openxmlformats.org/drawingml/2006/main">
              <a:ext uri="{FF2B5EF4-FFF2-40B4-BE49-F238E27FC236}">
                <a16:creationId xmlns:a16="http://schemas.microsoft.com/office/drawing/2014/main" id="{BA330E66-C90C-4840-B93B-A552E2455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5343525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6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跨进程消费事实并刷新</a:t>
            </a:r>
          </a:p>
        </p:txBody>
      </p:sp>
      <p:sp>
        <p:nvSpPr>
          <p:cNvPr id="109" name="chip-bg-0">
            <a:extLst xmlns:a="http://schemas.openxmlformats.org/drawingml/2006/main">
              <a:ext uri="{FF2B5EF4-FFF2-40B4-BE49-F238E27FC236}">
                <a16:creationId xmlns:a16="http://schemas.microsoft.com/office/drawing/2014/main" id="{71D48416-ED97-466F-982F-A938B7CCD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6172200"/>
            <a:ext cx="1104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EC"/>
          </a:solidFill>
          <a:ln xmlns:a="http://schemas.openxmlformats.org/drawingml/2006/main" w="0">
            <a:solidFill>
              <a:srgbClr val="FBEAEC"/>
            </a:solidFill>
            <a:prstDash val="solid"/>
          </a:ln>
        </p:spPr>
      </p:sp>
      <p:sp>
        <p:nvSpPr>
          <p:cNvPr id="110" name="chip-text-0">
            <a:extLst xmlns:a="http://schemas.openxmlformats.org/drawingml/2006/main">
              <a:ext uri="{FF2B5EF4-FFF2-40B4-BE49-F238E27FC236}">
                <a16:creationId xmlns:a16="http://schemas.microsoft.com/office/drawing/2014/main" id="{82123FD4-7C58-402C-AF80-432A473B2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191250"/>
            <a:ext cx="990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1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事件接收</a:t>
            </a:r>
          </a:p>
        </p:txBody>
      </p:sp>
      <p:sp>
        <p:nvSpPr>
          <p:cNvPr id="111" name="chip-bg-1">
            <a:extLst xmlns:a="http://schemas.openxmlformats.org/drawingml/2006/main">
              <a:ext uri="{FF2B5EF4-FFF2-40B4-BE49-F238E27FC236}">
                <a16:creationId xmlns:a16="http://schemas.microsoft.com/office/drawing/2014/main" id="{E0EB52C1-7F9C-4EE5-9820-1E0467F6C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6172200"/>
            <a:ext cx="1104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B"/>
          </a:solidFill>
          <a:ln xmlns:a="http://schemas.openxmlformats.org/drawingml/2006/main" w="0">
            <a:solidFill>
              <a:srgbClr val="EAF2FB"/>
            </a:solidFill>
            <a:prstDash val="solid"/>
          </a:ln>
        </p:spPr>
      </p:sp>
      <p:sp>
        <p:nvSpPr>
          <p:cNvPr id="112" name="chip-text-1">
            <a:extLst xmlns:a="http://schemas.openxmlformats.org/drawingml/2006/main">
              <a:ext uri="{FF2B5EF4-FFF2-40B4-BE49-F238E27FC236}">
                <a16:creationId xmlns:a16="http://schemas.microsoft.com/office/drawing/2014/main" id="{59CCB1FF-670F-4D97-8118-28C74FF03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6191250"/>
            <a:ext cx="990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1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rPr>
              <a:t>稳定快照</a:t>
            </a:r>
          </a:p>
        </p:txBody>
      </p:sp>
      <p:sp>
        <p:nvSpPr>
          <p:cNvPr id="113" name="chip-bg-2">
            <a:extLst xmlns:a="http://schemas.openxmlformats.org/drawingml/2006/main">
              <a:ext uri="{FF2B5EF4-FFF2-40B4-BE49-F238E27FC236}">
                <a16:creationId xmlns:a16="http://schemas.microsoft.com/office/drawing/2014/main" id="{A060C2F7-7655-4EAB-891A-4CEF2DE5E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6172200"/>
            <a:ext cx="1104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FA"/>
          </a:solidFill>
          <a:ln xmlns:a="http://schemas.openxmlformats.org/drawingml/2006/main" w="0">
            <a:solidFill>
              <a:srgbClr val="F1ECFA"/>
            </a:solidFill>
            <a:prstDash val="solid"/>
          </a:ln>
        </p:spPr>
      </p:sp>
      <p:sp>
        <p:nvSpPr>
          <p:cNvPr id="114" name="chip-text-2">
            <a:extLst xmlns:a="http://schemas.openxmlformats.org/drawingml/2006/main">
              <a:ext uri="{FF2B5EF4-FFF2-40B4-BE49-F238E27FC236}">
                <a16:creationId xmlns:a16="http://schemas.microsoft.com/office/drawing/2014/main" id="{5961A5BA-B64A-460E-86DF-8B93DD2D6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6191250"/>
            <a:ext cx="990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1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>业务事务</a:t>
            </a:r>
          </a:p>
        </p:txBody>
      </p:sp>
      <p:sp>
        <p:nvSpPr>
          <p:cNvPr id="115" name="chip-bg-3">
            <a:extLst xmlns:a="http://schemas.openxmlformats.org/drawingml/2006/main">
              <a:ext uri="{FF2B5EF4-FFF2-40B4-BE49-F238E27FC236}">
                <a16:creationId xmlns:a16="http://schemas.microsoft.com/office/drawing/2014/main" id="{48CD9102-C72A-4AE6-A58C-D40684E4D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6172200"/>
            <a:ext cx="1104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EC"/>
          </a:solidFill>
          <a:ln xmlns:a="http://schemas.openxmlformats.org/drawingml/2006/main" w="0">
            <a:solidFill>
              <a:srgbClr val="FBEAEC"/>
            </a:solidFill>
            <a:prstDash val="solid"/>
          </a:ln>
        </p:spPr>
      </p:sp>
      <p:sp>
        <p:nvSpPr>
          <p:cNvPr id="116" name="chip-text-3">
            <a:extLst xmlns:a="http://schemas.openxmlformats.org/drawingml/2006/main">
              <a:ext uri="{FF2B5EF4-FFF2-40B4-BE49-F238E27FC236}">
                <a16:creationId xmlns:a16="http://schemas.microsoft.com/office/drawing/2014/main" id="{57E1BF08-1076-41DF-BD9B-B932FDFC1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6191250"/>
            <a:ext cx="990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1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事实发布</a:t>
            </a:r>
          </a:p>
        </p:txBody>
      </p:sp>
      <p:sp>
        <p:nvSpPr>
          <p:cNvPr id="117" name="chip-bg-4">
            <a:extLst xmlns:a="http://schemas.openxmlformats.org/drawingml/2006/main">
              <a:ext uri="{FF2B5EF4-FFF2-40B4-BE49-F238E27FC236}">
                <a16:creationId xmlns:a16="http://schemas.microsoft.com/office/drawing/2014/main" id="{BF04FEDE-110C-425C-9C36-536012F08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6172200"/>
            <a:ext cx="1104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E"/>
          </a:solidFill>
          <a:ln xmlns:a="http://schemas.openxmlformats.org/drawingml/2006/main" w="0">
            <a:solidFill>
              <a:srgbClr val="EAF5EE"/>
            </a:solidFill>
            <a:prstDash val="solid"/>
          </a:ln>
        </p:spPr>
      </p:sp>
      <p:sp>
        <p:nvSpPr>
          <p:cNvPr id="118" name="chip-text-4">
            <a:extLst xmlns:a="http://schemas.openxmlformats.org/drawingml/2006/main">
              <a:ext uri="{FF2B5EF4-FFF2-40B4-BE49-F238E27FC236}">
                <a16:creationId xmlns:a16="http://schemas.microsoft.com/office/drawing/2014/main" id="{5A5ADC84-38AC-4FBC-95CC-E2E737B1B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6191250"/>
            <a:ext cx="990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10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rPr>
              <a:t>页面刷新</a:t>
            </a:r>
          </a:p>
        </p:txBody>
      </p:sp>
      <p:sp>
        <p:nvSpPr>
          <p:cNvPr id="119" name="chip-bg-5">
            <a:extLst xmlns:a="http://schemas.openxmlformats.org/drawingml/2006/main">
              <a:ext uri="{FF2B5EF4-FFF2-40B4-BE49-F238E27FC236}">
                <a16:creationId xmlns:a16="http://schemas.microsoft.com/office/drawing/2014/main" id="{731D3DC7-788F-4FCD-87FB-859D9D9F2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6172200"/>
            <a:ext cx="1104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FA"/>
          </a:solidFill>
          <a:ln xmlns:a="http://schemas.openxmlformats.org/drawingml/2006/main" w="0">
            <a:solidFill>
              <a:srgbClr val="F1ECFA"/>
            </a:solidFill>
            <a:prstDash val="solid"/>
          </a:ln>
        </p:spPr>
      </p:sp>
      <p:sp>
        <p:nvSpPr>
          <p:cNvPr id="120" name="chip-text-5">
            <a:extLst xmlns:a="http://schemas.openxmlformats.org/drawingml/2006/main">
              <a:ext uri="{FF2B5EF4-FFF2-40B4-BE49-F238E27FC236}">
                <a16:creationId xmlns:a16="http://schemas.microsoft.com/office/drawing/2014/main" id="{08648007-8237-4261-9844-2F0380139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191250"/>
            <a:ext cx="990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1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>并发边界</a:t>
            </a:r>
          </a:p>
        </p:txBody>
      </p:sp>
      <p:pic>
        <p:nvPicPr>
          <p:cNvPr id="20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ad2aeddc094fb8"/>
          <a:stretch xmlns:a="http://schemas.openxmlformats.org/drawingml/2006/main"/>
        </p:blipFill>
        <p:spPr>
          <a:xfrm xmlns:a="http://schemas.openxmlformats.org/drawingml/2006/main">
            <a:off x="10382250" y="268813"/>
            <a:ext cx="952500" cy="2148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980598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9937CBA2-7E4F-43F3-9EBA-CFD6BD1B5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38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rPr>
              <a:t>12 · 第二幕｜规格 → 可执行任务</a:t>
            </a:r>
          </a:p>
        </p:txBody>
      </p:sp>
      <p:sp>
        <p:nvSpPr>
          <p:cNvPr id="5" name="team-name">
            <a:extLst xmlns:a="http://schemas.openxmlformats.org/drawingml/2006/main">
              <a:ext uri="{FF2B5EF4-FFF2-40B4-BE49-F238E27FC236}">
                <a16:creationId xmlns:a16="http://schemas.microsoft.com/office/drawing/2014/main" id="{DF70FBB6-5F6E-4537-9090-0CBE67318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6" name="business-direction">
            <a:extLst xmlns:a="http://schemas.openxmlformats.org/drawingml/2006/main">
              <a:ext uri="{FF2B5EF4-FFF2-40B4-BE49-F238E27FC236}">
                <a16:creationId xmlns:a16="http://schemas.microsoft.com/office/drawing/2014/main" id="{264209F6-E82F-4B7F-97F5-9E0C8215D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" name="storyline-lead">
            <a:extLst xmlns:a="http://schemas.openxmlformats.org/drawingml/2006/main">
              <a:ext uri="{FF2B5EF4-FFF2-40B4-BE49-F238E27FC236}">
                <a16:creationId xmlns:a16="http://schemas.microsoft.com/office/drawing/2014/main" id="{513D4A51-8337-4FB4-B56E-8172C046E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8" name="storyline-outcome">
            <a:extLst xmlns:a="http://schemas.openxmlformats.org/drawingml/2006/main">
              <a:ext uri="{FF2B5EF4-FFF2-40B4-BE49-F238E27FC236}">
                <a16:creationId xmlns:a16="http://schemas.microsoft.com/office/drawing/2014/main" id="{BB1932BF-7915-4685-850E-EE30D779E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9" name="origin-story">
            <a:extLst xmlns:a="http://schemas.openxmlformats.org/drawingml/2006/main">
              <a:ext uri="{FF2B5EF4-FFF2-40B4-BE49-F238E27FC236}">
                <a16:creationId xmlns:a16="http://schemas.microsoft.com/office/drawing/2014/main" id="{4F383126-75F9-4A95-9DFA-12133DB4A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1104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210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一行追踪关系，限制 AI 只改必要边界</a:t>
            </a:r>
          </a:p>
        </p:txBody>
      </p:sp>
      <p:sp>
        <p:nvSpPr>
          <p:cNvPr id="10" name="capability-label">
            <a:extLst xmlns:a="http://schemas.openxmlformats.org/drawingml/2006/main">
              <a:ext uri="{FF2B5EF4-FFF2-40B4-BE49-F238E27FC236}">
                <a16:creationId xmlns:a16="http://schemas.microsoft.com/office/drawing/2014/main" id="{6618DDA6-5320-4544-A67A-4138E5DF0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9115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SLIDE 12 · WORKSHOP</a:t>
            </a:r>
          </a:p>
        </p:txBody>
      </p:sp>
      <p:sp>
        <p:nvSpPr>
          <p:cNvPr id="12" name="capability-goal-text">
            <a:extLst xmlns:a="http://schemas.openxmlformats.org/drawingml/2006/main">
              <a:ext uri="{FF2B5EF4-FFF2-40B4-BE49-F238E27FC236}">
                <a16:creationId xmlns:a16="http://schemas.microsoft.com/office/drawing/2014/main" id="{A9BB6ADF-6F5A-486E-9828-9BB90056D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4" name="capability-tech-text">
            <a:extLst xmlns:a="http://schemas.openxmlformats.org/drawingml/2006/main">
              <a:ext uri="{FF2B5EF4-FFF2-40B4-BE49-F238E27FC236}">
                <a16:creationId xmlns:a16="http://schemas.microsoft.com/office/drawing/2014/main" id="{A789BA83-BEE2-4D60-80BC-6239BCAB3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6" name="capability-collaboration-text">
            <a:extLst xmlns:a="http://schemas.openxmlformats.org/drawingml/2006/main">
              <a:ext uri="{FF2B5EF4-FFF2-40B4-BE49-F238E27FC236}">
                <a16:creationId xmlns:a16="http://schemas.microsoft.com/office/drawing/2014/main" id="{D085A46E-BB95-4E44-A140-3211DC950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8" name="capability-cohesion-text">
            <a:extLst xmlns:a="http://schemas.openxmlformats.org/drawingml/2006/main">
              <a:ext uri="{FF2B5EF4-FFF2-40B4-BE49-F238E27FC236}">
                <a16:creationId xmlns:a16="http://schemas.microsoft.com/office/drawing/2014/main" id="{31E7FE61-7CF7-4BF1-B351-6E8BC2ABB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21" name="journey-top-rule">
            <a:extLst xmlns:a="http://schemas.openxmlformats.org/drawingml/2006/main">
              <a:ext uri="{FF2B5EF4-FFF2-40B4-BE49-F238E27FC236}">
                <a16:creationId xmlns:a16="http://schemas.microsoft.com/office/drawing/2014/main" id="{3F7D1C62-8DF5-4E48-9864-9C17DDEE1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2" name="journey-label">
            <a:extLst xmlns:a="http://schemas.openxmlformats.org/drawingml/2006/main">
              <a:ext uri="{FF2B5EF4-FFF2-40B4-BE49-F238E27FC236}">
                <a16:creationId xmlns:a16="http://schemas.microsoft.com/office/drawing/2014/main" id="{8E7E41EF-B0E6-4678-B07F-0EBF826CF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需求、设计、实现锚点和验证证据必须连成一行，否则任务边界无法审计。</a:t>
            </a:r>
          </a:p>
        </p:txBody>
      </p:sp>
      <p:sp>
        <p:nvSpPr>
          <p:cNvPr id="26" name="stage-01-number">
            <a:extLst xmlns:a="http://schemas.openxmlformats.org/drawingml/2006/main">
              <a:ext uri="{FF2B5EF4-FFF2-40B4-BE49-F238E27FC236}">
                <a16:creationId xmlns:a16="http://schemas.microsoft.com/office/drawing/2014/main" id="{4225D723-AF17-46CE-8F57-EF6385A30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27" name="stage-01-title">
            <a:extLst xmlns:a="http://schemas.openxmlformats.org/drawingml/2006/main">
              <a:ext uri="{FF2B5EF4-FFF2-40B4-BE49-F238E27FC236}">
                <a16:creationId xmlns:a16="http://schemas.microsoft.com/office/drawing/2014/main" id="{A080687F-349A-4D96-8B9B-B15D9284C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28" name="stage-01-body">
            <a:extLst xmlns:a="http://schemas.openxmlformats.org/drawingml/2006/main">
              <a:ext uri="{FF2B5EF4-FFF2-40B4-BE49-F238E27FC236}">
                <a16:creationId xmlns:a16="http://schemas.microsoft.com/office/drawing/2014/main" id="{35DB16DD-F51B-49F2-B81F-24E50A16B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36" name="stage-03-number">
            <a:extLst xmlns:a="http://schemas.openxmlformats.org/drawingml/2006/main">
              <a:ext uri="{FF2B5EF4-FFF2-40B4-BE49-F238E27FC236}">
                <a16:creationId xmlns:a16="http://schemas.microsoft.com/office/drawing/2014/main" id="{C0286EEE-76D7-4C3D-959B-C1A40C2DE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37" name="stage-03-title">
            <a:extLst xmlns:a="http://schemas.openxmlformats.org/drawingml/2006/main">
              <a:ext uri="{FF2B5EF4-FFF2-40B4-BE49-F238E27FC236}">
                <a16:creationId xmlns:a16="http://schemas.microsoft.com/office/drawing/2014/main" id="{B27EC97C-4E04-4513-B0CF-9ED410CD8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38" name="stage-03-body">
            <a:extLst xmlns:a="http://schemas.openxmlformats.org/drawingml/2006/main">
              <a:ext uri="{FF2B5EF4-FFF2-40B4-BE49-F238E27FC236}">
                <a16:creationId xmlns:a16="http://schemas.microsoft.com/office/drawing/2014/main" id="{9E912F49-5FAE-4B6A-9826-0EE1EFB7F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46" name="stage-05-number">
            <a:extLst xmlns:a="http://schemas.openxmlformats.org/drawingml/2006/main">
              <a:ext uri="{FF2B5EF4-FFF2-40B4-BE49-F238E27FC236}">
                <a16:creationId xmlns:a16="http://schemas.microsoft.com/office/drawing/2014/main" id="{AA36F8DB-73A8-47E8-A962-56FE8DE85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47" name="stage-05-title">
            <a:extLst xmlns:a="http://schemas.openxmlformats.org/drawingml/2006/main">
              <a:ext uri="{FF2B5EF4-FFF2-40B4-BE49-F238E27FC236}">
                <a16:creationId xmlns:a16="http://schemas.microsoft.com/office/drawing/2014/main" id="{E55E05DE-AFC6-4422-9A2F-AD9E27F89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48" name="stage-05-body">
            <a:extLst xmlns:a="http://schemas.openxmlformats.org/drawingml/2006/main">
              <a:ext uri="{FF2B5EF4-FFF2-40B4-BE49-F238E27FC236}">
                <a16:creationId xmlns:a16="http://schemas.microsoft.com/office/drawing/2014/main" id="{F938BB63-05FA-4699-B9B6-45CD5A0C9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0" name="rail-flow-label">
            <a:extLst xmlns:a="http://schemas.openxmlformats.org/drawingml/2006/main">
              <a:ext uri="{FF2B5EF4-FFF2-40B4-BE49-F238E27FC236}">
                <a16:creationId xmlns:a16="http://schemas.microsoft.com/office/drawing/2014/main" id="{FF5EAC43-B84B-4541-B2F4-61336FAA9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8585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858585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1" name="rail-flow-line">
            <a:extLst xmlns:a="http://schemas.openxmlformats.org/drawingml/2006/main">
              <a:ext uri="{FF2B5EF4-FFF2-40B4-BE49-F238E27FC236}">
                <a16:creationId xmlns:a16="http://schemas.microsoft.com/office/drawing/2014/main" id="{AF9A8871-2B22-4386-A390-72752FB38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3" name="rail-flow-idea-label">
            <a:extLst xmlns:a="http://schemas.openxmlformats.org/drawingml/2006/main">
              <a:ext uri="{FF2B5EF4-FFF2-40B4-BE49-F238E27FC236}">
                <a16:creationId xmlns:a16="http://schemas.microsoft.com/office/drawing/2014/main" id="{72E1E745-7177-4B95-A3C2-46F9EE067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5" name="rail-flow-attack-label">
            <a:extLst xmlns:a="http://schemas.openxmlformats.org/drawingml/2006/main">
              <a:ext uri="{FF2B5EF4-FFF2-40B4-BE49-F238E27FC236}">
                <a16:creationId xmlns:a16="http://schemas.microsoft.com/office/drawing/2014/main" id="{1CD5E551-A644-4209-8B85-C43D55DAD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7" name="rail-flow-delivery-label">
            <a:extLst xmlns:a="http://schemas.openxmlformats.org/drawingml/2006/main">
              <a:ext uri="{FF2B5EF4-FFF2-40B4-BE49-F238E27FC236}">
                <a16:creationId xmlns:a16="http://schemas.microsoft.com/office/drawing/2014/main" id="{41242F25-AB1D-4FEC-AA44-0C6A2FA72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8" name="rail-result-box">
            <a:extLst xmlns:a="http://schemas.openxmlformats.org/drawingml/2006/main">
              <a:ext uri="{FF2B5EF4-FFF2-40B4-BE49-F238E27FC236}">
                <a16:creationId xmlns:a16="http://schemas.microsoft.com/office/drawing/2014/main" id="{F7117D08-254C-4F26-B6DD-8B03EB047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0" name="rail-result-text">
            <a:extLst xmlns:a="http://schemas.openxmlformats.org/drawingml/2006/main">
              <a:ext uri="{FF2B5EF4-FFF2-40B4-BE49-F238E27FC236}">
                <a16:creationId xmlns:a16="http://schemas.microsoft.com/office/drawing/2014/main" id="{34A8EF6F-28E9-4F9F-8CFD-1BF6F2603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63" b="1">
                <a:solidFill>
                  <a:srgbClr val="9C000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9C000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61" name="grid-top-rule">
            <a:extLst xmlns:a="http://schemas.openxmlformats.org/drawingml/2006/main">
              <a:ext uri="{FF2B5EF4-FFF2-40B4-BE49-F238E27FC236}">
                <a16:creationId xmlns:a16="http://schemas.microsoft.com/office/drawing/2014/main" id="{0F39FBDF-9E3B-4D49-B005-6B5B93FED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2" name="grid-middle-rule">
            <a:extLst xmlns:a="http://schemas.openxmlformats.org/drawingml/2006/main">
              <a:ext uri="{FF2B5EF4-FFF2-40B4-BE49-F238E27FC236}">
                <a16:creationId xmlns:a16="http://schemas.microsoft.com/office/drawing/2014/main" id="{BBC7B45A-19EF-4696-97BA-CE5C123E4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3" name="grid-vertical-rule">
            <a:extLst xmlns:a="http://schemas.openxmlformats.org/drawingml/2006/main">
              <a:ext uri="{FF2B5EF4-FFF2-40B4-BE49-F238E27FC236}">
                <a16:creationId xmlns:a16="http://schemas.microsoft.com/office/drawing/2014/main" id="{9513784B-DF55-42B5-ACF2-4EF87CE54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4" name="capability-top-rule">
            <a:extLst xmlns:a="http://schemas.openxmlformats.org/drawingml/2006/main">
              <a:ext uri="{FF2B5EF4-FFF2-40B4-BE49-F238E27FC236}">
                <a16:creationId xmlns:a16="http://schemas.microsoft.com/office/drawing/2014/main" id="{9013330B-53F2-4C98-B459-B7BC45073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5" name="module-01-icon-background">
            <a:extLst xmlns:a="http://schemas.openxmlformats.org/drawingml/2006/main">
              <a:ext uri="{FF2B5EF4-FFF2-40B4-BE49-F238E27FC236}">
                <a16:creationId xmlns:a16="http://schemas.microsoft.com/office/drawing/2014/main" id="{6BB7565D-24EF-47D6-BBB0-E18B6DE76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24050"/>
            <a:ext cx="4762500" cy="3124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B"/>
          </a:solidFill>
          <a:ln xmlns:a="http://schemas.openxmlformats.org/drawingml/2006/main" w="0">
            <a:solidFill>
              <a:srgbClr val="EAF2FB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7" name="module-02-icon-background">
            <a:extLst xmlns:a="http://schemas.openxmlformats.org/drawingml/2006/main">
              <a:ext uri="{FF2B5EF4-FFF2-40B4-BE49-F238E27FC236}">
                <a16:creationId xmlns:a16="http://schemas.microsoft.com/office/drawing/2014/main" id="{80C31D3C-F758-4BBC-A10E-E9C339D14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24050"/>
            <a:ext cx="4762500" cy="3124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FA"/>
          </a:solidFill>
          <a:ln xmlns:a="http://schemas.openxmlformats.org/drawingml/2006/main" w="0">
            <a:solidFill>
              <a:srgbClr val="F1ECF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9" name="module-03-icon-background">
            <a:extLst xmlns:a="http://schemas.openxmlformats.org/drawingml/2006/main">
              <a:ext uri="{FF2B5EF4-FFF2-40B4-BE49-F238E27FC236}">
                <a16:creationId xmlns:a16="http://schemas.microsoft.com/office/drawing/2014/main" id="{78E97F08-D68A-43EC-A2D0-7C3051E07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1" name="module-04-icon-background">
            <a:extLst xmlns:a="http://schemas.openxmlformats.org/drawingml/2006/main">
              <a:ext uri="{FF2B5EF4-FFF2-40B4-BE49-F238E27FC236}">
                <a16:creationId xmlns:a16="http://schemas.microsoft.com/office/drawing/2014/main" id="{C303905D-0287-4B86-92D4-33F0EB3B9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3" name="module-04-number">
            <a:extLst xmlns:a="http://schemas.openxmlformats.org/drawingml/2006/main">
              <a:ext uri="{FF2B5EF4-FFF2-40B4-BE49-F238E27FC236}">
                <a16:creationId xmlns:a16="http://schemas.microsoft.com/office/drawing/2014/main" id="{644EFF2E-DC9B-4D41-84F4-10582B446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4" name="module-04-title">
            <a:extLst xmlns:a="http://schemas.openxmlformats.org/drawingml/2006/main">
              <a:ext uri="{FF2B5EF4-FFF2-40B4-BE49-F238E27FC236}">
                <a16:creationId xmlns:a16="http://schemas.microsoft.com/office/drawing/2014/main" id="{9C3B8801-0886-4C35-A421-9571B2595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5" name="module-04-body">
            <a:extLst xmlns:a="http://schemas.openxmlformats.org/drawingml/2006/main">
              <a:ext uri="{FF2B5EF4-FFF2-40B4-BE49-F238E27FC236}">
                <a16:creationId xmlns:a16="http://schemas.microsoft.com/office/drawing/2014/main" id="{815AB31E-77DC-41EF-9FDD-2104B3529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6" name="capability-goal-icon-background">
            <a:extLst xmlns:a="http://schemas.openxmlformats.org/drawingml/2006/main">
              <a:ext uri="{FF2B5EF4-FFF2-40B4-BE49-F238E27FC236}">
                <a16:creationId xmlns:a16="http://schemas.microsoft.com/office/drawing/2014/main" id="{ACC8CF6A-83B8-4CA8-B500-7FCD1FE49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8" name="capability-tech-icon-background">
            <a:extLst xmlns:a="http://schemas.openxmlformats.org/drawingml/2006/main">
              <a:ext uri="{FF2B5EF4-FFF2-40B4-BE49-F238E27FC236}">
                <a16:creationId xmlns:a16="http://schemas.microsoft.com/office/drawing/2014/main" id="{1FBC427F-E57C-45DB-9CCE-FEBB0D899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0" name="capability-collaboration-icon-background">
            <a:extLst xmlns:a="http://schemas.openxmlformats.org/drawingml/2006/main">
              <a:ext uri="{FF2B5EF4-FFF2-40B4-BE49-F238E27FC236}">
                <a16:creationId xmlns:a16="http://schemas.microsoft.com/office/drawing/2014/main" id="{6E13DFB3-20F1-4890-9CA4-4556205A7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2" name="capability-cohesion-icon-background">
            <a:extLst xmlns:a="http://schemas.openxmlformats.org/drawingml/2006/main">
              <a:ext uri="{FF2B5EF4-FFF2-40B4-BE49-F238E27FC236}">
                <a16:creationId xmlns:a16="http://schemas.microsoft.com/office/drawing/2014/main" id="{6D6CB4E0-0BEB-4D63-8FF5-DCEBE4D95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4" name="competitiveness-result-box">
            <a:extLst xmlns:a="http://schemas.openxmlformats.org/drawingml/2006/main">
              <a:ext uri="{FF2B5EF4-FFF2-40B4-BE49-F238E27FC236}">
                <a16:creationId xmlns:a16="http://schemas.microsoft.com/office/drawing/2014/main" id="{F216EF67-2742-4E3A-81AE-9DA7A0133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6" name="competitiveness-result-text">
            <a:extLst xmlns:a="http://schemas.openxmlformats.org/drawingml/2006/main">
              <a:ext uri="{FF2B5EF4-FFF2-40B4-BE49-F238E27FC236}">
                <a16:creationId xmlns:a16="http://schemas.microsoft.com/office/drawing/2014/main" id="{5EF20348-951F-48D4-9F42-3FB89748A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276850"/>
            <a:ext cx="733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38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rPr>
              <a:t>追踪矩阵不是文档装饰，它决定下一轮 AI 可以碰哪里。</a:t>
            </a:r>
          </a:p>
        </p:txBody>
      </p:sp>
      <p:pic>
        <p:nvPicPr>
          <p:cNvPr id="20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3600adfa804b63"/>
          <a:stretch xmlns:a="http://schemas.openxmlformats.org/drawingml/2006/main"/>
        </p:blipFill>
        <p:spPr>
          <a:xfrm xmlns:a="http://schemas.openxmlformats.org/drawingml/2006/main">
            <a:off x="400050" y="257175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88" name="case-header-rule">
            <a:extLst xmlns:a="http://schemas.openxmlformats.org/drawingml/2006/main">
              <a:ext uri="{FF2B5EF4-FFF2-40B4-BE49-F238E27FC236}">
                <a16:creationId xmlns:a16="http://schemas.microsoft.com/office/drawing/2014/main" id="{BAC1EAF4-B798-4F81-B3D8-E711C771E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0020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7D7"/>
          </a:solidFill>
          <a:ln xmlns:a="http://schemas.openxmlformats.org/drawingml/2006/main" w="0">
            <a:solidFill>
              <a:srgbClr val="D7D7D7"/>
            </a:solidFill>
            <a:prstDash val="solid"/>
          </a:ln>
        </p:spPr>
      </p:sp>
      <p:pic>
        <p:nvPicPr>
          <p:cNvPr id="20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f9797621bf49a7"/>
          <a:stretch xmlns:a="http://schemas.openxmlformats.org/drawingml/2006/main"/>
        </p:blipFill>
        <p:spPr>
          <a:xfrm xmlns:a="http://schemas.openxmlformats.org/drawingml/2006/main">
            <a:off x="666750" y="2190750"/>
            <a:ext cx="438150" cy="438150"/>
          </a:xfrm>
          <a:prstGeom xmlns:a="http://schemas.openxmlformats.org/drawingml/2006/main" prst="rect">
            <a:avLst/>
          </a:prstGeom>
        </p:spPr>
      </p:pic>
      <p:pic>
        <p:nvPicPr>
          <p:cNvPr id="20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136259dd904149"/>
          <a:stretch xmlns:a="http://schemas.openxmlformats.org/drawingml/2006/main"/>
        </p:blipFill>
        <p:spPr>
          <a:xfrm xmlns:a="http://schemas.openxmlformats.org/drawingml/2006/main">
            <a:off x="6838950" y="2190750"/>
            <a:ext cx="438150" cy="438150"/>
          </a:xfrm>
          <a:prstGeom xmlns:a="http://schemas.openxmlformats.org/drawingml/2006/main" prst="rect">
            <a:avLst/>
          </a:prstGeom>
        </p:spPr>
      </p:pic>
      <p:sp>
        <p:nvSpPr>
          <p:cNvPr id="91" name="case-one-number">
            <a:extLst xmlns:a="http://schemas.openxmlformats.org/drawingml/2006/main">
              <a:ext uri="{FF2B5EF4-FFF2-40B4-BE49-F238E27FC236}">
                <a16:creationId xmlns:a16="http://schemas.microsoft.com/office/drawing/2014/main" id="{80F689AD-6F88-4A35-AE85-A26AC3B82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1526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rPr>
              <a:t>CASE 12</a:t>
            </a:r>
          </a:p>
        </p:txBody>
      </p:sp>
      <p:sp>
        <p:nvSpPr>
          <p:cNvPr id="92" name="case-two-number">
            <a:extLst xmlns:a="http://schemas.openxmlformats.org/drawingml/2006/main">
              <a:ext uri="{FF2B5EF4-FFF2-40B4-BE49-F238E27FC236}">
                <a16:creationId xmlns:a16="http://schemas.microsoft.com/office/drawing/2014/main" id="{0A6698CA-AC0B-41F4-85BA-082BCE6B8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1526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>CONTRAST</a:t>
            </a:r>
          </a:p>
        </p:txBody>
      </p:sp>
      <p:sp>
        <p:nvSpPr>
          <p:cNvPr id="93" name="case-one-title">
            <a:extLst xmlns:a="http://schemas.openxmlformats.org/drawingml/2006/main">
              <a:ext uri="{FF2B5EF4-FFF2-40B4-BE49-F238E27FC236}">
                <a16:creationId xmlns:a16="http://schemas.microsoft.com/office/drawing/2014/main" id="{EE710BA8-D19C-4963-AFB4-4F3C1F99D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3622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账号稳定快照</a:t>
            </a:r>
          </a:p>
        </p:txBody>
      </p:sp>
      <p:sp>
        <p:nvSpPr>
          <p:cNvPr id="94" name="case-two-title">
            <a:extLst xmlns:a="http://schemas.openxmlformats.org/drawingml/2006/main">
              <a:ext uri="{FF2B5EF4-FFF2-40B4-BE49-F238E27FC236}">
                <a16:creationId xmlns:a16="http://schemas.microsoft.com/office/drawing/2014/main" id="{318AF84A-C84B-43B2-BA7D-1800772BA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3622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事务与 identity</a:t>
            </a:r>
          </a:p>
        </p:txBody>
      </p:sp>
      <p:sp>
        <p:nvSpPr>
          <p:cNvPr id="95" name="case-one-method">
            <a:extLst xmlns:a="http://schemas.openxmlformats.org/drawingml/2006/main">
              <a:ext uri="{FF2B5EF4-FFF2-40B4-BE49-F238E27FC236}">
                <a16:creationId xmlns:a16="http://schemas.microsoft.com/office/drawing/2014/main" id="{D641B88F-BC38-42A3-A4BB-5C0A78563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rPr>
              <a:t>FR-ACC-001</a:t>
            </a:r>
          </a:p>
        </p:txBody>
      </p:sp>
      <p:sp>
        <p:nvSpPr>
          <p:cNvPr id="96" name="case-two-method">
            <a:extLst xmlns:a="http://schemas.openxmlformats.org/drawingml/2006/main">
              <a:ext uri="{FF2B5EF4-FFF2-40B4-BE49-F238E27FC236}">
                <a16:creationId xmlns:a16="http://schemas.microsoft.com/office/drawing/2014/main" id="{138671CA-C122-4895-8836-E45A6FC58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575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>FR-MODE-002 / FR-ID-001</a:t>
            </a:r>
          </a:p>
        </p:txBody>
      </p:sp>
      <p:sp>
        <p:nvSpPr>
          <p:cNvPr id="97" name="case-left-rule-0">
            <a:extLst xmlns:a="http://schemas.openxmlformats.org/drawingml/2006/main">
              <a:ext uri="{FF2B5EF4-FFF2-40B4-BE49-F238E27FC236}">
                <a16:creationId xmlns:a16="http://schemas.microsoft.com/office/drawing/2014/main" id="{A9E0F7F1-556E-496E-816D-C112F9654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813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98" name="case-right-rule-0">
            <a:extLst xmlns:a="http://schemas.openxmlformats.org/drawingml/2006/main">
              <a:ext uri="{FF2B5EF4-FFF2-40B4-BE49-F238E27FC236}">
                <a16:creationId xmlns:a16="http://schemas.microsoft.com/office/drawing/2014/main" id="{F698392D-CBD9-4BDB-A31B-B374CB008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1813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99" name="case-label-left-0">
            <a:extLst xmlns:a="http://schemas.openxmlformats.org/drawingml/2006/main">
              <a:ext uri="{FF2B5EF4-FFF2-40B4-BE49-F238E27FC236}">
                <a16:creationId xmlns:a16="http://schemas.microsoft.com/office/drawing/2014/main" id="{1AFF2D59-C41A-4DA2-B654-8554618F8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设计决定</a:t>
            </a:r>
          </a:p>
        </p:txBody>
      </p:sp>
      <p:sp>
        <p:nvSpPr>
          <p:cNvPr id="100" name="case-value-left-0">
            <a:extLst xmlns:a="http://schemas.openxmlformats.org/drawingml/2006/main">
              <a:ext uri="{FF2B5EF4-FFF2-40B4-BE49-F238E27FC236}">
                <a16:creationId xmlns:a16="http://schemas.microsoft.com/office/drawing/2014/main" id="{17B95C37-E670-4E76-804D-E304F37CD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2385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trigger 可见才有效</a:t>
            </a:r>
          </a:p>
        </p:txBody>
      </p:sp>
      <p:sp>
        <p:nvSpPr>
          <p:cNvPr id="101" name="case-label-right-0">
            <a:extLst xmlns:a="http://schemas.openxmlformats.org/drawingml/2006/main">
              <a:ext uri="{FF2B5EF4-FFF2-40B4-BE49-F238E27FC236}">
                <a16:creationId xmlns:a16="http://schemas.microsoft.com/office/drawing/2014/main" id="{18A46C20-C188-49D9-98C2-BA5F1F298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2385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设计决定</a:t>
            </a:r>
          </a:p>
        </p:txBody>
      </p:sp>
      <p:sp>
        <p:nvSpPr>
          <p:cNvPr id="102" name="case-value-right-0">
            <a:extLst xmlns:a="http://schemas.openxmlformats.org/drawingml/2006/main">
              <a:ext uri="{FF2B5EF4-FFF2-40B4-BE49-F238E27FC236}">
                <a16:creationId xmlns:a16="http://schemas.microsoft.com/office/drawing/2014/main" id="{7B7E08BA-BD87-441F-B3DB-2BCCF3B9A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2385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失败整体补偿</a:t>
            </a:r>
          </a:p>
        </p:txBody>
      </p:sp>
      <p:sp>
        <p:nvSpPr>
          <p:cNvPr id="103" name="case-left-rule-1">
            <a:extLst xmlns:a="http://schemas.openxmlformats.org/drawingml/2006/main">
              <a:ext uri="{FF2B5EF4-FFF2-40B4-BE49-F238E27FC236}">
                <a16:creationId xmlns:a16="http://schemas.microsoft.com/office/drawing/2014/main" id="{659D7CC2-4EC3-4F7C-BF89-3A07EE6C3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004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04" name="case-right-rule-1">
            <a:extLst xmlns:a="http://schemas.openxmlformats.org/drawingml/2006/main">
              <a:ext uri="{FF2B5EF4-FFF2-40B4-BE49-F238E27FC236}">
                <a16:creationId xmlns:a16="http://schemas.microsoft.com/office/drawing/2014/main" id="{B37D164D-5E44-46FA-ADF5-91601117C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6004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05" name="case-label-left-1">
            <a:extLst xmlns:a="http://schemas.openxmlformats.org/drawingml/2006/main">
              <a:ext uri="{FF2B5EF4-FFF2-40B4-BE49-F238E27FC236}">
                <a16:creationId xmlns:a16="http://schemas.microsoft.com/office/drawing/2014/main" id="{796BAB44-29A4-4469-8C56-2DD29EAB6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576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实现锚点</a:t>
            </a:r>
          </a:p>
        </p:txBody>
      </p:sp>
      <p:sp>
        <p:nvSpPr>
          <p:cNvPr id="106" name="case-value-left-1">
            <a:extLst xmlns:a="http://schemas.openxmlformats.org/drawingml/2006/main">
              <a:ext uri="{FF2B5EF4-FFF2-40B4-BE49-F238E27FC236}">
                <a16:creationId xmlns:a16="http://schemas.microsoft.com/office/drawing/2014/main" id="{E2585E34-D692-44BF-BE1E-7329CBA4B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576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loadStableSnapshot</a:t>
            </a:r>
          </a:p>
        </p:txBody>
      </p:sp>
      <p:sp>
        <p:nvSpPr>
          <p:cNvPr id="107" name="case-label-right-1">
            <a:extLst xmlns:a="http://schemas.openxmlformats.org/drawingml/2006/main">
              <a:ext uri="{FF2B5EF4-FFF2-40B4-BE49-F238E27FC236}">
                <a16:creationId xmlns:a16="http://schemas.microsoft.com/office/drawing/2014/main" id="{40591D54-6B8B-4336-9EA6-38AC4E705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6576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实现锚点</a:t>
            </a:r>
          </a:p>
        </p:txBody>
      </p:sp>
      <p:sp>
        <p:nvSpPr>
          <p:cNvPr id="108" name="case-value-right-1">
            <a:extLst xmlns:a="http://schemas.openxmlformats.org/drawingml/2006/main">
              <a:ext uri="{FF2B5EF4-FFF2-40B4-BE49-F238E27FC236}">
                <a16:creationId xmlns:a16="http://schemas.microsoft.com/office/drawing/2014/main" id="{3E0F325A-0686-4039-ACBE-35AD57BC2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6576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rollbackToSnapshot</a:t>
            </a:r>
          </a:p>
        </p:txBody>
      </p:sp>
      <p:sp>
        <p:nvSpPr>
          <p:cNvPr id="109" name="case-left-rule-2">
            <a:extLst xmlns:a="http://schemas.openxmlformats.org/drawingml/2006/main">
              <a:ext uri="{FF2B5EF4-FFF2-40B4-BE49-F238E27FC236}">
                <a16:creationId xmlns:a16="http://schemas.microsoft.com/office/drawing/2014/main" id="{B431DC1D-7996-47F7-B716-B4104C061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195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0" name="case-right-rule-2">
            <a:extLst xmlns:a="http://schemas.openxmlformats.org/drawingml/2006/main">
              <a:ext uri="{FF2B5EF4-FFF2-40B4-BE49-F238E27FC236}">
                <a16:creationId xmlns:a16="http://schemas.microsoft.com/office/drawing/2014/main" id="{8A9990CB-8F45-4A02-86D6-E10EE0E9F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0195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1" name="case-label-left-2">
            <a:extLst xmlns:a="http://schemas.openxmlformats.org/drawingml/2006/main">
              <a:ext uri="{FF2B5EF4-FFF2-40B4-BE49-F238E27FC236}">
                <a16:creationId xmlns:a16="http://schemas.microsoft.com/office/drawing/2014/main" id="{2BEDC775-5045-4471-AF1B-C0AD01484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767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RED / GREEN</a:t>
            </a:r>
          </a:p>
        </p:txBody>
      </p:sp>
      <p:sp>
        <p:nvSpPr>
          <p:cNvPr id="112" name="case-value-left-2">
            <a:extLst xmlns:a="http://schemas.openxmlformats.org/drawingml/2006/main">
              <a:ext uri="{FF2B5EF4-FFF2-40B4-BE49-F238E27FC236}">
                <a16:creationId xmlns:a16="http://schemas.microsoft.com/office/drawing/2014/main" id="{EA218FAD-D644-4FFB-BE95-C64F04C7F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767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retry log + handler 次数</a:t>
            </a:r>
          </a:p>
        </p:txBody>
      </p:sp>
      <p:sp>
        <p:nvSpPr>
          <p:cNvPr id="113" name="case-label-right-2">
            <a:extLst xmlns:a="http://schemas.openxmlformats.org/drawingml/2006/main">
              <a:ext uri="{FF2B5EF4-FFF2-40B4-BE49-F238E27FC236}">
                <a16:creationId xmlns:a16="http://schemas.microsoft.com/office/drawing/2014/main" id="{577C7B67-0F67-44A6-9DDD-559EFF9DC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0767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identity</a:t>
            </a:r>
          </a:p>
        </p:txBody>
      </p:sp>
      <p:sp>
        <p:nvSpPr>
          <p:cNvPr id="114" name="case-value-right-2">
            <a:extLst xmlns:a="http://schemas.openxmlformats.org/drawingml/2006/main">
              <a:ext uri="{FF2B5EF4-FFF2-40B4-BE49-F238E27FC236}">
                <a16:creationId xmlns:a16="http://schemas.microsoft.com/office/drawing/2014/main" id="{563E56E8-30B3-435F-846A-BBF723B44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0767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remapDeployments</a:t>
            </a:r>
          </a:p>
        </p:txBody>
      </p:sp>
      <p:sp>
        <p:nvSpPr>
          <p:cNvPr id="115" name="case-left-rule-3">
            <a:extLst xmlns:a="http://schemas.openxmlformats.org/drawingml/2006/main">
              <a:ext uri="{FF2B5EF4-FFF2-40B4-BE49-F238E27FC236}">
                <a16:creationId xmlns:a16="http://schemas.microsoft.com/office/drawing/2014/main" id="{73F1F4EA-AE10-4C4D-BA07-7CC8DAE70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386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6" name="case-right-rule-3">
            <a:extLst xmlns:a="http://schemas.openxmlformats.org/drawingml/2006/main">
              <a:ext uri="{FF2B5EF4-FFF2-40B4-BE49-F238E27FC236}">
                <a16:creationId xmlns:a16="http://schemas.microsoft.com/office/drawing/2014/main" id="{54F3B591-F56B-4DB3-A065-BC6E7BCF2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4386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7" name="case-label-left-3">
            <a:extLst xmlns:a="http://schemas.openxmlformats.org/drawingml/2006/main">
              <a:ext uri="{FF2B5EF4-FFF2-40B4-BE49-F238E27FC236}">
                <a16:creationId xmlns:a16="http://schemas.microsoft.com/office/drawing/2014/main" id="{678E3CF7-1438-4AC3-A0C1-5353F3F2F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958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允许修改</a:t>
            </a:r>
          </a:p>
        </p:txBody>
      </p:sp>
      <p:sp>
        <p:nvSpPr>
          <p:cNvPr id="118" name="case-value-left-3">
            <a:extLst xmlns:a="http://schemas.openxmlformats.org/drawingml/2006/main">
              <a:ext uri="{FF2B5EF4-FFF2-40B4-BE49-F238E27FC236}">
                <a16:creationId xmlns:a16="http://schemas.microsoft.com/office/drawing/2014/main" id="{63677797-5DC0-45FD-9D3E-4D98A65D1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4958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Coordinator + 对应测试</a:t>
            </a:r>
          </a:p>
        </p:txBody>
      </p:sp>
      <p:sp>
        <p:nvSpPr>
          <p:cNvPr id="119" name="case-label-right-3">
            <a:extLst xmlns:a="http://schemas.openxmlformats.org/drawingml/2006/main">
              <a:ext uri="{FF2B5EF4-FFF2-40B4-BE49-F238E27FC236}">
                <a16:creationId xmlns:a16="http://schemas.microsoft.com/office/drawing/2014/main" id="{796CDBCF-DEAC-47B8-9C7D-BBC794C33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4958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证据</a:t>
            </a:r>
          </a:p>
        </p:txBody>
      </p:sp>
      <p:sp>
        <p:nvSpPr>
          <p:cNvPr id="120" name="case-value-right-3">
            <a:extLst xmlns:a="http://schemas.openxmlformats.org/drawingml/2006/main">
              <a:ext uri="{FF2B5EF4-FFF2-40B4-BE49-F238E27FC236}">
                <a16:creationId xmlns:a16="http://schemas.microsoft.com/office/drawing/2014/main" id="{1212E204-1B9F-477E-80DD-961E203DC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4958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fault injection + getter</a:t>
            </a:r>
          </a:p>
        </p:txBody>
      </p:sp>
      <p:sp>
        <p:nvSpPr>
          <p:cNvPr id="121" name="case-transfer-circle">
            <a:extLst xmlns:a="http://schemas.openxmlformats.org/drawingml/2006/main">
              <a:ext uri="{FF2B5EF4-FFF2-40B4-BE49-F238E27FC236}">
                <a16:creationId xmlns:a16="http://schemas.microsoft.com/office/drawing/2014/main" id="{FF6A693F-DADF-434A-A7E7-B5831EE8E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95275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7000B"/>
            </a:solidFill>
            <a:prstDash val="solid"/>
          </a:ln>
        </p:spPr>
      </p:sp>
      <p:pic>
        <p:nvPicPr>
          <p:cNvPr id="2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8e2bdc31994028"/>
          <a:stretch xmlns:a="http://schemas.openxmlformats.org/drawingml/2006/main"/>
        </p:blipFill>
        <p:spPr>
          <a:xfrm xmlns:a="http://schemas.openxmlformats.org/drawingml/2006/main">
            <a:off x="5667375" y="3105150"/>
            <a:ext cx="400050" cy="400050"/>
          </a:xfrm>
          <a:prstGeom xmlns:a="http://schemas.openxmlformats.org/drawingml/2006/main" prst="rect">
            <a:avLst/>
          </a:prstGeom>
        </p:spPr>
      </p:pic>
      <p:sp>
        <p:nvSpPr>
          <p:cNvPr id="123" name="case-transfer-text">
            <a:extLst xmlns:a="http://schemas.openxmlformats.org/drawingml/2006/main">
              <a:ext uri="{FF2B5EF4-FFF2-40B4-BE49-F238E27FC236}">
                <a16:creationId xmlns:a16="http://schemas.microsoft.com/office/drawing/2014/main" id="{48A38601-6EA4-43E6-9D6F-38C449733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524250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88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对照</a:t>
            </a:r>
          </a:p>
        </p:txBody>
      </p:sp>
      <p:sp>
        <p:nvSpPr>
          <p:cNvPr id="124" name="case-left-arrow">
            <a:extLst xmlns:a="http://schemas.openxmlformats.org/drawingml/2006/main">
              <a:ext uri="{FF2B5EF4-FFF2-40B4-BE49-F238E27FC236}">
                <a16:creationId xmlns:a16="http://schemas.microsoft.com/office/drawing/2014/main" id="{03A1806C-B519-4A4A-9980-2434DFAFD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21945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22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←</a:t>
            </a:r>
          </a:p>
        </p:txBody>
      </p:sp>
      <p:sp>
        <p:nvSpPr>
          <p:cNvPr id="125" name="case-right-arrow">
            <a:extLst xmlns:a="http://schemas.openxmlformats.org/drawingml/2006/main">
              <a:ext uri="{FF2B5EF4-FFF2-40B4-BE49-F238E27FC236}">
                <a16:creationId xmlns:a16="http://schemas.microsoft.com/office/drawing/2014/main" id="{E8FB34F1-A4F6-406E-85FD-21A5A0934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21945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22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26" name="timeline-rule">
            <a:extLst xmlns:a="http://schemas.openxmlformats.org/drawingml/2006/main">
              <a:ext uri="{FF2B5EF4-FFF2-40B4-BE49-F238E27FC236}">
                <a16:creationId xmlns:a16="http://schemas.microsoft.com/office/drawing/2014/main" id="{46F26517-8D14-4ED8-B91E-154EEEC9A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81700"/>
            <a:ext cx="10934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7D7"/>
          </a:solidFill>
          <a:ln xmlns:a="http://schemas.openxmlformats.org/drawingml/2006/main" w="0">
            <a:solidFill>
              <a:srgbClr val="D7D7D7"/>
            </a:solidFill>
            <a:prstDash val="solid"/>
          </a:ln>
        </p:spPr>
      </p:sp>
      <p:sp>
        <p:nvSpPr>
          <p:cNvPr id="127" name="timeline-dot-0">
            <a:extLst xmlns:a="http://schemas.openxmlformats.org/drawingml/2006/main">
              <a:ext uri="{FF2B5EF4-FFF2-40B4-BE49-F238E27FC236}">
                <a16:creationId xmlns:a16="http://schemas.microsoft.com/office/drawing/2014/main" id="{B1B2265D-D326-40FF-A60F-C0FBE9741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674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128" name="timeline-card-0">
            <a:extLst xmlns:a="http://schemas.openxmlformats.org/drawingml/2006/main">
              <a:ext uri="{FF2B5EF4-FFF2-40B4-BE49-F238E27FC236}">
                <a16:creationId xmlns:a16="http://schemas.microsoft.com/office/drawing/2014/main" id="{E06F85EB-4FA9-4043-8BE1-A3CF40B5C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72200"/>
            <a:ext cx="2000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EC"/>
          </a:solidFill>
          <a:ln xmlns:a="http://schemas.openxmlformats.org/drawingml/2006/main" w="0">
            <a:solidFill>
              <a:srgbClr val="FBEAEC"/>
            </a:solidFill>
            <a:prstDash val="solid"/>
          </a:ln>
        </p:spPr>
      </p:sp>
      <p:pic>
        <p:nvPicPr>
          <p:cNvPr id="2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6d7d09ee0a43ad"/>
          <a:stretch xmlns:a="http://schemas.openxmlformats.org/drawingml/2006/main"/>
        </p:blipFill>
        <p:spPr>
          <a:xfrm xmlns:a="http://schemas.openxmlformats.org/drawingml/2006/main">
            <a:off x="514350" y="63055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30" name="timeline-text-0">
            <a:extLst xmlns:a="http://schemas.openxmlformats.org/drawingml/2006/main">
              <a:ext uri="{FF2B5EF4-FFF2-40B4-BE49-F238E27FC236}">
                <a16:creationId xmlns:a16="http://schemas.microsoft.com/office/drawing/2014/main" id="{3B912A19-9FE5-4187-98C5-1F80D3054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210300"/>
            <a:ext cx="1543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状态</a:t>
            </a:r>
          </a:p>
        </p:txBody>
      </p:sp>
      <p:sp>
        <p:nvSpPr>
          <p:cNvPr id="131" name="timeline-dot-1">
            <a:extLst xmlns:a="http://schemas.openxmlformats.org/drawingml/2006/main">
              <a:ext uri="{FF2B5EF4-FFF2-40B4-BE49-F238E27FC236}">
                <a16:creationId xmlns:a16="http://schemas.microsoft.com/office/drawing/2014/main" id="{7D872788-C8C9-4D53-BCFB-3EE338664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58674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45C7"/>
          </a:solidFill>
          <a:ln xmlns:a="http://schemas.openxmlformats.org/drawingml/2006/main" w="0">
            <a:solidFill>
              <a:srgbClr val="6D45C7"/>
            </a:solidFill>
            <a:prstDash val="solid"/>
          </a:ln>
        </p:spPr>
      </p:sp>
      <p:sp>
        <p:nvSpPr>
          <p:cNvPr id="132" name="timeline-card-1">
            <a:extLst xmlns:a="http://schemas.openxmlformats.org/drawingml/2006/main">
              <a:ext uri="{FF2B5EF4-FFF2-40B4-BE49-F238E27FC236}">
                <a16:creationId xmlns:a16="http://schemas.microsoft.com/office/drawing/2014/main" id="{07574872-6C46-4DCB-998F-DE9FCE105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6172200"/>
            <a:ext cx="3048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FA"/>
          </a:solidFill>
          <a:ln xmlns:a="http://schemas.openxmlformats.org/drawingml/2006/main" w="0">
            <a:solidFill>
              <a:srgbClr val="F1ECFA"/>
            </a:solidFill>
            <a:prstDash val="solid"/>
          </a:ln>
        </p:spPr>
      </p:sp>
      <p:pic>
        <p:nvPicPr>
          <p:cNvPr id="2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560edd047a4875"/>
          <a:stretch xmlns:a="http://schemas.openxmlformats.org/drawingml/2006/main"/>
        </p:blipFill>
        <p:spPr>
          <a:xfrm xmlns:a="http://schemas.openxmlformats.org/drawingml/2006/main">
            <a:off x="2705100" y="63055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34" name="timeline-text-1">
            <a:extLst xmlns:a="http://schemas.openxmlformats.org/drawingml/2006/main">
              <a:ext uri="{FF2B5EF4-FFF2-40B4-BE49-F238E27FC236}">
                <a16:creationId xmlns:a16="http://schemas.microsoft.com/office/drawing/2014/main" id="{4A727200-EA29-4361-9862-418A0DE95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6210300"/>
            <a:ext cx="2590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>不变量</a:t>
            </a:r>
          </a:p>
        </p:txBody>
      </p:sp>
      <p:sp>
        <p:nvSpPr>
          <p:cNvPr id="135" name="timeline-dot-2">
            <a:extLst xmlns:a="http://schemas.openxmlformats.org/drawingml/2006/main">
              <a:ext uri="{FF2B5EF4-FFF2-40B4-BE49-F238E27FC236}">
                <a16:creationId xmlns:a16="http://schemas.microsoft.com/office/drawing/2014/main" id="{3F1EC896-E46F-4384-894B-3DDEC4776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58674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136" name="timeline-card-2">
            <a:extLst xmlns:a="http://schemas.openxmlformats.org/drawingml/2006/main">
              <a:ext uri="{FF2B5EF4-FFF2-40B4-BE49-F238E27FC236}">
                <a16:creationId xmlns:a16="http://schemas.microsoft.com/office/drawing/2014/main" id="{F4FEA41C-C58A-4D35-9F21-95E1FD4ED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6172200"/>
            <a:ext cx="1428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EC"/>
          </a:solidFill>
          <a:ln xmlns:a="http://schemas.openxmlformats.org/drawingml/2006/main" w="0">
            <a:solidFill>
              <a:srgbClr val="FBEAEC"/>
            </a:solidFill>
            <a:prstDash val="solid"/>
          </a:ln>
        </p:spPr>
      </p:sp>
      <p:pic>
        <p:nvPicPr>
          <p:cNvPr id="2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077373edb64ce1"/>
          <a:stretch xmlns:a="http://schemas.openxmlformats.org/drawingml/2006/main"/>
        </p:blipFill>
        <p:spPr>
          <a:xfrm xmlns:a="http://schemas.openxmlformats.org/drawingml/2006/main">
            <a:off x="5943600" y="63055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38" name="timeline-text-2">
            <a:extLst xmlns:a="http://schemas.openxmlformats.org/drawingml/2006/main">
              <a:ext uri="{FF2B5EF4-FFF2-40B4-BE49-F238E27FC236}">
                <a16:creationId xmlns:a16="http://schemas.microsoft.com/office/drawing/2014/main" id="{75A6DFD3-381A-4508-A88C-74D03EE63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6210300"/>
            <a:ext cx="971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进程边界</a:t>
            </a:r>
          </a:p>
        </p:txBody>
      </p:sp>
      <p:sp>
        <p:nvSpPr>
          <p:cNvPr id="139" name="timeline-dot-3">
            <a:extLst xmlns:a="http://schemas.openxmlformats.org/drawingml/2006/main">
              <a:ext uri="{FF2B5EF4-FFF2-40B4-BE49-F238E27FC236}">
                <a16:creationId xmlns:a16="http://schemas.microsoft.com/office/drawing/2014/main" id="{EE23DBD8-AF98-46BF-B5EA-9A5764E71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8674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45C7"/>
          </a:solidFill>
          <a:ln xmlns:a="http://schemas.openxmlformats.org/drawingml/2006/main" w="0">
            <a:solidFill>
              <a:srgbClr val="6D45C7"/>
            </a:solidFill>
            <a:prstDash val="solid"/>
          </a:ln>
        </p:spPr>
      </p:sp>
      <p:sp>
        <p:nvSpPr>
          <p:cNvPr id="140" name="timeline-card-3">
            <a:extLst xmlns:a="http://schemas.openxmlformats.org/drawingml/2006/main">
              <a:ext uri="{FF2B5EF4-FFF2-40B4-BE49-F238E27FC236}">
                <a16:creationId xmlns:a16="http://schemas.microsoft.com/office/drawing/2014/main" id="{705D6FCE-1ACC-445B-943D-DD93AE12E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72200"/>
            <a:ext cx="2571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FA"/>
          </a:solidFill>
          <a:ln xmlns:a="http://schemas.openxmlformats.org/drawingml/2006/main" w="0">
            <a:solidFill>
              <a:srgbClr val="F1ECFA"/>
            </a:solidFill>
            <a:prstDash val="solid"/>
          </a:ln>
        </p:spPr>
      </p:sp>
      <p:pic>
        <p:nvPicPr>
          <p:cNvPr id="25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c3e92174924109"/>
          <a:stretch xmlns:a="http://schemas.openxmlformats.org/drawingml/2006/main"/>
        </p:blipFill>
        <p:spPr>
          <a:xfrm xmlns:a="http://schemas.openxmlformats.org/drawingml/2006/main">
            <a:off x="7562850" y="63055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42" name="timeline-text-3">
            <a:extLst xmlns:a="http://schemas.openxmlformats.org/drawingml/2006/main">
              <a:ext uri="{FF2B5EF4-FFF2-40B4-BE49-F238E27FC236}">
                <a16:creationId xmlns:a16="http://schemas.microsoft.com/office/drawing/2014/main" id="{D8BB6B58-07F6-42CB-AD15-5ADC5CB98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6210300"/>
            <a:ext cx="2114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>追踪</a:t>
            </a:r>
          </a:p>
        </p:txBody>
      </p:sp>
      <p:sp>
        <p:nvSpPr>
          <p:cNvPr id="143" name="timeline-dot-4">
            <a:extLst xmlns:a="http://schemas.openxmlformats.org/drawingml/2006/main">
              <a:ext uri="{FF2B5EF4-FFF2-40B4-BE49-F238E27FC236}">
                <a16:creationId xmlns:a16="http://schemas.microsoft.com/office/drawing/2014/main" id="{42256876-971C-44C3-B36A-A2A5DC337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58674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F5B"/>
          </a:solidFill>
          <a:ln xmlns:a="http://schemas.openxmlformats.org/drawingml/2006/main" w="0">
            <a:solidFill>
              <a:srgbClr val="2F8F5B"/>
            </a:solidFill>
            <a:prstDash val="solid"/>
          </a:ln>
        </p:spPr>
      </p:sp>
      <p:sp>
        <p:nvSpPr>
          <p:cNvPr id="144" name="timeline-card-4">
            <a:extLst xmlns:a="http://schemas.openxmlformats.org/drawingml/2006/main">
              <a:ext uri="{FF2B5EF4-FFF2-40B4-BE49-F238E27FC236}">
                <a16:creationId xmlns:a16="http://schemas.microsoft.com/office/drawing/2014/main" id="{B406802C-BB49-4241-9BAC-E9752EDB4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6172200"/>
            <a:ext cx="10287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E"/>
          </a:solidFill>
          <a:ln xmlns:a="http://schemas.openxmlformats.org/drawingml/2006/main" w="0">
            <a:solidFill>
              <a:srgbClr val="EAF5EE"/>
            </a:solidFill>
            <a:prstDash val="solid"/>
          </a:ln>
        </p:spPr>
      </p:sp>
      <p:pic>
        <p:nvPicPr>
          <p:cNvPr id="26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70c4b8c8a9490b"/>
          <a:stretch xmlns:a="http://schemas.openxmlformats.org/drawingml/2006/main"/>
        </p:blipFill>
        <p:spPr>
          <a:xfrm xmlns:a="http://schemas.openxmlformats.org/drawingml/2006/main">
            <a:off x="10325100" y="63055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46" name="timeline-text-4">
            <a:extLst xmlns:a="http://schemas.openxmlformats.org/drawingml/2006/main">
              <a:ext uri="{FF2B5EF4-FFF2-40B4-BE49-F238E27FC236}">
                <a16:creationId xmlns:a16="http://schemas.microsoft.com/office/drawing/2014/main" id="{B28B3A76-07CD-44BF-8BCF-942072BDE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6210300"/>
            <a:ext cx="57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rPr>
              <a:t>任务卡</a:t>
            </a:r>
          </a:p>
        </p:txBody>
      </p:sp>
      <p:pic>
        <p:nvPicPr>
          <p:cNvPr id="26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4ffc1c3e454ce3"/>
          <a:stretch xmlns:a="http://schemas.openxmlformats.org/drawingml/2006/main"/>
        </p:blipFill>
        <p:spPr>
          <a:xfrm xmlns:a="http://schemas.openxmlformats.org/drawingml/2006/main">
            <a:off x="10382250" y="268813"/>
            <a:ext cx="952500" cy="2148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980598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9937CBA2-7E4F-43F3-9EBA-CFD6BD1B5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38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rPr>
              <a:t>13 · 第二幕｜规格 → 可执行任务</a:t>
            </a:r>
          </a:p>
        </p:txBody>
      </p:sp>
      <p:sp>
        <p:nvSpPr>
          <p:cNvPr id="5" name="team-name">
            <a:extLst xmlns:a="http://schemas.openxmlformats.org/drawingml/2006/main">
              <a:ext uri="{FF2B5EF4-FFF2-40B4-BE49-F238E27FC236}">
                <a16:creationId xmlns:a16="http://schemas.microsoft.com/office/drawing/2014/main" id="{DF70FBB6-5F6E-4537-9090-0CBE67318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6" name="business-direction">
            <a:extLst xmlns:a="http://schemas.openxmlformats.org/drawingml/2006/main">
              <a:ext uri="{FF2B5EF4-FFF2-40B4-BE49-F238E27FC236}">
                <a16:creationId xmlns:a16="http://schemas.microsoft.com/office/drawing/2014/main" id="{264209F6-E82F-4B7F-97F5-9E0C8215D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" name="storyline-lead">
            <a:extLst xmlns:a="http://schemas.openxmlformats.org/drawingml/2006/main">
              <a:ext uri="{FF2B5EF4-FFF2-40B4-BE49-F238E27FC236}">
                <a16:creationId xmlns:a16="http://schemas.microsoft.com/office/drawing/2014/main" id="{513D4A51-8337-4FB4-B56E-8172C046E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8" name="storyline-outcome">
            <a:extLst xmlns:a="http://schemas.openxmlformats.org/drawingml/2006/main">
              <a:ext uri="{FF2B5EF4-FFF2-40B4-BE49-F238E27FC236}">
                <a16:creationId xmlns:a16="http://schemas.microsoft.com/office/drawing/2014/main" id="{BB1932BF-7915-4685-850E-EE30D779E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9" name="origin-story">
            <a:extLst xmlns:a="http://schemas.openxmlformats.org/drawingml/2006/main">
              <a:ext uri="{FF2B5EF4-FFF2-40B4-BE49-F238E27FC236}">
                <a16:creationId xmlns:a16="http://schemas.microsoft.com/office/drawing/2014/main" id="{4F383126-75F9-4A95-9DFA-12133DB4A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1104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210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实践：先做只读勘察，不让 AI 猜代码</a:t>
            </a:r>
          </a:p>
        </p:txBody>
      </p:sp>
      <p:sp>
        <p:nvSpPr>
          <p:cNvPr id="10" name="capability-label">
            <a:extLst xmlns:a="http://schemas.openxmlformats.org/drawingml/2006/main">
              <a:ext uri="{FF2B5EF4-FFF2-40B4-BE49-F238E27FC236}">
                <a16:creationId xmlns:a16="http://schemas.microsoft.com/office/drawing/2014/main" id="{6618DDA6-5320-4544-A67A-4138E5DF0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9115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SLIDE 13 · WORKSHOP</a:t>
            </a:r>
          </a:p>
        </p:txBody>
      </p:sp>
      <p:sp>
        <p:nvSpPr>
          <p:cNvPr id="12" name="capability-goal-text">
            <a:extLst xmlns:a="http://schemas.openxmlformats.org/drawingml/2006/main">
              <a:ext uri="{FF2B5EF4-FFF2-40B4-BE49-F238E27FC236}">
                <a16:creationId xmlns:a16="http://schemas.microsoft.com/office/drawing/2014/main" id="{A9BB6ADF-6F5A-486E-9828-9BB90056D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4" name="capability-tech-text">
            <a:extLst xmlns:a="http://schemas.openxmlformats.org/drawingml/2006/main">
              <a:ext uri="{FF2B5EF4-FFF2-40B4-BE49-F238E27FC236}">
                <a16:creationId xmlns:a16="http://schemas.microsoft.com/office/drawing/2014/main" id="{A789BA83-BEE2-4D60-80BC-6239BCAB3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6" name="capability-collaboration-text">
            <a:extLst xmlns:a="http://schemas.openxmlformats.org/drawingml/2006/main">
              <a:ext uri="{FF2B5EF4-FFF2-40B4-BE49-F238E27FC236}">
                <a16:creationId xmlns:a16="http://schemas.microsoft.com/office/drawing/2014/main" id="{D085A46E-BB95-4E44-A140-3211DC950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8" name="capability-cohesion-text">
            <a:extLst xmlns:a="http://schemas.openxmlformats.org/drawingml/2006/main">
              <a:ext uri="{FF2B5EF4-FFF2-40B4-BE49-F238E27FC236}">
                <a16:creationId xmlns:a16="http://schemas.microsoft.com/office/drawing/2014/main" id="{31E7FE61-7CF7-4BF1-B351-6E8BC2ABB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21" name="journey-top-rule">
            <a:extLst xmlns:a="http://schemas.openxmlformats.org/drawingml/2006/main">
              <a:ext uri="{FF2B5EF4-FFF2-40B4-BE49-F238E27FC236}">
                <a16:creationId xmlns:a16="http://schemas.microsoft.com/office/drawing/2014/main" id="{3F7D1C62-8DF5-4E48-9864-9C17DDEE1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2" name="journey-label">
            <a:extLst xmlns:a="http://schemas.openxmlformats.org/drawingml/2006/main">
              <a:ext uri="{FF2B5EF4-FFF2-40B4-BE49-F238E27FC236}">
                <a16:creationId xmlns:a16="http://schemas.microsoft.com/office/drawing/2014/main" id="{8E7E41EF-B0E6-4678-B07F-0EBF826CF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T00 只允许搜索与引用；七项输出全部可定位后，才把上下文交给实现轮次。</a:t>
            </a:r>
          </a:p>
        </p:txBody>
      </p:sp>
      <p:sp>
        <p:nvSpPr>
          <p:cNvPr id="26" name="stage-01-number">
            <a:extLst xmlns:a="http://schemas.openxmlformats.org/drawingml/2006/main">
              <a:ext uri="{FF2B5EF4-FFF2-40B4-BE49-F238E27FC236}">
                <a16:creationId xmlns:a16="http://schemas.microsoft.com/office/drawing/2014/main" id="{4225D723-AF17-46CE-8F57-EF6385A30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27" name="stage-01-title">
            <a:extLst xmlns:a="http://schemas.openxmlformats.org/drawingml/2006/main">
              <a:ext uri="{FF2B5EF4-FFF2-40B4-BE49-F238E27FC236}">
                <a16:creationId xmlns:a16="http://schemas.microsoft.com/office/drawing/2014/main" id="{A080687F-349A-4D96-8B9B-B15D9284C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28" name="stage-01-body">
            <a:extLst xmlns:a="http://schemas.openxmlformats.org/drawingml/2006/main">
              <a:ext uri="{FF2B5EF4-FFF2-40B4-BE49-F238E27FC236}">
                <a16:creationId xmlns:a16="http://schemas.microsoft.com/office/drawing/2014/main" id="{35DB16DD-F51B-49F2-B81F-24E50A16B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36" name="stage-03-number">
            <a:extLst xmlns:a="http://schemas.openxmlformats.org/drawingml/2006/main">
              <a:ext uri="{FF2B5EF4-FFF2-40B4-BE49-F238E27FC236}">
                <a16:creationId xmlns:a16="http://schemas.microsoft.com/office/drawing/2014/main" id="{C0286EEE-76D7-4C3D-959B-C1A40C2DE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37" name="stage-03-title">
            <a:extLst xmlns:a="http://schemas.openxmlformats.org/drawingml/2006/main">
              <a:ext uri="{FF2B5EF4-FFF2-40B4-BE49-F238E27FC236}">
                <a16:creationId xmlns:a16="http://schemas.microsoft.com/office/drawing/2014/main" id="{B27EC97C-4E04-4513-B0CF-9ED410CD8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38" name="stage-03-body">
            <a:extLst xmlns:a="http://schemas.openxmlformats.org/drawingml/2006/main">
              <a:ext uri="{FF2B5EF4-FFF2-40B4-BE49-F238E27FC236}">
                <a16:creationId xmlns:a16="http://schemas.microsoft.com/office/drawing/2014/main" id="{9E912F49-5FAE-4B6A-9826-0EE1EFB7F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46" name="stage-05-number">
            <a:extLst xmlns:a="http://schemas.openxmlformats.org/drawingml/2006/main">
              <a:ext uri="{FF2B5EF4-FFF2-40B4-BE49-F238E27FC236}">
                <a16:creationId xmlns:a16="http://schemas.microsoft.com/office/drawing/2014/main" id="{AA36F8DB-73A8-47E8-A962-56FE8DE85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47" name="stage-05-title">
            <a:extLst xmlns:a="http://schemas.openxmlformats.org/drawingml/2006/main">
              <a:ext uri="{FF2B5EF4-FFF2-40B4-BE49-F238E27FC236}">
                <a16:creationId xmlns:a16="http://schemas.microsoft.com/office/drawing/2014/main" id="{E55E05DE-AFC6-4422-9A2F-AD9E27F89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48" name="stage-05-body">
            <a:extLst xmlns:a="http://schemas.openxmlformats.org/drawingml/2006/main">
              <a:ext uri="{FF2B5EF4-FFF2-40B4-BE49-F238E27FC236}">
                <a16:creationId xmlns:a16="http://schemas.microsoft.com/office/drawing/2014/main" id="{F938BB63-05FA-4699-B9B6-45CD5A0C9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0" name="rail-flow-label">
            <a:extLst xmlns:a="http://schemas.openxmlformats.org/drawingml/2006/main">
              <a:ext uri="{FF2B5EF4-FFF2-40B4-BE49-F238E27FC236}">
                <a16:creationId xmlns:a16="http://schemas.microsoft.com/office/drawing/2014/main" id="{FF5EAC43-B84B-4541-B2F4-61336FAA9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8585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858585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1" name="rail-flow-line">
            <a:extLst xmlns:a="http://schemas.openxmlformats.org/drawingml/2006/main">
              <a:ext uri="{FF2B5EF4-FFF2-40B4-BE49-F238E27FC236}">
                <a16:creationId xmlns:a16="http://schemas.microsoft.com/office/drawing/2014/main" id="{AF9A8871-2B22-4386-A390-72752FB38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3" name="rail-flow-idea-label">
            <a:extLst xmlns:a="http://schemas.openxmlformats.org/drawingml/2006/main">
              <a:ext uri="{FF2B5EF4-FFF2-40B4-BE49-F238E27FC236}">
                <a16:creationId xmlns:a16="http://schemas.microsoft.com/office/drawing/2014/main" id="{72E1E745-7177-4B95-A3C2-46F9EE067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5" name="rail-flow-attack-label">
            <a:extLst xmlns:a="http://schemas.openxmlformats.org/drawingml/2006/main">
              <a:ext uri="{FF2B5EF4-FFF2-40B4-BE49-F238E27FC236}">
                <a16:creationId xmlns:a16="http://schemas.microsoft.com/office/drawing/2014/main" id="{1CD5E551-A644-4209-8B85-C43D55DAD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7" name="rail-flow-delivery-label">
            <a:extLst xmlns:a="http://schemas.openxmlformats.org/drawingml/2006/main">
              <a:ext uri="{FF2B5EF4-FFF2-40B4-BE49-F238E27FC236}">
                <a16:creationId xmlns:a16="http://schemas.microsoft.com/office/drawing/2014/main" id="{41242F25-AB1D-4FEC-AA44-0C6A2FA72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8" name="rail-result-box">
            <a:extLst xmlns:a="http://schemas.openxmlformats.org/drawingml/2006/main">
              <a:ext uri="{FF2B5EF4-FFF2-40B4-BE49-F238E27FC236}">
                <a16:creationId xmlns:a16="http://schemas.microsoft.com/office/drawing/2014/main" id="{F7117D08-254C-4F26-B6DD-8B03EB047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0" name="rail-result-text">
            <a:extLst xmlns:a="http://schemas.openxmlformats.org/drawingml/2006/main">
              <a:ext uri="{FF2B5EF4-FFF2-40B4-BE49-F238E27FC236}">
                <a16:creationId xmlns:a16="http://schemas.microsoft.com/office/drawing/2014/main" id="{34A8EF6F-28E9-4F9F-8CFD-1BF6F2603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63" b="1">
                <a:solidFill>
                  <a:srgbClr val="9C000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9C000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61" name="grid-top-rule">
            <a:extLst xmlns:a="http://schemas.openxmlformats.org/drawingml/2006/main">
              <a:ext uri="{FF2B5EF4-FFF2-40B4-BE49-F238E27FC236}">
                <a16:creationId xmlns:a16="http://schemas.microsoft.com/office/drawing/2014/main" id="{0F39FBDF-9E3B-4D49-B005-6B5B93FED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2" name="grid-middle-rule">
            <a:extLst xmlns:a="http://schemas.openxmlformats.org/drawingml/2006/main">
              <a:ext uri="{FF2B5EF4-FFF2-40B4-BE49-F238E27FC236}">
                <a16:creationId xmlns:a16="http://schemas.microsoft.com/office/drawing/2014/main" id="{BBC7B45A-19EF-4696-97BA-CE5C123E4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3" name="grid-vertical-rule">
            <a:extLst xmlns:a="http://schemas.openxmlformats.org/drawingml/2006/main">
              <a:ext uri="{FF2B5EF4-FFF2-40B4-BE49-F238E27FC236}">
                <a16:creationId xmlns:a16="http://schemas.microsoft.com/office/drawing/2014/main" id="{9513784B-DF55-42B5-ACF2-4EF87CE54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4" name="capability-top-rule">
            <a:extLst xmlns:a="http://schemas.openxmlformats.org/drawingml/2006/main">
              <a:ext uri="{FF2B5EF4-FFF2-40B4-BE49-F238E27FC236}">
                <a16:creationId xmlns:a16="http://schemas.microsoft.com/office/drawing/2014/main" id="{9013330B-53F2-4C98-B459-B7BC45073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5" name="module-01-icon-background">
            <a:extLst xmlns:a="http://schemas.openxmlformats.org/drawingml/2006/main">
              <a:ext uri="{FF2B5EF4-FFF2-40B4-BE49-F238E27FC236}">
                <a16:creationId xmlns:a16="http://schemas.microsoft.com/office/drawing/2014/main" id="{6BB7565D-24EF-47D6-BBB0-E18B6DE76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24050"/>
            <a:ext cx="4762500" cy="3124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B"/>
          </a:solidFill>
          <a:ln xmlns:a="http://schemas.openxmlformats.org/drawingml/2006/main" w="0">
            <a:solidFill>
              <a:srgbClr val="EAF2FB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7" name="module-02-icon-background">
            <a:extLst xmlns:a="http://schemas.openxmlformats.org/drawingml/2006/main">
              <a:ext uri="{FF2B5EF4-FFF2-40B4-BE49-F238E27FC236}">
                <a16:creationId xmlns:a16="http://schemas.microsoft.com/office/drawing/2014/main" id="{80C31D3C-F758-4BBC-A10E-E9C339D14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24050"/>
            <a:ext cx="4762500" cy="3124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FA"/>
          </a:solidFill>
          <a:ln xmlns:a="http://schemas.openxmlformats.org/drawingml/2006/main" w="0">
            <a:solidFill>
              <a:srgbClr val="F1ECF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9" name="module-03-icon-background">
            <a:extLst xmlns:a="http://schemas.openxmlformats.org/drawingml/2006/main">
              <a:ext uri="{FF2B5EF4-FFF2-40B4-BE49-F238E27FC236}">
                <a16:creationId xmlns:a16="http://schemas.microsoft.com/office/drawing/2014/main" id="{78E97F08-D68A-43EC-A2D0-7C3051E07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1" name="module-04-icon-background">
            <a:extLst xmlns:a="http://schemas.openxmlformats.org/drawingml/2006/main">
              <a:ext uri="{FF2B5EF4-FFF2-40B4-BE49-F238E27FC236}">
                <a16:creationId xmlns:a16="http://schemas.microsoft.com/office/drawing/2014/main" id="{C303905D-0287-4B86-92D4-33F0EB3B9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3" name="module-04-number">
            <a:extLst xmlns:a="http://schemas.openxmlformats.org/drawingml/2006/main">
              <a:ext uri="{FF2B5EF4-FFF2-40B4-BE49-F238E27FC236}">
                <a16:creationId xmlns:a16="http://schemas.microsoft.com/office/drawing/2014/main" id="{644EFF2E-DC9B-4D41-84F4-10582B446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4" name="module-04-title">
            <a:extLst xmlns:a="http://schemas.openxmlformats.org/drawingml/2006/main">
              <a:ext uri="{FF2B5EF4-FFF2-40B4-BE49-F238E27FC236}">
                <a16:creationId xmlns:a16="http://schemas.microsoft.com/office/drawing/2014/main" id="{9C3B8801-0886-4C35-A421-9571B2595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5" name="module-04-body">
            <a:extLst xmlns:a="http://schemas.openxmlformats.org/drawingml/2006/main">
              <a:ext uri="{FF2B5EF4-FFF2-40B4-BE49-F238E27FC236}">
                <a16:creationId xmlns:a16="http://schemas.microsoft.com/office/drawing/2014/main" id="{815AB31E-77DC-41EF-9FDD-2104B3529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6" name="capability-goal-icon-background">
            <a:extLst xmlns:a="http://schemas.openxmlformats.org/drawingml/2006/main">
              <a:ext uri="{FF2B5EF4-FFF2-40B4-BE49-F238E27FC236}">
                <a16:creationId xmlns:a16="http://schemas.microsoft.com/office/drawing/2014/main" id="{ACC8CF6A-83B8-4CA8-B500-7FCD1FE49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8" name="capability-tech-icon-background">
            <a:extLst xmlns:a="http://schemas.openxmlformats.org/drawingml/2006/main">
              <a:ext uri="{FF2B5EF4-FFF2-40B4-BE49-F238E27FC236}">
                <a16:creationId xmlns:a16="http://schemas.microsoft.com/office/drawing/2014/main" id="{1FBC427F-E57C-45DB-9CCE-FEBB0D899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0" name="capability-collaboration-icon-background">
            <a:extLst xmlns:a="http://schemas.openxmlformats.org/drawingml/2006/main">
              <a:ext uri="{FF2B5EF4-FFF2-40B4-BE49-F238E27FC236}">
                <a16:creationId xmlns:a16="http://schemas.microsoft.com/office/drawing/2014/main" id="{6E13DFB3-20F1-4890-9CA4-4556205A7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2" name="capability-cohesion-icon-background">
            <a:extLst xmlns:a="http://schemas.openxmlformats.org/drawingml/2006/main">
              <a:ext uri="{FF2B5EF4-FFF2-40B4-BE49-F238E27FC236}">
                <a16:creationId xmlns:a16="http://schemas.microsoft.com/office/drawing/2014/main" id="{6D6CB4E0-0BEB-4D63-8FF5-DCEBE4D95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4" name="competitiveness-result-box">
            <a:extLst xmlns:a="http://schemas.openxmlformats.org/drawingml/2006/main">
              <a:ext uri="{FF2B5EF4-FFF2-40B4-BE49-F238E27FC236}">
                <a16:creationId xmlns:a16="http://schemas.microsoft.com/office/drawing/2014/main" id="{F216EF67-2742-4E3A-81AE-9DA7A0133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6" name="competitiveness-result-text">
            <a:extLst xmlns:a="http://schemas.openxmlformats.org/drawingml/2006/main">
              <a:ext uri="{FF2B5EF4-FFF2-40B4-BE49-F238E27FC236}">
                <a16:creationId xmlns:a16="http://schemas.microsoft.com/office/drawing/2014/main" id="{5EF20348-951F-48D4-9F42-3FB89748A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276850"/>
            <a:ext cx="733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38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rPr>
              <a:t>通过：每个函数、测试和能力都能在仓库定位；未知项标 GAP，不得编造。</a:t>
            </a:r>
          </a:p>
        </p:txBody>
      </p:sp>
      <p:pic>
        <p:nvPicPr>
          <p:cNvPr id="20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9c5f92be214e7b"/>
          <a:stretch xmlns:a="http://schemas.openxmlformats.org/drawingml/2006/main"/>
        </p:blipFill>
        <p:spPr>
          <a:xfrm xmlns:a="http://schemas.openxmlformats.org/drawingml/2006/main">
            <a:off x="400050" y="257175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88" name="case-header-rule">
            <a:extLst xmlns:a="http://schemas.openxmlformats.org/drawingml/2006/main">
              <a:ext uri="{FF2B5EF4-FFF2-40B4-BE49-F238E27FC236}">
                <a16:creationId xmlns:a16="http://schemas.microsoft.com/office/drawing/2014/main" id="{BAC1EAF4-B798-4F81-B3D8-E711C771E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0020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7D7"/>
          </a:solidFill>
          <a:ln xmlns:a="http://schemas.openxmlformats.org/drawingml/2006/main" w="0">
            <a:solidFill>
              <a:srgbClr val="D7D7D7"/>
            </a:solidFill>
            <a:prstDash val="solid"/>
          </a:ln>
        </p:spPr>
      </p:sp>
      <p:pic>
        <p:nvPicPr>
          <p:cNvPr id="20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60cf72dc1447ce"/>
          <a:stretch xmlns:a="http://schemas.openxmlformats.org/drawingml/2006/main"/>
        </p:blipFill>
        <p:spPr>
          <a:xfrm xmlns:a="http://schemas.openxmlformats.org/drawingml/2006/main">
            <a:off x="666750" y="2190750"/>
            <a:ext cx="438150" cy="438150"/>
          </a:xfrm>
          <a:prstGeom xmlns:a="http://schemas.openxmlformats.org/drawingml/2006/main" prst="rect">
            <a:avLst/>
          </a:prstGeom>
        </p:spPr>
      </p:pic>
      <p:pic>
        <p:nvPicPr>
          <p:cNvPr id="20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5234420df24f6b"/>
          <a:stretch xmlns:a="http://schemas.openxmlformats.org/drawingml/2006/main"/>
        </p:blipFill>
        <p:spPr>
          <a:xfrm xmlns:a="http://schemas.openxmlformats.org/drawingml/2006/main">
            <a:off x="6838950" y="2190750"/>
            <a:ext cx="438150" cy="438150"/>
          </a:xfrm>
          <a:prstGeom xmlns:a="http://schemas.openxmlformats.org/drawingml/2006/main" prst="rect">
            <a:avLst/>
          </a:prstGeom>
        </p:spPr>
      </p:pic>
      <p:sp>
        <p:nvSpPr>
          <p:cNvPr id="91" name="case-one-number">
            <a:extLst xmlns:a="http://schemas.openxmlformats.org/drawingml/2006/main">
              <a:ext uri="{FF2B5EF4-FFF2-40B4-BE49-F238E27FC236}">
                <a16:creationId xmlns:a16="http://schemas.microsoft.com/office/drawing/2014/main" id="{80F689AD-6F88-4A35-AE85-A26AC3B82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1526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rPr>
              <a:t>CASE 13</a:t>
            </a:r>
          </a:p>
        </p:txBody>
      </p:sp>
      <p:sp>
        <p:nvSpPr>
          <p:cNvPr id="92" name="case-two-number">
            <a:extLst xmlns:a="http://schemas.openxmlformats.org/drawingml/2006/main">
              <a:ext uri="{FF2B5EF4-FFF2-40B4-BE49-F238E27FC236}">
                <a16:creationId xmlns:a16="http://schemas.microsoft.com/office/drawing/2014/main" id="{0A6698CA-AC0B-41F4-85BA-082BCE6B8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1526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93" name="case-one-title">
            <a:extLst xmlns:a="http://schemas.openxmlformats.org/drawingml/2006/main">
              <a:ext uri="{FF2B5EF4-FFF2-40B4-BE49-F238E27FC236}">
                <a16:creationId xmlns:a16="http://schemas.microsoft.com/office/drawing/2014/main" id="{EE710BA8-D19C-4963-AFB4-4F3C1F99D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3622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T00 / 只读勘察</a:t>
            </a:r>
          </a:p>
        </p:txBody>
      </p:sp>
      <p:sp>
        <p:nvSpPr>
          <p:cNvPr id="94" name="case-two-title">
            <a:extLst xmlns:a="http://schemas.openxmlformats.org/drawingml/2006/main">
              <a:ext uri="{FF2B5EF4-FFF2-40B4-BE49-F238E27FC236}">
                <a16:creationId xmlns:a16="http://schemas.microsoft.com/office/drawing/2014/main" id="{318AF84A-C84B-43B2-BA7D-1800772BA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3622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95" name="case-one-method">
            <a:extLst xmlns:a="http://schemas.openxmlformats.org/drawingml/2006/main">
              <a:ext uri="{FF2B5EF4-FFF2-40B4-BE49-F238E27FC236}">
                <a16:creationId xmlns:a16="http://schemas.microsoft.com/office/drawing/2014/main" id="{D641B88F-BC38-42A3-A4BB-5C0A78563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rPr>
              <a:t>NO PRODUCTION EDIT</a:t>
            </a:r>
          </a:p>
        </p:txBody>
      </p:sp>
      <p:sp>
        <p:nvSpPr>
          <p:cNvPr id="96" name="case-two-method">
            <a:extLst xmlns:a="http://schemas.openxmlformats.org/drawingml/2006/main">
              <a:ext uri="{FF2B5EF4-FFF2-40B4-BE49-F238E27FC236}">
                <a16:creationId xmlns:a16="http://schemas.microsoft.com/office/drawing/2014/main" id="{138671CA-C122-4895-8836-E45A6FC58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575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97" name="case-left-rule-0">
            <a:extLst xmlns:a="http://schemas.openxmlformats.org/drawingml/2006/main">
              <a:ext uri="{FF2B5EF4-FFF2-40B4-BE49-F238E27FC236}">
                <a16:creationId xmlns:a16="http://schemas.microsoft.com/office/drawing/2014/main" id="{A9E0F7F1-556E-496E-816D-C112F9654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813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98" name="case-right-rule-0">
            <a:extLst xmlns:a="http://schemas.openxmlformats.org/drawingml/2006/main">
              <a:ext uri="{FF2B5EF4-FFF2-40B4-BE49-F238E27FC236}">
                <a16:creationId xmlns:a16="http://schemas.microsoft.com/office/drawing/2014/main" id="{F698392D-CBD9-4BDB-A31B-B374CB008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1813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99" name="case-label-left-0">
            <a:extLst xmlns:a="http://schemas.openxmlformats.org/drawingml/2006/main">
              <a:ext uri="{FF2B5EF4-FFF2-40B4-BE49-F238E27FC236}">
                <a16:creationId xmlns:a16="http://schemas.microsoft.com/office/drawing/2014/main" id="{1AFF2D59-C41A-4DA2-B654-8554618F8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定位</a:t>
            </a:r>
          </a:p>
        </p:txBody>
      </p:sp>
      <p:sp>
        <p:nvSpPr>
          <p:cNvPr id="100" name="case-value-left-0">
            <a:extLst xmlns:a="http://schemas.openxmlformats.org/drawingml/2006/main">
              <a:ext uri="{FF2B5EF4-FFF2-40B4-BE49-F238E27FC236}">
                <a16:creationId xmlns:a16="http://schemas.microsoft.com/office/drawing/2014/main" id="{17B95C37-E670-4E76-804D-E304F37CD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2385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入口 / 事实源 / 副作用</a:t>
            </a:r>
          </a:p>
        </p:txBody>
      </p:sp>
      <p:sp>
        <p:nvSpPr>
          <p:cNvPr id="101" name="case-label-right-0">
            <a:extLst xmlns:a="http://schemas.openxmlformats.org/drawingml/2006/main">
              <a:ext uri="{FF2B5EF4-FFF2-40B4-BE49-F238E27FC236}">
                <a16:creationId xmlns:a16="http://schemas.microsoft.com/office/drawing/2014/main" id="{18A46C20-C188-49D9-98C2-BA5F1F298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2385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02" name="case-value-right-0">
            <a:extLst xmlns:a="http://schemas.openxmlformats.org/drawingml/2006/main">
              <a:ext uri="{FF2B5EF4-FFF2-40B4-BE49-F238E27FC236}">
                <a16:creationId xmlns:a16="http://schemas.microsoft.com/office/drawing/2014/main" id="{7B7E08BA-BD87-441F-B3DB-2BCCF3B9A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2385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03" name="case-left-rule-1">
            <a:extLst xmlns:a="http://schemas.openxmlformats.org/drawingml/2006/main">
              <a:ext uri="{FF2B5EF4-FFF2-40B4-BE49-F238E27FC236}">
                <a16:creationId xmlns:a16="http://schemas.microsoft.com/office/drawing/2014/main" id="{659D7CC2-4EC3-4F7C-BF89-3A07EE6C3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004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04" name="case-right-rule-1">
            <a:extLst xmlns:a="http://schemas.openxmlformats.org/drawingml/2006/main">
              <a:ext uri="{FF2B5EF4-FFF2-40B4-BE49-F238E27FC236}">
                <a16:creationId xmlns:a16="http://schemas.microsoft.com/office/drawing/2014/main" id="{B37D164D-5E44-46FA-ADF5-91601117C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6004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05" name="case-label-left-1">
            <a:extLst xmlns:a="http://schemas.openxmlformats.org/drawingml/2006/main">
              <a:ext uri="{FF2B5EF4-FFF2-40B4-BE49-F238E27FC236}">
                <a16:creationId xmlns:a16="http://schemas.microsoft.com/office/drawing/2014/main" id="{796BAB44-29A4-4469-8C56-2DD29EAB6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576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边界</a:t>
            </a:r>
          </a:p>
        </p:txBody>
      </p:sp>
      <p:sp>
        <p:nvSpPr>
          <p:cNvPr id="106" name="case-value-left-1">
            <a:extLst xmlns:a="http://schemas.openxmlformats.org/drawingml/2006/main">
              <a:ext uri="{FF2B5EF4-FFF2-40B4-BE49-F238E27FC236}">
                <a16:creationId xmlns:a16="http://schemas.microsoft.com/office/drawing/2014/main" id="{E2585E34-D692-44BF-BE1E-7329CBA4B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576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commit point / 现有测试</a:t>
            </a:r>
          </a:p>
        </p:txBody>
      </p:sp>
      <p:sp>
        <p:nvSpPr>
          <p:cNvPr id="107" name="case-label-right-1">
            <a:extLst xmlns:a="http://schemas.openxmlformats.org/drawingml/2006/main">
              <a:ext uri="{FF2B5EF4-FFF2-40B4-BE49-F238E27FC236}">
                <a16:creationId xmlns:a16="http://schemas.microsoft.com/office/drawing/2014/main" id="{40591D54-6B8B-4336-9EA6-38AC4E705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6576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08" name="case-value-right-1">
            <a:extLst xmlns:a="http://schemas.openxmlformats.org/drawingml/2006/main">
              <a:ext uri="{FF2B5EF4-FFF2-40B4-BE49-F238E27FC236}">
                <a16:creationId xmlns:a16="http://schemas.microsoft.com/office/drawing/2014/main" id="{3E0F325A-0686-4039-ACBE-35AD57BC2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6576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09" name="case-left-rule-2">
            <a:extLst xmlns:a="http://schemas.openxmlformats.org/drawingml/2006/main">
              <a:ext uri="{FF2B5EF4-FFF2-40B4-BE49-F238E27FC236}">
                <a16:creationId xmlns:a16="http://schemas.microsoft.com/office/drawing/2014/main" id="{B431DC1D-7996-47F7-B716-B4104C061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195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0" name="case-right-rule-2">
            <a:extLst xmlns:a="http://schemas.openxmlformats.org/drawingml/2006/main">
              <a:ext uri="{FF2B5EF4-FFF2-40B4-BE49-F238E27FC236}">
                <a16:creationId xmlns:a16="http://schemas.microsoft.com/office/drawing/2014/main" id="{8A9990CB-8F45-4A02-86D6-E10EE0E9F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0195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1" name="case-label-left-2">
            <a:extLst xmlns:a="http://schemas.openxmlformats.org/drawingml/2006/main">
              <a:ext uri="{FF2B5EF4-FFF2-40B4-BE49-F238E27FC236}">
                <a16:creationId xmlns:a16="http://schemas.microsoft.com/office/drawing/2014/main" id="{2BEDC775-5045-4471-AF1B-C0AD01484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767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证据</a:t>
            </a:r>
          </a:p>
        </p:txBody>
      </p:sp>
      <p:sp>
        <p:nvSpPr>
          <p:cNvPr id="112" name="case-value-left-2">
            <a:extLst xmlns:a="http://schemas.openxmlformats.org/drawingml/2006/main">
              <a:ext uri="{FF2B5EF4-FFF2-40B4-BE49-F238E27FC236}">
                <a16:creationId xmlns:a16="http://schemas.microsoft.com/office/drawing/2014/main" id="{EA218FAD-D644-4FFB-BE95-C64F04C7F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767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相关提交 / Spec Gap</a:t>
            </a:r>
          </a:p>
        </p:txBody>
      </p:sp>
      <p:sp>
        <p:nvSpPr>
          <p:cNvPr id="113" name="case-label-right-2">
            <a:extLst xmlns:a="http://schemas.openxmlformats.org/drawingml/2006/main">
              <a:ext uri="{FF2B5EF4-FFF2-40B4-BE49-F238E27FC236}">
                <a16:creationId xmlns:a16="http://schemas.microsoft.com/office/drawing/2014/main" id="{577C7B67-0F67-44A6-9DDD-559EFF9DC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0767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14" name="case-value-right-2">
            <a:extLst xmlns:a="http://schemas.openxmlformats.org/drawingml/2006/main">
              <a:ext uri="{FF2B5EF4-FFF2-40B4-BE49-F238E27FC236}">
                <a16:creationId xmlns:a16="http://schemas.microsoft.com/office/drawing/2014/main" id="{563E56E8-30B3-435F-846A-BBF723B44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0767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15" name="case-left-rule-3">
            <a:extLst xmlns:a="http://schemas.openxmlformats.org/drawingml/2006/main">
              <a:ext uri="{FF2B5EF4-FFF2-40B4-BE49-F238E27FC236}">
                <a16:creationId xmlns:a16="http://schemas.microsoft.com/office/drawing/2014/main" id="{73F1F4EA-AE10-4C4D-BA07-7CC8DAE70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386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6" name="case-right-rule-3">
            <a:extLst xmlns:a="http://schemas.openxmlformats.org/drawingml/2006/main">
              <a:ext uri="{FF2B5EF4-FFF2-40B4-BE49-F238E27FC236}">
                <a16:creationId xmlns:a16="http://schemas.microsoft.com/office/drawing/2014/main" id="{54F3B591-F56B-4DB3-A065-BC6E7BCF2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4386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7" name="case-label-left-3">
            <a:extLst xmlns:a="http://schemas.openxmlformats.org/drawingml/2006/main">
              <a:ext uri="{FF2B5EF4-FFF2-40B4-BE49-F238E27FC236}">
                <a16:creationId xmlns:a16="http://schemas.microsoft.com/office/drawing/2014/main" id="{678E3CF7-1438-4AC3-A0C1-5353F3F2F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958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禁止</a:t>
            </a:r>
          </a:p>
        </p:txBody>
      </p:sp>
      <p:sp>
        <p:nvSpPr>
          <p:cNvPr id="118" name="case-value-left-3">
            <a:extLst xmlns:a="http://schemas.openxmlformats.org/drawingml/2006/main">
              <a:ext uri="{FF2B5EF4-FFF2-40B4-BE49-F238E27FC236}">
                <a16:creationId xmlns:a16="http://schemas.microsoft.com/office/drawing/2014/main" id="{63677797-5DC0-45FD-9D3E-4D98A65D1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4958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改生产文件；凭命名猜 API</a:t>
            </a:r>
          </a:p>
        </p:txBody>
      </p:sp>
      <p:sp>
        <p:nvSpPr>
          <p:cNvPr id="119" name="case-label-right-3">
            <a:extLst xmlns:a="http://schemas.openxmlformats.org/drawingml/2006/main">
              <a:ext uri="{FF2B5EF4-FFF2-40B4-BE49-F238E27FC236}">
                <a16:creationId xmlns:a16="http://schemas.microsoft.com/office/drawing/2014/main" id="{796CDBCF-DEAC-47B8-9C7D-BBC794C33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4958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20" name="case-value-right-3">
            <a:extLst xmlns:a="http://schemas.openxmlformats.org/drawingml/2006/main">
              <a:ext uri="{FF2B5EF4-FFF2-40B4-BE49-F238E27FC236}">
                <a16:creationId xmlns:a16="http://schemas.microsoft.com/office/drawing/2014/main" id="{1212E204-1B9F-477E-80DD-961E203DC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4958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21" name="case-transfer-circle">
            <a:extLst xmlns:a="http://schemas.openxmlformats.org/drawingml/2006/main">
              <a:ext uri="{FF2B5EF4-FFF2-40B4-BE49-F238E27FC236}">
                <a16:creationId xmlns:a16="http://schemas.microsoft.com/office/drawing/2014/main" id="{FF6A693F-DADF-434A-A7E7-B5831EE8E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95275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7000B"/>
            </a:solidFill>
            <a:prstDash val="solid"/>
          </a:ln>
        </p:spPr>
      </p:sp>
      <p:pic>
        <p:nvPicPr>
          <p:cNvPr id="2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f663ecd8704a36"/>
          <a:stretch xmlns:a="http://schemas.openxmlformats.org/drawingml/2006/main"/>
        </p:blipFill>
        <p:spPr>
          <a:xfrm xmlns:a="http://schemas.openxmlformats.org/drawingml/2006/main">
            <a:off x="5667375" y="3105150"/>
            <a:ext cx="400050" cy="400050"/>
          </a:xfrm>
          <a:prstGeom xmlns:a="http://schemas.openxmlformats.org/drawingml/2006/main" prst="rect">
            <a:avLst/>
          </a:prstGeom>
        </p:spPr>
      </p:pic>
      <p:sp>
        <p:nvSpPr>
          <p:cNvPr id="123" name="case-transfer-text">
            <a:extLst xmlns:a="http://schemas.openxmlformats.org/drawingml/2006/main">
              <a:ext uri="{FF2B5EF4-FFF2-40B4-BE49-F238E27FC236}">
                <a16:creationId xmlns:a16="http://schemas.microsoft.com/office/drawing/2014/main" id="{48A38601-6EA4-43E6-9D6F-38C449733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524250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88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证据</a:t>
            </a:r>
          </a:p>
        </p:txBody>
      </p:sp>
      <p:sp>
        <p:nvSpPr>
          <p:cNvPr id="124" name="case-left-arrow">
            <a:extLst xmlns:a="http://schemas.openxmlformats.org/drawingml/2006/main">
              <a:ext uri="{FF2B5EF4-FFF2-40B4-BE49-F238E27FC236}">
                <a16:creationId xmlns:a16="http://schemas.microsoft.com/office/drawing/2014/main" id="{03A1806C-B519-4A4A-9980-2434DFAFD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21945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22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←</a:t>
            </a:r>
          </a:p>
        </p:txBody>
      </p:sp>
      <p:sp>
        <p:nvSpPr>
          <p:cNvPr id="125" name="case-right-arrow">
            <a:extLst xmlns:a="http://schemas.openxmlformats.org/drawingml/2006/main">
              <a:ext uri="{FF2B5EF4-FFF2-40B4-BE49-F238E27FC236}">
                <a16:creationId xmlns:a16="http://schemas.microsoft.com/office/drawing/2014/main" id="{E8FB34F1-A4F6-406E-85FD-21A5A0934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21945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22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26" name="timeline-rule">
            <a:extLst xmlns:a="http://schemas.openxmlformats.org/drawingml/2006/main">
              <a:ext uri="{FF2B5EF4-FFF2-40B4-BE49-F238E27FC236}">
                <a16:creationId xmlns:a16="http://schemas.microsoft.com/office/drawing/2014/main" id="{46F26517-8D14-4ED8-B91E-154EEEC9A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81700"/>
            <a:ext cx="10934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7D7"/>
          </a:solidFill>
          <a:ln xmlns:a="http://schemas.openxmlformats.org/drawingml/2006/main" w="0">
            <a:solidFill>
              <a:srgbClr val="D7D7D7"/>
            </a:solidFill>
            <a:prstDash val="solid"/>
          </a:ln>
        </p:spPr>
      </p:sp>
      <p:sp>
        <p:nvSpPr>
          <p:cNvPr id="127" name="timeline-dot-0">
            <a:extLst xmlns:a="http://schemas.openxmlformats.org/drawingml/2006/main">
              <a:ext uri="{FF2B5EF4-FFF2-40B4-BE49-F238E27FC236}">
                <a16:creationId xmlns:a16="http://schemas.microsoft.com/office/drawing/2014/main" id="{B1B2265D-D326-40FF-A60F-C0FBE9741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674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128" name="timeline-card-0">
            <a:extLst xmlns:a="http://schemas.openxmlformats.org/drawingml/2006/main">
              <a:ext uri="{FF2B5EF4-FFF2-40B4-BE49-F238E27FC236}">
                <a16:creationId xmlns:a16="http://schemas.microsoft.com/office/drawing/2014/main" id="{E06F85EB-4FA9-4043-8BE1-A3CF40B5C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72200"/>
            <a:ext cx="2000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EC"/>
          </a:solidFill>
          <a:ln xmlns:a="http://schemas.openxmlformats.org/drawingml/2006/main" w="0">
            <a:solidFill>
              <a:srgbClr val="FBEAEC"/>
            </a:solidFill>
            <a:prstDash val="solid"/>
          </a:ln>
        </p:spPr>
      </p:sp>
      <p:pic>
        <p:nvPicPr>
          <p:cNvPr id="2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46cc69aabe474e"/>
          <a:stretch xmlns:a="http://schemas.openxmlformats.org/drawingml/2006/main"/>
        </p:blipFill>
        <p:spPr>
          <a:xfrm xmlns:a="http://schemas.openxmlformats.org/drawingml/2006/main">
            <a:off x="514350" y="63055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30" name="timeline-text-0">
            <a:extLst xmlns:a="http://schemas.openxmlformats.org/drawingml/2006/main">
              <a:ext uri="{FF2B5EF4-FFF2-40B4-BE49-F238E27FC236}">
                <a16:creationId xmlns:a16="http://schemas.microsoft.com/office/drawing/2014/main" id="{3B912A19-9FE5-4187-98C5-1F80D3054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210300"/>
            <a:ext cx="1543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状态</a:t>
            </a:r>
          </a:p>
        </p:txBody>
      </p:sp>
      <p:sp>
        <p:nvSpPr>
          <p:cNvPr id="131" name="timeline-dot-1">
            <a:extLst xmlns:a="http://schemas.openxmlformats.org/drawingml/2006/main">
              <a:ext uri="{FF2B5EF4-FFF2-40B4-BE49-F238E27FC236}">
                <a16:creationId xmlns:a16="http://schemas.microsoft.com/office/drawing/2014/main" id="{7D872788-C8C9-4D53-BCFB-3EE338664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58674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45C7"/>
          </a:solidFill>
          <a:ln xmlns:a="http://schemas.openxmlformats.org/drawingml/2006/main" w="0">
            <a:solidFill>
              <a:srgbClr val="6D45C7"/>
            </a:solidFill>
            <a:prstDash val="solid"/>
          </a:ln>
        </p:spPr>
      </p:sp>
      <p:sp>
        <p:nvSpPr>
          <p:cNvPr id="132" name="timeline-card-1">
            <a:extLst xmlns:a="http://schemas.openxmlformats.org/drawingml/2006/main">
              <a:ext uri="{FF2B5EF4-FFF2-40B4-BE49-F238E27FC236}">
                <a16:creationId xmlns:a16="http://schemas.microsoft.com/office/drawing/2014/main" id="{07574872-6C46-4DCB-998F-DE9FCE105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6172200"/>
            <a:ext cx="3048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FA"/>
          </a:solidFill>
          <a:ln xmlns:a="http://schemas.openxmlformats.org/drawingml/2006/main" w="0">
            <a:solidFill>
              <a:srgbClr val="F1ECFA"/>
            </a:solidFill>
            <a:prstDash val="solid"/>
          </a:ln>
        </p:spPr>
      </p:sp>
      <p:pic>
        <p:nvPicPr>
          <p:cNvPr id="2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e5348e39c94ba2"/>
          <a:stretch xmlns:a="http://schemas.openxmlformats.org/drawingml/2006/main"/>
        </p:blipFill>
        <p:spPr>
          <a:xfrm xmlns:a="http://schemas.openxmlformats.org/drawingml/2006/main">
            <a:off x="2705100" y="63055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34" name="timeline-text-1">
            <a:extLst xmlns:a="http://schemas.openxmlformats.org/drawingml/2006/main">
              <a:ext uri="{FF2B5EF4-FFF2-40B4-BE49-F238E27FC236}">
                <a16:creationId xmlns:a16="http://schemas.microsoft.com/office/drawing/2014/main" id="{4A727200-EA29-4361-9862-418A0DE95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6210300"/>
            <a:ext cx="2590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>不变量</a:t>
            </a:r>
          </a:p>
        </p:txBody>
      </p:sp>
      <p:sp>
        <p:nvSpPr>
          <p:cNvPr id="135" name="timeline-dot-2">
            <a:extLst xmlns:a="http://schemas.openxmlformats.org/drawingml/2006/main">
              <a:ext uri="{FF2B5EF4-FFF2-40B4-BE49-F238E27FC236}">
                <a16:creationId xmlns:a16="http://schemas.microsoft.com/office/drawing/2014/main" id="{3F1EC896-E46F-4384-894B-3DDEC4776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58674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136" name="timeline-card-2">
            <a:extLst xmlns:a="http://schemas.openxmlformats.org/drawingml/2006/main">
              <a:ext uri="{FF2B5EF4-FFF2-40B4-BE49-F238E27FC236}">
                <a16:creationId xmlns:a16="http://schemas.microsoft.com/office/drawing/2014/main" id="{F4FEA41C-C58A-4D35-9F21-95E1FD4ED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6172200"/>
            <a:ext cx="1428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EC"/>
          </a:solidFill>
          <a:ln xmlns:a="http://schemas.openxmlformats.org/drawingml/2006/main" w="0">
            <a:solidFill>
              <a:srgbClr val="FBEAEC"/>
            </a:solidFill>
            <a:prstDash val="solid"/>
          </a:ln>
        </p:spPr>
      </p:sp>
      <p:pic>
        <p:nvPicPr>
          <p:cNvPr id="2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922625fd63499b"/>
          <a:stretch xmlns:a="http://schemas.openxmlformats.org/drawingml/2006/main"/>
        </p:blipFill>
        <p:spPr>
          <a:xfrm xmlns:a="http://schemas.openxmlformats.org/drawingml/2006/main">
            <a:off x="5943600" y="63055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38" name="timeline-text-2">
            <a:extLst xmlns:a="http://schemas.openxmlformats.org/drawingml/2006/main">
              <a:ext uri="{FF2B5EF4-FFF2-40B4-BE49-F238E27FC236}">
                <a16:creationId xmlns:a16="http://schemas.microsoft.com/office/drawing/2014/main" id="{75A6DFD3-381A-4508-A88C-74D03EE63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6210300"/>
            <a:ext cx="971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进程边界</a:t>
            </a:r>
          </a:p>
        </p:txBody>
      </p:sp>
      <p:sp>
        <p:nvSpPr>
          <p:cNvPr id="139" name="timeline-dot-3">
            <a:extLst xmlns:a="http://schemas.openxmlformats.org/drawingml/2006/main">
              <a:ext uri="{FF2B5EF4-FFF2-40B4-BE49-F238E27FC236}">
                <a16:creationId xmlns:a16="http://schemas.microsoft.com/office/drawing/2014/main" id="{EE23DBD8-AF98-46BF-B5EA-9A5764E71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8674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45C7"/>
          </a:solidFill>
          <a:ln xmlns:a="http://schemas.openxmlformats.org/drawingml/2006/main" w="0">
            <a:solidFill>
              <a:srgbClr val="6D45C7"/>
            </a:solidFill>
            <a:prstDash val="solid"/>
          </a:ln>
        </p:spPr>
      </p:sp>
      <p:sp>
        <p:nvSpPr>
          <p:cNvPr id="140" name="timeline-card-3">
            <a:extLst xmlns:a="http://schemas.openxmlformats.org/drawingml/2006/main">
              <a:ext uri="{FF2B5EF4-FFF2-40B4-BE49-F238E27FC236}">
                <a16:creationId xmlns:a16="http://schemas.microsoft.com/office/drawing/2014/main" id="{705D6FCE-1ACC-445B-943D-DD93AE12E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72200"/>
            <a:ext cx="2571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FA"/>
          </a:solidFill>
          <a:ln xmlns:a="http://schemas.openxmlformats.org/drawingml/2006/main" w="0">
            <a:solidFill>
              <a:srgbClr val="F1ECFA"/>
            </a:solidFill>
            <a:prstDash val="solid"/>
          </a:ln>
        </p:spPr>
      </p:sp>
      <p:pic>
        <p:nvPicPr>
          <p:cNvPr id="25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cdeb5de70347db"/>
          <a:stretch xmlns:a="http://schemas.openxmlformats.org/drawingml/2006/main"/>
        </p:blipFill>
        <p:spPr>
          <a:xfrm xmlns:a="http://schemas.openxmlformats.org/drawingml/2006/main">
            <a:off x="7562850" y="63055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42" name="timeline-text-3">
            <a:extLst xmlns:a="http://schemas.openxmlformats.org/drawingml/2006/main">
              <a:ext uri="{FF2B5EF4-FFF2-40B4-BE49-F238E27FC236}">
                <a16:creationId xmlns:a16="http://schemas.microsoft.com/office/drawing/2014/main" id="{D8BB6B58-07F6-42CB-AD15-5ADC5CB98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6210300"/>
            <a:ext cx="2114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>追踪</a:t>
            </a:r>
          </a:p>
        </p:txBody>
      </p:sp>
      <p:sp>
        <p:nvSpPr>
          <p:cNvPr id="143" name="timeline-dot-4">
            <a:extLst xmlns:a="http://schemas.openxmlformats.org/drawingml/2006/main">
              <a:ext uri="{FF2B5EF4-FFF2-40B4-BE49-F238E27FC236}">
                <a16:creationId xmlns:a16="http://schemas.microsoft.com/office/drawing/2014/main" id="{42256876-971C-44C3-B36A-A2A5DC337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58674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F5B"/>
          </a:solidFill>
          <a:ln xmlns:a="http://schemas.openxmlformats.org/drawingml/2006/main" w="0">
            <a:solidFill>
              <a:srgbClr val="2F8F5B"/>
            </a:solidFill>
            <a:prstDash val="solid"/>
          </a:ln>
        </p:spPr>
      </p:sp>
      <p:sp>
        <p:nvSpPr>
          <p:cNvPr id="144" name="timeline-card-4">
            <a:extLst xmlns:a="http://schemas.openxmlformats.org/drawingml/2006/main">
              <a:ext uri="{FF2B5EF4-FFF2-40B4-BE49-F238E27FC236}">
                <a16:creationId xmlns:a16="http://schemas.microsoft.com/office/drawing/2014/main" id="{B406802C-BB49-4241-9BAC-E9752EDB4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6172200"/>
            <a:ext cx="10287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E"/>
          </a:solidFill>
          <a:ln xmlns:a="http://schemas.openxmlformats.org/drawingml/2006/main" w="0">
            <a:solidFill>
              <a:srgbClr val="EAF5EE"/>
            </a:solidFill>
            <a:prstDash val="solid"/>
          </a:ln>
        </p:spPr>
      </p:sp>
      <p:pic>
        <p:nvPicPr>
          <p:cNvPr id="26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b26d248b424753"/>
          <a:stretch xmlns:a="http://schemas.openxmlformats.org/drawingml/2006/main"/>
        </p:blipFill>
        <p:spPr>
          <a:xfrm xmlns:a="http://schemas.openxmlformats.org/drawingml/2006/main">
            <a:off x="10325100" y="63055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46" name="timeline-text-4">
            <a:extLst xmlns:a="http://schemas.openxmlformats.org/drawingml/2006/main">
              <a:ext uri="{FF2B5EF4-FFF2-40B4-BE49-F238E27FC236}">
                <a16:creationId xmlns:a16="http://schemas.microsoft.com/office/drawing/2014/main" id="{B28B3A76-07CD-44BF-8BCF-942072BDE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6210300"/>
            <a:ext cx="57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rPr>
              <a:t>任务卡</a:t>
            </a:r>
          </a:p>
        </p:txBody>
      </p:sp>
      <p:pic>
        <p:nvPicPr>
          <p:cNvPr id="26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78ec9861164f7d"/>
          <a:stretch xmlns:a="http://schemas.openxmlformats.org/drawingml/2006/main"/>
        </p:blipFill>
        <p:spPr>
          <a:xfrm xmlns:a="http://schemas.openxmlformats.org/drawingml/2006/main">
            <a:off x="10382250" y="268813"/>
            <a:ext cx="952500" cy="214850"/>
          </a:xfrm>
          <a:prstGeom xmlns:a="http://schemas.openxmlformats.org/drawingml/2006/main" prst="rect">
            <a:avLst/>
          </a:prstGeom>
        </p:spPr>
      </p:pic>
      <p:pic>
        <p:nvPicPr>
          <p:cNvPr id="26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96e8109d2d4658"/>
          <a:stretch xmlns:a="http://schemas.openxmlformats.org/drawingml/2006/main"/>
        </p:blipFill>
        <p:spPr>
          <a:xfrm xmlns:a="http://schemas.openxmlformats.org/drawingml/2006/main">
            <a:off x="6703176" y="1924050"/>
            <a:ext cx="4500648" cy="3124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980598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9937CBA2-7E4F-43F3-9EBA-CFD6BD1B5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38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rPr>
              <a:t>14 · 第二幕｜规格 → 可执行任务</a:t>
            </a:r>
          </a:p>
        </p:txBody>
      </p:sp>
      <p:sp>
        <p:nvSpPr>
          <p:cNvPr id="5" name="team-name">
            <a:extLst xmlns:a="http://schemas.openxmlformats.org/drawingml/2006/main">
              <a:ext uri="{FF2B5EF4-FFF2-40B4-BE49-F238E27FC236}">
                <a16:creationId xmlns:a16="http://schemas.microsoft.com/office/drawing/2014/main" id="{DF70FBB6-5F6E-4537-9090-0CBE67318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6" name="business-direction">
            <a:extLst xmlns:a="http://schemas.openxmlformats.org/drawingml/2006/main">
              <a:ext uri="{FF2B5EF4-FFF2-40B4-BE49-F238E27FC236}">
                <a16:creationId xmlns:a16="http://schemas.microsoft.com/office/drawing/2014/main" id="{264209F6-E82F-4B7F-97F5-9E0C8215D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" name="storyline-lead">
            <a:extLst xmlns:a="http://schemas.openxmlformats.org/drawingml/2006/main">
              <a:ext uri="{FF2B5EF4-FFF2-40B4-BE49-F238E27FC236}">
                <a16:creationId xmlns:a16="http://schemas.microsoft.com/office/drawing/2014/main" id="{513D4A51-8337-4FB4-B56E-8172C046E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8" name="storyline-outcome">
            <a:extLst xmlns:a="http://schemas.openxmlformats.org/drawingml/2006/main">
              <a:ext uri="{FF2B5EF4-FFF2-40B4-BE49-F238E27FC236}">
                <a16:creationId xmlns:a16="http://schemas.microsoft.com/office/drawing/2014/main" id="{BB1932BF-7915-4685-850E-EE30D779E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9" name="origin-story">
            <a:extLst xmlns:a="http://schemas.openxmlformats.org/drawingml/2006/main">
              <a:ext uri="{FF2B5EF4-FFF2-40B4-BE49-F238E27FC236}">
                <a16:creationId xmlns:a16="http://schemas.microsoft.com/office/drawing/2014/main" id="{4F383126-75F9-4A95-9DFA-12133DB4A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1104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210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任务卡只允许一个可观察结果</a:t>
            </a:r>
          </a:p>
        </p:txBody>
      </p:sp>
      <p:sp>
        <p:nvSpPr>
          <p:cNvPr id="10" name="capability-label">
            <a:extLst xmlns:a="http://schemas.openxmlformats.org/drawingml/2006/main">
              <a:ext uri="{FF2B5EF4-FFF2-40B4-BE49-F238E27FC236}">
                <a16:creationId xmlns:a16="http://schemas.microsoft.com/office/drawing/2014/main" id="{6618DDA6-5320-4544-A67A-4138E5DF0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9115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SLIDE 14 · WORKSHOP</a:t>
            </a:r>
          </a:p>
        </p:txBody>
      </p:sp>
      <p:sp>
        <p:nvSpPr>
          <p:cNvPr id="12" name="capability-goal-text">
            <a:extLst xmlns:a="http://schemas.openxmlformats.org/drawingml/2006/main">
              <a:ext uri="{FF2B5EF4-FFF2-40B4-BE49-F238E27FC236}">
                <a16:creationId xmlns:a16="http://schemas.microsoft.com/office/drawing/2014/main" id="{A9BB6ADF-6F5A-486E-9828-9BB90056D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4" name="capability-tech-text">
            <a:extLst xmlns:a="http://schemas.openxmlformats.org/drawingml/2006/main">
              <a:ext uri="{FF2B5EF4-FFF2-40B4-BE49-F238E27FC236}">
                <a16:creationId xmlns:a16="http://schemas.microsoft.com/office/drawing/2014/main" id="{A789BA83-BEE2-4D60-80BC-6239BCAB3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6" name="capability-collaboration-text">
            <a:extLst xmlns:a="http://schemas.openxmlformats.org/drawingml/2006/main">
              <a:ext uri="{FF2B5EF4-FFF2-40B4-BE49-F238E27FC236}">
                <a16:creationId xmlns:a16="http://schemas.microsoft.com/office/drawing/2014/main" id="{D085A46E-BB95-4E44-A140-3211DC950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8" name="capability-cohesion-text">
            <a:extLst xmlns:a="http://schemas.openxmlformats.org/drawingml/2006/main">
              <a:ext uri="{FF2B5EF4-FFF2-40B4-BE49-F238E27FC236}">
                <a16:creationId xmlns:a16="http://schemas.microsoft.com/office/drawing/2014/main" id="{31E7FE61-7CF7-4BF1-B351-6E8BC2ABB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21" name="journey-top-rule">
            <a:extLst xmlns:a="http://schemas.openxmlformats.org/drawingml/2006/main">
              <a:ext uri="{FF2B5EF4-FFF2-40B4-BE49-F238E27FC236}">
                <a16:creationId xmlns:a16="http://schemas.microsoft.com/office/drawing/2014/main" id="{3F7D1C62-8DF5-4E48-9864-9C17DDEE1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2" name="journey-label">
            <a:extLst xmlns:a="http://schemas.openxmlformats.org/drawingml/2006/main">
              <a:ext uri="{FF2B5EF4-FFF2-40B4-BE49-F238E27FC236}">
                <a16:creationId xmlns:a16="http://schemas.microsoft.com/office/drawing/2014/main" id="{8E7E41EF-B0E6-4678-B07F-0EBF826CF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按可验证依赖切任务，而不是按页面、类或文件数量切。</a:t>
            </a:r>
          </a:p>
        </p:txBody>
      </p:sp>
      <p:sp>
        <p:nvSpPr>
          <p:cNvPr id="26" name="stage-01-number">
            <a:extLst xmlns:a="http://schemas.openxmlformats.org/drawingml/2006/main">
              <a:ext uri="{FF2B5EF4-FFF2-40B4-BE49-F238E27FC236}">
                <a16:creationId xmlns:a16="http://schemas.microsoft.com/office/drawing/2014/main" id="{4225D723-AF17-46CE-8F57-EF6385A30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27" name="stage-01-title">
            <a:extLst xmlns:a="http://schemas.openxmlformats.org/drawingml/2006/main">
              <a:ext uri="{FF2B5EF4-FFF2-40B4-BE49-F238E27FC236}">
                <a16:creationId xmlns:a16="http://schemas.microsoft.com/office/drawing/2014/main" id="{A080687F-349A-4D96-8B9B-B15D9284C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28" name="stage-01-body">
            <a:extLst xmlns:a="http://schemas.openxmlformats.org/drawingml/2006/main">
              <a:ext uri="{FF2B5EF4-FFF2-40B4-BE49-F238E27FC236}">
                <a16:creationId xmlns:a16="http://schemas.microsoft.com/office/drawing/2014/main" id="{35DB16DD-F51B-49F2-B81F-24E50A16B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36" name="stage-03-number">
            <a:extLst xmlns:a="http://schemas.openxmlformats.org/drawingml/2006/main">
              <a:ext uri="{FF2B5EF4-FFF2-40B4-BE49-F238E27FC236}">
                <a16:creationId xmlns:a16="http://schemas.microsoft.com/office/drawing/2014/main" id="{C0286EEE-76D7-4C3D-959B-C1A40C2DE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37" name="stage-03-title">
            <a:extLst xmlns:a="http://schemas.openxmlformats.org/drawingml/2006/main">
              <a:ext uri="{FF2B5EF4-FFF2-40B4-BE49-F238E27FC236}">
                <a16:creationId xmlns:a16="http://schemas.microsoft.com/office/drawing/2014/main" id="{B27EC97C-4E04-4513-B0CF-9ED410CD8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38" name="stage-03-body">
            <a:extLst xmlns:a="http://schemas.openxmlformats.org/drawingml/2006/main">
              <a:ext uri="{FF2B5EF4-FFF2-40B4-BE49-F238E27FC236}">
                <a16:creationId xmlns:a16="http://schemas.microsoft.com/office/drawing/2014/main" id="{9E912F49-5FAE-4B6A-9826-0EE1EFB7F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46" name="stage-05-number">
            <a:extLst xmlns:a="http://schemas.openxmlformats.org/drawingml/2006/main">
              <a:ext uri="{FF2B5EF4-FFF2-40B4-BE49-F238E27FC236}">
                <a16:creationId xmlns:a16="http://schemas.microsoft.com/office/drawing/2014/main" id="{AA36F8DB-73A8-47E8-A962-56FE8DE85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47" name="stage-05-title">
            <a:extLst xmlns:a="http://schemas.openxmlformats.org/drawingml/2006/main">
              <a:ext uri="{FF2B5EF4-FFF2-40B4-BE49-F238E27FC236}">
                <a16:creationId xmlns:a16="http://schemas.microsoft.com/office/drawing/2014/main" id="{E55E05DE-AFC6-4422-9A2F-AD9E27F89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48" name="stage-05-body">
            <a:extLst xmlns:a="http://schemas.openxmlformats.org/drawingml/2006/main">
              <a:ext uri="{FF2B5EF4-FFF2-40B4-BE49-F238E27FC236}">
                <a16:creationId xmlns:a16="http://schemas.microsoft.com/office/drawing/2014/main" id="{F938BB63-05FA-4699-B9B6-45CD5A0C9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0" name="rail-flow-label">
            <a:extLst xmlns:a="http://schemas.openxmlformats.org/drawingml/2006/main">
              <a:ext uri="{FF2B5EF4-FFF2-40B4-BE49-F238E27FC236}">
                <a16:creationId xmlns:a16="http://schemas.microsoft.com/office/drawing/2014/main" id="{FF5EAC43-B84B-4541-B2F4-61336FAA9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8585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858585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1" name="rail-flow-line">
            <a:extLst xmlns:a="http://schemas.openxmlformats.org/drawingml/2006/main">
              <a:ext uri="{FF2B5EF4-FFF2-40B4-BE49-F238E27FC236}">
                <a16:creationId xmlns:a16="http://schemas.microsoft.com/office/drawing/2014/main" id="{AF9A8871-2B22-4386-A390-72752FB38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3" name="rail-flow-idea-label">
            <a:extLst xmlns:a="http://schemas.openxmlformats.org/drawingml/2006/main">
              <a:ext uri="{FF2B5EF4-FFF2-40B4-BE49-F238E27FC236}">
                <a16:creationId xmlns:a16="http://schemas.microsoft.com/office/drawing/2014/main" id="{72E1E745-7177-4B95-A3C2-46F9EE067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5" name="rail-flow-attack-label">
            <a:extLst xmlns:a="http://schemas.openxmlformats.org/drawingml/2006/main">
              <a:ext uri="{FF2B5EF4-FFF2-40B4-BE49-F238E27FC236}">
                <a16:creationId xmlns:a16="http://schemas.microsoft.com/office/drawing/2014/main" id="{1CD5E551-A644-4209-8B85-C43D55DAD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7" name="rail-flow-delivery-label">
            <a:extLst xmlns:a="http://schemas.openxmlformats.org/drawingml/2006/main">
              <a:ext uri="{FF2B5EF4-FFF2-40B4-BE49-F238E27FC236}">
                <a16:creationId xmlns:a16="http://schemas.microsoft.com/office/drawing/2014/main" id="{41242F25-AB1D-4FEC-AA44-0C6A2FA72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8" name="rail-result-box">
            <a:extLst xmlns:a="http://schemas.openxmlformats.org/drawingml/2006/main">
              <a:ext uri="{FF2B5EF4-FFF2-40B4-BE49-F238E27FC236}">
                <a16:creationId xmlns:a16="http://schemas.microsoft.com/office/drawing/2014/main" id="{F7117D08-254C-4F26-B6DD-8B03EB047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0" name="rail-result-text">
            <a:extLst xmlns:a="http://schemas.openxmlformats.org/drawingml/2006/main">
              <a:ext uri="{FF2B5EF4-FFF2-40B4-BE49-F238E27FC236}">
                <a16:creationId xmlns:a16="http://schemas.microsoft.com/office/drawing/2014/main" id="{34A8EF6F-28E9-4F9F-8CFD-1BF6F2603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63" b="1">
                <a:solidFill>
                  <a:srgbClr val="9C000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9C000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61" name="grid-top-rule">
            <a:extLst xmlns:a="http://schemas.openxmlformats.org/drawingml/2006/main">
              <a:ext uri="{FF2B5EF4-FFF2-40B4-BE49-F238E27FC236}">
                <a16:creationId xmlns:a16="http://schemas.microsoft.com/office/drawing/2014/main" id="{0F39FBDF-9E3B-4D49-B005-6B5B93FED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2" name="grid-middle-rule">
            <a:extLst xmlns:a="http://schemas.openxmlformats.org/drawingml/2006/main">
              <a:ext uri="{FF2B5EF4-FFF2-40B4-BE49-F238E27FC236}">
                <a16:creationId xmlns:a16="http://schemas.microsoft.com/office/drawing/2014/main" id="{BBC7B45A-19EF-4696-97BA-CE5C123E4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3" name="grid-vertical-rule">
            <a:extLst xmlns:a="http://schemas.openxmlformats.org/drawingml/2006/main">
              <a:ext uri="{FF2B5EF4-FFF2-40B4-BE49-F238E27FC236}">
                <a16:creationId xmlns:a16="http://schemas.microsoft.com/office/drawing/2014/main" id="{9513784B-DF55-42B5-ACF2-4EF87CE54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4" name="capability-top-rule">
            <a:extLst xmlns:a="http://schemas.openxmlformats.org/drawingml/2006/main">
              <a:ext uri="{FF2B5EF4-FFF2-40B4-BE49-F238E27FC236}">
                <a16:creationId xmlns:a16="http://schemas.microsoft.com/office/drawing/2014/main" id="{9013330B-53F2-4C98-B459-B7BC45073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5" name="module-01-icon-background">
            <a:extLst xmlns:a="http://schemas.openxmlformats.org/drawingml/2006/main">
              <a:ext uri="{FF2B5EF4-FFF2-40B4-BE49-F238E27FC236}">
                <a16:creationId xmlns:a16="http://schemas.microsoft.com/office/drawing/2014/main" id="{6BB7565D-24EF-47D6-BBB0-E18B6DE76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24050"/>
            <a:ext cx="4762500" cy="3124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B"/>
          </a:solidFill>
          <a:ln xmlns:a="http://schemas.openxmlformats.org/drawingml/2006/main" w="0">
            <a:solidFill>
              <a:srgbClr val="EAF2FB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7" name="module-02-icon-background">
            <a:extLst xmlns:a="http://schemas.openxmlformats.org/drawingml/2006/main">
              <a:ext uri="{FF2B5EF4-FFF2-40B4-BE49-F238E27FC236}">
                <a16:creationId xmlns:a16="http://schemas.microsoft.com/office/drawing/2014/main" id="{80C31D3C-F758-4BBC-A10E-E9C339D14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24050"/>
            <a:ext cx="4762500" cy="3124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FA"/>
          </a:solidFill>
          <a:ln xmlns:a="http://schemas.openxmlformats.org/drawingml/2006/main" w="0">
            <a:solidFill>
              <a:srgbClr val="F1ECF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9" name="module-03-icon-background">
            <a:extLst xmlns:a="http://schemas.openxmlformats.org/drawingml/2006/main">
              <a:ext uri="{FF2B5EF4-FFF2-40B4-BE49-F238E27FC236}">
                <a16:creationId xmlns:a16="http://schemas.microsoft.com/office/drawing/2014/main" id="{78E97F08-D68A-43EC-A2D0-7C3051E07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1" name="module-04-icon-background">
            <a:extLst xmlns:a="http://schemas.openxmlformats.org/drawingml/2006/main">
              <a:ext uri="{FF2B5EF4-FFF2-40B4-BE49-F238E27FC236}">
                <a16:creationId xmlns:a16="http://schemas.microsoft.com/office/drawing/2014/main" id="{C303905D-0287-4B86-92D4-33F0EB3B9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3" name="module-04-number">
            <a:extLst xmlns:a="http://schemas.openxmlformats.org/drawingml/2006/main">
              <a:ext uri="{FF2B5EF4-FFF2-40B4-BE49-F238E27FC236}">
                <a16:creationId xmlns:a16="http://schemas.microsoft.com/office/drawing/2014/main" id="{644EFF2E-DC9B-4D41-84F4-10582B446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4" name="module-04-title">
            <a:extLst xmlns:a="http://schemas.openxmlformats.org/drawingml/2006/main">
              <a:ext uri="{FF2B5EF4-FFF2-40B4-BE49-F238E27FC236}">
                <a16:creationId xmlns:a16="http://schemas.microsoft.com/office/drawing/2014/main" id="{9C3B8801-0886-4C35-A421-9571B2595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5" name="module-04-body">
            <a:extLst xmlns:a="http://schemas.openxmlformats.org/drawingml/2006/main">
              <a:ext uri="{FF2B5EF4-FFF2-40B4-BE49-F238E27FC236}">
                <a16:creationId xmlns:a16="http://schemas.microsoft.com/office/drawing/2014/main" id="{815AB31E-77DC-41EF-9FDD-2104B3529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6" name="capability-goal-icon-background">
            <a:extLst xmlns:a="http://schemas.openxmlformats.org/drawingml/2006/main">
              <a:ext uri="{FF2B5EF4-FFF2-40B4-BE49-F238E27FC236}">
                <a16:creationId xmlns:a16="http://schemas.microsoft.com/office/drawing/2014/main" id="{ACC8CF6A-83B8-4CA8-B500-7FCD1FE49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8" name="capability-tech-icon-background">
            <a:extLst xmlns:a="http://schemas.openxmlformats.org/drawingml/2006/main">
              <a:ext uri="{FF2B5EF4-FFF2-40B4-BE49-F238E27FC236}">
                <a16:creationId xmlns:a16="http://schemas.microsoft.com/office/drawing/2014/main" id="{1FBC427F-E57C-45DB-9CCE-FEBB0D899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0" name="capability-collaboration-icon-background">
            <a:extLst xmlns:a="http://schemas.openxmlformats.org/drawingml/2006/main">
              <a:ext uri="{FF2B5EF4-FFF2-40B4-BE49-F238E27FC236}">
                <a16:creationId xmlns:a16="http://schemas.microsoft.com/office/drawing/2014/main" id="{6E13DFB3-20F1-4890-9CA4-4556205A7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2" name="capability-cohesion-icon-background">
            <a:extLst xmlns:a="http://schemas.openxmlformats.org/drawingml/2006/main">
              <a:ext uri="{FF2B5EF4-FFF2-40B4-BE49-F238E27FC236}">
                <a16:creationId xmlns:a16="http://schemas.microsoft.com/office/drawing/2014/main" id="{6D6CB4E0-0BEB-4D63-8FF5-DCEBE4D95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4" name="competitiveness-result-box">
            <a:extLst xmlns:a="http://schemas.openxmlformats.org/drawingml/2006/main">
              <a:ext uri="{FF2B5EF4-FFF2-40B4-BE49-F238E27FC236}">
                <a16:creationId xmlns:a16="http://schemas.microsoft.com/office/drawing/2014/main" id="{F216EF67-2742-4E3A-81AE-9DA7A0133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6" name="competitiveness-result-text">
            <a:extLst xmlns:a="http://schemas.openxmlformats.org/drawingml/2006/main">
              <a:ext uri="{FF2B5EF4-FFF2-40B4-BE49-F238E27FC236}">
                <a16:creationId xmlns:a16="http://schemas.microsoft.com/office/drawing/2014/main" id="{5EF20348-951F-48D4-9F42-3FB89748A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276850"/>
            <a:ext cx="733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38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rPr>
              <a:t>任务卡限制的是 AI 的自由度，也定义了本轮何时必须停止。</a:t>
            </a:r>
          </a:p>
        </p:txBody>
      </p:sp>
      <p:pic>
        <p:nvPicPr>
          <p:cNvPr id="20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7797176a0446d6"/>
          <a:stretch xmlns:a="http://schemas.openxmlformats.org/drawingml/2006/main"/>
        </p:blipFill>
        <p:spPr>
          <a:xfrm xmlns:a="http://schemas.openxmlformats.org/drawingml/2006/main">
            <a:off x="400050" y="257175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88" name="case-header-rule">
            <a:extLst xmlns:a="http://schemas.openxmlformats.org/drawingml/2006/main">
              <a:ext uri="{FF2B5EF4-FFF2-40B4-BE49-F238E27FC236}">
                <a16:creationId xmlns:a16="http://schemas.microsoft.com/office/drawing/2014/main" id="{BAC1EAF4-B798-4F81-B3D8-E711C771E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0020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7D7"/>
          </a:solidFill>
          <a:ln xmlns:a="http://schemas.openxmlformats.org/drawingml/2006/main" w="0">
            <a:solidFill>
              <a:srgbClr val="D7D7D7"/>
            </a:solidFill>
            <a:prstDash val="solid"/>
          </a:ln>
        </p:spPr>
      </p:sp>
      <p:pic>
        <p:nvPicPr>
          <p:cNvPr id="20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88acc7fa2c4fc8"/>
          <a:stretch xmlns:a="http://schemas.openxmlformats.org/drawingml/2006/main"/>
        </p:blipFill>
        <p:spPr>
          <a:xfrm xmlns:a="http://schemas.openxmlformats.org/drawingml/2006/main">
            <a:off x="666750" y="2190750"/>
            <a:ext cx="438150" cy="438150"/>
          </a:xfrm>
          <a:prstGeom xmlns:a="http://schemas.openxmlformats.org/drawingml/2006/main" prst="rect">
            <a:avLst/>
          </a:prstGeom>
        </p:spPr>
      </p:pic>
      <p:pic>
        <p:nvPicPr>
          <p:cNvPr id="20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fe4561e83443aa"/>
          <a:stretch xmlns:a="http://schemas.openxmlformats.org/drawingml/2006/main"/>
        </p:blipFill>
        <p:spPr>
          <a:xfrm xmlns:a="http://schemas.openxmlformats.org/drawingml/2006/main">
            <a:off x="6838950" y="2190750"/>
            <a:ext cx="438150" cy="438150"/>
          </a:xfrm>
          <a:prstGeom xmlns:a="http://schemas.openxmlformats.org/drawingml/2006/main" prst="rect">
            <a:avLst/>
          </a:prstGeom>
        </p:spPr>
      </p:pic>
      <p:sp>
        <p:nvSpPr>
          <p:cNvPr id="91" name="case-one-number">
            <a:extLst xmlns:a="http://schemas.openxmlformats.org/drawingml/2006/main">
              <a:ext uri="{FF2B5EF4-FFF2-40B4-BE49-F238E27FC236}">
                <a16:creationId xmlns:a16="http://schemas.microsoft.com/office/drawing/2014/main" id="{80F689AD-6F88-4A35-AE85-A26AC3B82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1526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rPr>
              <a:t>CASE 14</a:t>
            </a:r>
          </a:p>
        </p:txBody>
      </p:sp>
      <p:sp>
        <p:nvSpPr>
          <p:cNvPr id="92" name="case-two-number">
            <a:extLst xmlns:a="http://schemas.openxmlformats.org/drawingml/2006/main">
              <a:ext uri="{FF2B5EF4-FFF2-40B4-BE49-F238E27FC236}">
                <a16:creationId xmlns:a16="http://schemas.microsoft.com/office/drawing/2014/main" id="{0A6698CA-AC0B-41F4-85BA-082BCE6B8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1526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>CONTRAST</a:t>
            </a:r>
          </a:p>
        </p:txBody>
      </p:sp>
      <p:sp>
        <p:nvSpPr>
          <p:cNvPr id="93" name="case-one-title">
            <a:extLst xmlns:a="http://schemas.openxmlformats.org/drawingml/2006/main">
              <a:ext uri="{FF2B5EF4-FFF2-40B4-BE49-F238E27FC236}">
                <a16:creationId xmlns:a16="http://schemas.microsoft.com/office/drawing/2014/main" id="{EE710BA8-D19C-4963-AFB4-4F3C1F99D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3622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T01 / 允许边界</a:t>
            </a:r>
          </a:p>
        </p:txBody>
      </p:sp>
      <p:sp>
        <p:nvSpPr>
          <p:cNvPr id="94" name="case-two-title">
            <a:extLst xmlns:a="http://schemas.openxmlformats.org/drawingml/2006/main">
              <a:ext uri="{FF2B5EF4-FFF2-40B4-BE49-F238E27FC236}">
                <a16:creationId xmlns:a16="http://schemas.microsoft.com/office/drawing/2014/main" id="{318AF84A-C84B-43B2-BA7D-1800772BA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3622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RED 与停止条件</a:t>
            </a:r>
          </a:p>
        </p:txBody>
      </p:sp>
      <p:sp>
        <p:nvSpPr>
          <p:cNvPr id="95" name="case-one-method">
            <a:extLst xmlns:a="http://schemas.openxmlformats.org/drawingml/2006/main">
              <a:ext uri="{FF2B5EF4-FFF2-40B4-BE49-F238E27FC236}">
                <a16:creationId xmlns:a16="http://schemas.microsoft.com/office/drawing/2014/main" id="{D641B88F-BC38-42A3-A4BB-5C0A78563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rPr>
              <a:t>ONE OUTCOME</a:t>
            </a:r>
          </a:p>
        </p:txBody>
      </p:sp>
      <p:sp>
        <p:nvSpPr>
          <p:cNvPr id="96" name="case-two-method">
            <a:extLst xmlns:a="http://schemas.openxmlformats.org/drawingml/2006/main">
              <a:ext uri="{FF2B5EF4-FFF2-40B4-BE49-F238E27FC236}">
                <a16:creationId xmlns:a16="http://schemas.microsoft.com/office/drawing/2014/main" id="{138671CA-C122-4895-8836-E45A6FC58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575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>STOP CONTRACT</a:t>
            </a:r>
          </a:p>
        </p:txBody>
      </p:sp>
      <p:sp>
        <p:nvSpPr>
          <p:cNvPr id="97" name="case-left-rule-0">
            <a:extLst xmlns:a="http://schemas.openxmlformats.org/drawingml/2006/main">
              <a:ext uri="{FF2B5EF4-FFF2-40B4-BE49-F238E27FC236}">
                <a16:creationId xmlns:a16="http://schemas.microsoft.com/office/drawing/2014/main" id="{A9E0F7F1-556E-496E-816D-C112F9654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813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98" name="case-right-rule-0">
            <a:extLst xmlns:a="http://schemas.openxmlformats.org/drawingml/2006/main">
              <a:ext uri="{FF2B5EF4-FFF2-40B4-BE49-F238E27FC236}">
                <a16:creationId xmlns:a16="http://schemas.microsoft.com/office/drawing/2014/main" id="{F698392D-CBD9-4BDB-A31B-B374CB008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1813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99" name="case-label-left-0">
            <a:extLst xmlns:a="http://schemas.openxmlformats.org/drawingml/2006/main">
              <a:ext uri="{FF2B5EF4-FFF2-40B4-BE49-F238E27FC236}">
                <a16:creationId xmlns:a16="http://schemas.microsoft.com/office/drawing/2014/main" id="{1AFF2D59-C41A-4DA2-B654-8554618F8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Requirement</a:t>
            </a:r>
          </a:p>
        </p:txBody>
      </p:sp>
      <p:sp>
        <p:nvSpPr>
          <p:cNvPr id="100" name="case-value-left-0">
            <a:extLst xmlns:a="http://schemas.openxmlformats.org/drawingml/2006/main">
              <a:ext uri="{FF2B5EF4-FFF2-40B4-BE49-F238E27FC236}">
                <a16:creationId xmlns:a16="http://schemas.microsoft.com/office/drawing/2014/main" id="{17B95C37-E670-4E76-804D-E304F37CD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2385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FR-ACC-001</a:t>
            </a:r>
          </a:p>
        </p:txBody>
      </p:sp>
      <p:sp>
        <p:nvSpPr>
          <p:cNvPr id="101" name="case-label-right-0">
            <a:extLst xmlns:a="http://schemas.openxmlformats.org/drawingml/2006/main">
              <a:ext uri="{FF2B5EF4-FFF2-40B4-BE49-F238E27FC236}">
                <a16:creationId xmlns:a16="http://schemas.microsoft.com/office/drawing/2014/main" id="{18A46C20-C188-49D9-98C2-BA5F1F298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2385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RED</a:t>
            </a:r>
          </a:p>
        </p:txBody>
      </p:sp>
      <p:sp>
        <p:nvSpPr>
          <p:cNvPr id="102" name="case-value-right-0">
            <a:extLst xmlns:a="http://schemas.openxmlformats.org/drawingml/2006/main">
              <a:ext uri="{FF2B5EF4-FFF2-40B4-BE49-F238E27FC236}">
                <a16:creationId xmlns:a16="http://schemas.microsoft.com/office/drawing/2014/main" id="{7B7E08BA-BD87-441F-B3DB-2BCCF3B9A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2385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[100,112] → [100,112] → [100,112,123]</a:t>
            </a:r>
          </a:p>
        </p:txBody>
      </p:sp>
      <p:sp>
        <p:nvSpPr>
          <p:cNvPr id="103" name="case-left-rule-1">
            <a:extLst xmlns:a="http://schemas.openxmlformats.org/drawingml/2006/main">
              <a:ext uri="{FF2B5EF4-FFF2-40B4-BE49-F238E27FC236}">
                <a16:creationId xmlns:a16="http://schemas.microsoft.com/office/drawing/2014/main" id="{659D7CC2-4EC3-4F7C-BF89-3A07EE6C3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004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04" name="case-right-rule-1">
            <a:extLst xmlns:a="http://schemas.openxmlformats.org/drawingml/2006/main">
              <a:ext uri="{FF2B5EF4-FFF2-40B4-BE49-F238E27FC236}">
                <a16:creationId xmlns:a16="http://schemas.microsoft.com/office/drawing/2014/main" id="{B37D164D-5E44-46FA-ADF5-91601117C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6004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05" name="case-label-left-1">
            <a:extLst xmlns:a="http://schemas.openxmlformats.org/drawingml/2006/main">
              <a:ext uri="{FF2B5EF4-FFF2-40B4-BE49-F238E27FC236}">
                <a16:creationId xmlns:a16="http://schemas.microsoft.com/office/drawing/2014/main" id="{796BAB44-29A4-4469-8C56-2DD29EAB6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576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Allowed</a:t>
            </a:r>
          </a:p>
        </p:txBody>
      </p:sp>
      <p:sp>
        <p:nvSpPr>
          <p:cNvPr id="106" name="case-value-left-1">
            <a:extLst xmlns:a="http://schemas.openxmlformats.org/drawingml/2006/main">
              <a:ext uri="{FF2B5EF4-FFF2-40B4-BE49-F238E27FC236}">
                <a16:creationId xmlns:a16="http://schemas.microsoft.com/office/drawing/2014/main" id="{E2585E34-D692-44BF-BE1E-7329CBA4B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576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Coordinator + 对应测试</a:t>
            </a:r>
          </a:p>
        </p:txBody>
      </p:sp>
      <p:sp>
        <p:nvSpPr>
          <p:cNvPr id="107" name="case-label-right-1">
            <a:extLst xmlns:a="http://schemas.openxmlformats.org/drawingml/2006/main">
              <a:ext uri="{FF2B5EF4-FFF2-40B4-BE49-F238E27FC236}">
                <a16:creationId xmlns:a16="http://schemas.microsoft.com/office/drawing/2014/main" id="{40591D54-6B8B-4336-9EA6-38AC4E705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6576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GREEN</a:t>
            </a:r>
          </a:p>
        </p:txBody>
      </p:sp>
      <p:sp>
        <p:nvSpPr>
          <p:cNvPr id="108" name="case-value-right-1">
            <a:extLst xmlns:a="http://schemas.openxmlformats.org/drawingml/2006/main">
              <a:ext uri="{FF2B5EF4-FFF2-40B4-BE49-F238E27FC236}">
                <a16:creationId xmlns:a16="http://schemas.microsoft.com/office/drawing/2014/main" id="{3E0F325A-0686-4039-ACBE-35AD57BC2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6576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handler 仅 1 次，参数包含 123</a:t>
            </a:r>
          </a:p>
        </p:txBody>
      </p:sp>
      <p:sp>
        <p:nvSpPr>
          <p:cNvPr id="109" name="case-left-rule-2">
            <a:extLst xmlns:a="http://schemas.openxmlformats.org/drawingml/2006/main">
              <a:ext uri="{FF2B5EF4-FFF2-40B4-BE49-F238E27FC236}">
                <a16:creationId xmlns:a16="http://schemas.microsoft.com/office/drawing/2014/main" id="{B431DC1D-7996-47F7-B716-B4104C061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195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0" name="case-right-rule-2">
            <a:extLst xmlns:a="http://schemas.openxmlformats.org/drawingml/2006/main">
              <a:ext uri="{FF2B5EF4-FFF2-40B4-BE49-F238E27FC236}">
                <a16:creationId xmlns:a16="http://schemas.microsoft.com/office/drawing/2014/main" id="{8A9990CB-8F45-4A02-86D6-E10EE0E9F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0195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1" name="case-label-left-2">
            <a:extLst xmlns:a="http://schemas.openxmlformats.org/drawingml/2006/main">
              <a:ext uri="{FF2B5EF4-FFF2-40B4-BE49-F238E27FC236}">
                <a16:creationId xmlns:a16="http://schemas.microsoft.com/office/drawing/2014/main" id="{2BEDC775-5045-4471-AF1B-C0AD01484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767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Forbidden</a:t>
            </a:r>
          </a:p>
        </p:txBody>
      </p:sp>
      <p:sp>
        <p:nvSpPr>
          <p:cNvPr id="112" name="case-value-left-2">
            <a:extLst xmlns:a="http://schemas.openxmlformats.org/drawingml/2006/main">
              <a:ext uri="{FF2B5EF4-FFF2-40B4-BE49-F238E27FC236}">
                <a16:creationId xmlns:a16="http://schemas.microsoft.com/office/drawing/2014/main" id="{EA218FAD-D644-4FFB-BE95-C64F04C7F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767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UI / Handler / Repository</a:t>
            </a:r>
          </a:p>
        </p:txBody>
      </p:sp>
      <p:sp>
        <p:nvSpPr>
          <p:cNvPr id="113" name="case-label-right-2">
            <a:extLst xmlns:a="http://schemas.openxmlformats.org/drawingml/2006/main">
              <a:ext uri="{FF2B5EF4-FFF2-40B4-BE49-F238E27FC236}">
                <a16:creationId xmlns:a16="http://schemas.microsoft.com/office/drawing/2014/main" id="{577C7B67-0F67-44A6-9DDD-559EFF9DC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0767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回归</a:t>
            </a:r>
          </a:p>
        </p:txBody>
      </p:sp>
      <p:sp>
        <p:nvSpPr>
          <p:cNvPr id="114" name="case-value-right-2">
            <a:extLst xmlns:a="http://schemas.openxmlformats.org/drawingml/2006/main">
              <a:ext uri="{FF2B5EF4-FFF2-40B4-BE49-F238E27FC236}">
                <a16:creationId xmlns:a16="http://schemas.microsoft.com/office/drawing/2014/main" id="{563E56E8-30B3-435F-846A-BBF723B44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0767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窄测 + 相关全模块测试</a:t>
            </a:r>
          </a:p>
        </p:txBody>
      </p:sp>
      <p:sp>
        <p:nvSpPr>
          <p:cNvPr id="115" name="case-left-rule-3">
            <a:extLst xmlns:a="http://schemas.openxmlformats.org/drawingml/2006/main">
              <a:ext uri="{FF2B5EF4-FFF2-40B4-BE49-F238E27FC236}">
                <a16:creationId xmlns:a16="http://schemas.microsoft.com/office/drawing/2014/main" id="{73F1F4EA-AE10-4C4D-BA07-7CC8DAE70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386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6" name="case-right-rule-3">
            <a:extLst xmlns:a="http://schemas.openxmlformats.org/drawingml/2006/main">
              <a:ext uri="{FF2B5EF4-FFF2-40B4-BE49-F238E27FC236}">
                <a16:creationId xmlns:a16="http://schemas.microsoft.com/office/drawing/2014/main" id="{54F3B591-F56B-4DB3-A065-BC6E7BCF2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4386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7" name="case-label-left-3">
            <a:extLst xmlns:a="http://schemas.openxmlformats.org/drawingml/2006/main">
              <a:ext uri="{FF2B5EF4-FFF2-40B4-BE49-F238E27FC236}">
                <a16:creationId xmlns:a16="http://schemas.microsoft.com/office/drawing/2014/main" id="{678E3CF7-1438-4AC3-A0C1-5353F3F2F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958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目标</a:t>
            </a:r>
          </a:p>
        </p:txBody>
      </p:sp>
      <p:sp>
        <p:nvSpPr>
          <p:cNvPr id="118" name="case-value-left-3">
            <a:extLst xmlns:a="http://schemas.openxmlformats.org/drawingml/2006/main">
              <a:ext uri="{FF2B5EF4-FFF2-40B4-BE49-F238E27FC236}">
                <a16:creationId xmlns:a16="http://schemas.microsoft.com/office/drawing/2014/main" id="{63677797-5DC0-45FD-9D3E-4D98A65D1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4958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trigger 可见后只 dispatch 一次</a:t>
            </a:r>
          </a:p>
        </p:txBody>
      </p:sp>
      <p:sp>
        <p:nvSpPr>
          <p:cNvPr id="119" name="case-label-right-3">
            <a:extLst xmlns:a="http://schemas.openxmlformats.org/drawingml/2006/main">
              <a:ext uri="{FF2B5EF4-FFF2-40B4-BE49-F238E27FC236}">
                <a16:creationId xmlns:a16="http://schemas.microsoft.com/office/drawing/2014/main" id="{796CDBCF-DEAC-47B8-9C7D-BBC794C33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4958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STOP</a:t>
            </a:r>
          </a:p>
        </p:txBody>
      </p:sp>
      <p:sp>
        <p:nvSpPr>
          <p:cNvPr id="120" name="case-value-right-3">
            <a:extLst xmlns:a="http://schemas.openxmlformats.org/drawingml/2006/main">
              <a:ext uri="{FF2B5EF4-FFF2-40B4-BE49-F238E27FC236}">
                <a16:creationId xmlns:a16="http://schemas.microsoft.com/office/drawing/2014/main" id="{1212E204-1B9F-477E-80DD-961E203DC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4958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测试绿 / diff 不越界 / progress 已写</a:t>
            </a:r>
          </a:p>
        </p:txBody>
      </p:sp>
      <p:sp>
        <p:nvSpPr>
          <p:cNvPr id="121" name="case-transfer-circle">
            <a:extLst xmlns:a="http://schemas.openxmlformats.org/drawingml/2006/main">
              <a:ext uri="{FF2B5EF4-FFF2-40B4-BE49-F238E27FC236}">
                <a16:creationId xmlns:a16="http://schemas.microsoft.com/office/drawing/2014/main" id="{FF6A693F-DADF-434A-A7E7-B5831EE8E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95275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7000B"/>
            </a:solidFill>
            <a:prstDash val="solid"/>
          </a:ln>
        </p:spPr>
      </p:sp>
      <p:pic>
        <p:nvPicPr>
          <p:cNvPr id="2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35a28660b7460f"/>
          <a:stretch xmlns:a="http://schemas.openxmlformats.org/drawingml/2006/main"/>
        </p:blipFill>
        <p:spPr>
          <a:xfrm xmlns:a="http://schemas.openxmlformats.org/drawingml/2006/main">
            <a:off x="5667375" y="3105150"/>
            <a:ext cx="400050" cy="400050"/>
          </a:xfrm>
          <a:prstGeom xmlns:a="http://schemas.openxmlformats.org/drawingml/2006/main" prst="rect">
            <a:avLst/>
          </a:prstGeom>
        </p:spPr>
      </p:pic>
      <p:sp>
        <p:nvSpPr>
          <p:cNvPr id="123" name="case-transfer-text">
            <a:extLst xmlns:a="http://schemas.openxmlformats.org/drawingml/2006/main">
              <a:ext uri="{FF2B5EF4-FFF2-40B4-BE49-F238E27FC236}">
                <a16:creationId xmlns:a16="http://schemas.microsoft.com/office/drawing/2014/main" id="{48A38601-6EA4-43E6-9D6F-38C449733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524250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88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对照</a:t>
            </a:r>
          </a:p>
        </p:txBody>
      </p:sp>
      <p:sp>
        <p:nvSpPr>
          <p:cNvPr id="124" name="case-left-arrow">
            <a:extLst xmlns:a="http://schemas.openxmlformats.org/drawingml/2006/main">
              <a:ext uri="{FF2B5EF4-FFF2-40B4-BE49-F238E27FC236}">
                <a16:creationId xmlns:a16="http://schemas.microsoft.com/office/drawing/2014/main" id="{03A1806C-B519-4A4A-9980-2434DFAFD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21945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22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←</a:t>
            </a:r>
          </a:p>
        </p:txBody>
      </p:sp>
      <p:sp>
        <p:nvSpPr>
          <p:cNvPr id="125" name="case-right-arrow">
            <a:extLst xmlns:a="http://schemas.openxmlformats.org/drawingml/2006/main">
              <a:ext uri="{FF2B5EF4-FFF2-40B4-BE49-F238E27FC236}">
                <a16:creationId xmlns:a16="http://schemas.microsoft.com/office/drawing/2014/main" id="{E8FB34F1-A4F6-406E-85FD-21A5A0934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21945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22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26" name="timeline-rule">
            <a:extLst xmlns:a="http://schemas.openxmlformats.org/drawingml/2006/main">
              <a:ext uri="{FF2B5EF4-FFF2-40B4-BE49-F238E27FC236}">
                <a16:creationId xmlns:a16="http://schemas.microsoft.com/office/drawing/2014/main" id="{46F26517-8D14-4ED8-B91E-154EEEC9A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81700"/>
            <a:ext cx="10934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7D7"/>
          </a:solidFill>
          <a:ln xmlns:a="http://schemas.openxmlformats.org/drawingml/2006/main" w="0">
            <a:solidFill>
              <a:srgbClr val="D7D7D7"/>
            </a:solidFill>
            <a:prstDash val="solid"/>
          </a:ln>
        </p:spPr>
      </p:sp>
      <p:sp>
        <p:nvSpPr>
          <p:cNvPr id="127" name="timeline-dot-0">
            <a:extLst xmlns:a="http://schemas.openxmlformats.org/drawingml/2006/main">
              <a:ext uri="{FF2B5EF4-FFF2-40B4-BE49-F238E27FC236}">
                <a16:creationId xmlns:a16="http://schemas.microsoft.com/office/drawing/2014/main" id="{B1B2265D-D326-40FF-A60F-C0FBE9741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674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128" name="timeline-card-0">
            <a:extLst xmlns:a="http://schemas.openxmlformats.org/drawingml/2006/main">
              <a:ext uri="{FF2B5EF4-FFF2-40B4-BE49-F238E27FC236}">
                <a16:creationId xmlns:a16="http://schemas.microsoft.com/office/drawing/2014/main" id="{E06F85EB-4FA9-4043-8BE1-A3CF40B5C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72200"/>
            <a:ext cx="2000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EC"/>
          </a:solidFill>
          <a:ln xmlns:a="http://schemas.openxmlformats.org/drawingml/2006/main" w="0">
            <a:solidFill>
              <a:srgbClr val="FBEAEC"/>
            </a:solidFill>
            <a:prstDash val="solid"/>
          </a:ln>
        </p:spPr>
      </p:sp>
      <p:pic>
        <p:nvPicPr>
          <p:cNvPr id="2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16b2b20dba4926"/>
          <a:stretch xmlns:a="http://schemas.openxmlformats.org/drawingml/2006/main"/>
        </p:blipFill>
        <p:spPr>
          <a:xfrm xmlns:a="http://schemas.openxmlformats.org/drawingml/2006/main">
            <a:off x="514350" y="63055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30" name="timeline-text-0">
            <a:extLst xmlns:a="http://schemas.openxmlformats.org/drawingml/2006/main">
              <a:ext uri="{FF2B5EF4-FFF2-40B4-BE49-F238E27FC236}">
                <a16:creationId xmlns:a16="http://schemas.microsoft.com/office/drawing/2014/main" id="{3B912A19-9FE5-4187-98C5-1F80D3054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210300"/>
            <a:ext cx="1543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状态</a:t>
            </a:r>
          </a:p>
        </p:txBody>
      </p:sp>
      <p:sp>
        <p:nvSpPr>
          <p:cNvPr id="131" name="timeline-dot-1">
            <a:extLst xmlns:a="http://schemas.openxmlformats.org/drawingml/2006/main">
              <a:ext uri="{FF2B5EF4-FFF2-40B4-BE49-F238E27FC236}">
                <a16:creationId xmlns:a16="http://schemas.microsoft.com/office/drawing/2014/main" id="{7D872788-C8C9-4D53-BCFB-3EE338664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58674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45C7"/>
          </a:solidFill>
          <a:ln xmlns:a="http://schemas.openxmlformats.org/drawingml/2006/main" w="0">
            <a:solidFill>
              <a:srgbClr val="6D45C7"/>
            </a:solidFill>
            <a:prstDash val="solid"/>
          </a:ln>
        </p:spPr>
      </p:sp>
      <p:sp>
        <p:nvSpPr>
          <p:cNvPr id="132" name="timeline-card-1">
            <a:extLst xmlns:a="http://schemas.openxmlformats.org/drawingml/2006/main">
              <a:ext uri="{FF2B5EF4-FFF2-40B4-BE49-F238E27FC236}">
                <a16:creationId xmlns:a16="http://schemas.microsoft.com/office/drawing/2014/main" id="{07574872-6C46-4DCB-998F-DE9FCE105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6172200"/>
            <a:ext cx="3048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FA"/>
          </a:solidFill>
          <a:ln xmlns:a="http://schemas.openxmlformats.org/drawingml/2006/main" w="0">
            <a:solidFill>
              <a:srgbClr val="F1ECFA"/>
            </a:solidFill>
            <a:prstDash val="solid"/>
          </a:ln>
        </p:spPr>
      </p:sp>
      <p:pic>
        <p:nvPicPr>
          <p:cNvPr id="2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0c0dc52abb4c38"/>
          <a:stretch xmlns:a="http://schemas.openxmlformats.org/drawingml/2006/main"/>
        </p:blipFill>
        <p:spPr>
          <a:xfrm xmlns:a="http://schemas.openxmlformats.org/drawingml/2006/main">
            <a:off x="2705100" y="63055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34" name="timeline-text-1">
            <a:extLst xmlns:a="http://schemas.openxmlformats.org/drawingml/2006/main">
              <a:ext uri="{FF2B5EF4-FFF2-40B4-BE49-F238E27FC236}">
                <a16:creationId xmlns:a16="http://schemas.microsoft.com/office/drawing/2014/main" id="{4A727200-EA29-4361-9862-418A0DE95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6210300"/>
            <a:ext cx="2590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>不变量</a:t>
            </a:r>
          </a:p>
        </p:txBody>
      </p:sp>
      <p:sp>
        <p:nvSpPr>
          <p:cNvPr id="135" name="timeline-dot-2">
            <a:extLst xmlns:a="http://schemas.openxmlformats.org/drawingml/2006/main">
              <a:ext uri="{FF2B5EF4-FFF2-40B4-BE49-F238E27FC236}">
                <a16:creationId xmlns:a16="http://schemas.microsoft.com/office/drawing/2014/main" id="{3F1EC896-E46F-4384-894B-3DDEC4776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58674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136" name="timeline-card-2">
            <a:extLst xmlns:a="http://schemas.openxmlformats.org/drawingml/2006/main">
              <a:ext uri="{FF2B5EF4-FFF2-40B4-BE49-F238E27FC236}">
                <a16:creationId xmlns:a16="http://schemas.microsoft.com/office/drawing/2014/main" id="{F4FEA41C-C58A-4D35-9F21-95E1FD4ED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6172200"/>
            <a:ext cx="1428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EC"/>
          </a:solidFill>
          <a:ln xmlns:a="http://schemas.openxmlformats.org/drawingml/2006/main" w="0">
            <a:solidFill>
              <a:srgbClr val="FBEAEC"/>
            </a:solidFill>
            <a:prstDash val="solid"/>
          </a:ln>
        </p:spPr>
      </p:sp>
      <p:pic>
        <p:nvPicPr>
          <p:cNvPr id="2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eb7132d81e4e36"/>
          <a:stretch xmlns:a="http://schemas.openxmlformats.org/drawingml/2006/main"/>
        </p:blipFill>
        <p:spPr>
          <a:xfrm xmlns:a="http://schemas.openxmlformats.org/drawingml/2006/main">
            <a:off x="5943600" y="63055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38" name="timeline-text-2">
            <a:extLst xmlns:a="http://schemas.openxmlformats.org/drawingml/2006/main">
              <a:ext uri="{FF2B5EF4-FFF2-40B4-BE49-F238E27FC236}">
                <a16:creationId xmlns:a16="http://schemas.microsoft.com/office/drawing/2014/main" id="{75A6DFD3-381A-4508-A88C-74D03EE63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6210300"/>
            <a:ext cx="971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进程边界</a:t>
            </a:r>
          </a:p>
        </p:txBody>
      </p:sp>
      <p:sp>
        <p:nvSpPr>
          <p:cNvPr id="139" name="timeline-dot-3">
            <a:extLst xmlns:a="http://schemas.openxmlformats.org/drawingml/2006/main">
              <a:ext uri="{FF2B5EF4-FFF2-40B4-BE49-F238E27FC236}">
                <a16:creationId xmlns:a16="http://schemas.microsoft.com/office/drawing/2014/main" id="{EE23DBD8-AF98-46BF-B5EA-9A5764E71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8674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45C7"/>
          </a:solidFill>
          <a:ln xmlns:a="http://schemas.openxmlformats.org/drawingml/2006/main" w="0">
            <a:solidFill>
              <a:srgbClr val="6D45C7"/>
            </a:solidFill>
            <a:prstDash val="solid"/>
          </a:ln>
        </p:spPr>
      </p:sp>
      <p:sp>
        <p:nvSpPr>
          <p:cNvPr id="140" name="timeline-card-3">
            <a:extLst xmlns:a="http://schemas.openxmlformats.org/drawingml/2006/main">
              <a:ext uri="{FF2B5EF4-FFF2-40B4-BE49-F238E27FC236}">
                <a16:creationId xmlns:a16="http://schemas.microsoft.com/office/drawing/2014/main" id="{705D6FCE-1ACC-445B-943D-DD93AE12E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72200"/>
            <a:ext cx="2571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FA"/>
          </a:solidFill>
          <a:ln xmlns:a="http://schemas.openxmlformats.org/drawingml/2006/main" w="0">
            <a:solidFill>
              <a:srgbClr val="F1ECFA"/>
            </a:solidFill>
            <a:prstDash val="solid"/>
          </a:ln>
        </p:spPr>
      </p:sp>
      <p:pic>
        <p:nvPicPr>
          <p:cNvPr id="25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f619ffc3164c60"/>
          <a:stretch xmlns:a="http://schemas.openxmlformats.org/drawingml/2006/main"/>
        </p:blipFill>
        <p:spPr>
          <a:xfrm xmlns:a="http://schemas.openxmlformats.org/drawingml/2006/main">
            <a:off x="7562850" y="63055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42" name="timeline-text-3">
            <a:extLst xmlns:a="http://schemas.openxmlformats.org/drawingml/2006/main">
              <a:ext uri="{FF2B5EF4-FFF2-40B4-BE49-F238E27FC236}">
                <a16:creationId xmlns:a16="http://schemas.microsoft.com/office/drawing/2014/main" id="{D8BB6B58-07F6-42CB-AD15-5ADC5CB98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6210300"/>
            <a:ext cx="2114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>追踪</a:t>
            </a:r>
          </a:p>
        </p:txBody>
      </p:sp>
      <p:sp>
        <p:nvSpPr>
          <p:cNvPr id="143" name="timeline-dot-4">
            <a:extLst xmlns:a="http://schemas.openxmlformats.org/drawingml/2006/main">
              <a:ext uri="{FF2B5EF4-FFF2-40B4-BE49-F238E27FC236}">
                <a16:creationId xmlns:a16="http://schemas.microsoft.com/office/drawing/2014/main" id="{42256876-971C-44C3-B36A-A2A5DC337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58674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F5B"/>
          </a:solidFill>
          <a:ln xmlns:a="http://schemas.openxmlformats.org/drawingml/2006/main" w="0">
            <a:solidFill>
              <a:srgbClr val="2F8F5B"/>
            </a:solidFill>
            <a:prstDash val="solid"/>
          </a:ln>
        </p:spPr>
      </p:sp>
      <p:sp>
        <p:nvSpPr>
          <p:cNvPr id="144" name="timeline-card-4">
            <a:extLst xmlns:a="http://schemas.openxmlformats.org/drawingml/2006/main">
              <a:ext uri="{FF2B5EF4-FFF2-40B4-BE49-F238E27FC236}">
                <a16:creationId xmlns:a16="http://schemas.microsoft.com/office/drawing/2014/main" id="{B406802C-BB49-4241-9BAC-E9752EDB4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6172200"/>
            <a:ext cx="10287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E"/>
          </a:solidFill>
          <a:ln xmlns:a="http://schemas.openxmlformats.org/drawingml/2006/main" w="0">
            <a:solidFill>
              <a:srgbClr val="EAF5EE"/>
            </a:solidFill>
            <a:prstDash val="solid"/>
          </a:ln>
        </p:spPr>
      </p:sp>
      <p:pic>
        <p:nvPicPr>
          <p:cNvPr id="26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1230f6972c4692"/>
          <a:stretch xmlns:a="http://schemas.openxmlformats.org/drawingml/2006/main"/>
        </p:blipFill>
        <p:spPr>
          <a:xfrm xmlns:a="http://schemas.openxmlformats.org/drawingml/2006/main">
            <a:off x="10325100" y="63055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46" name="timeline-text-4">
            <a:extLst xmlns:a="http://schemas.openxmlformats.org/drawingml/2006/main">
              <a:ext uri="{FF2B5EF4-FFF2-40B4-BE49-F238E27FC236}">
                <a16:creationId xmlns:a16="http://schemas.microsoft.com/office/drawing/2014/main" id="{B28B3A76-07CD-44BF-8BCF-942072BDE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6210300"/>
            <a:ext cx="57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rPr>
              <a:t>任务卡</a:t>
            </a:r>
          </a:p>
        </p:txBody>
      </p:sp>
      <p:pic>
        <p:nvPicPr>
          <p:cNvPr id="26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049c6ce6144075"/>
          <a:stretch xmlns:a="http://schemas.openxmlformats.org/drawingml/2006/main"/>
        </p:blipFill>
        <p:spPr>
          <a:xfrm xmlns:a="http://schemas.openxmlformats.org/drawingml/2006/main">
            <a:off x="10382250" y="268813"/>
            <a:ext cx="952500" cy="2148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980598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9937CBA2-7E4F-43F3-9EBA-CFD6BD1B5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38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>15 · 第三幕｜两轮 Ralph 与故障定位</a:t>
            </a:r>
          </a:p>
        </p:txBody>
      </p:sp>
      <p:sp>
        <p:nvSpPr>
          <p:cNvPr id="5" name="team-name">
            <a:extLst xmlns:a="http://schemas.openxmlformats.org/drawingml/2006/main">
              <a:ext uri="{FF2B5EF4-FFF2-40B4-BE49-F238E27FC236}">
                <a16:creationId xmlns:a16="http://schemas.microsoft.com/office/drawing/2014/main" id="{DF70FBB6-5F6E-4537-9090-0CBE67318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6" name="business-direction">
            <a:extLst xmlns:a="http://schemas.openxmlformats.org/drawingml/2006/main">
              <a:ext uri="{FF2B5EF4-FFF2-40B4-BE49-F238E27FC236}">
                <a16:creationId xmlns:a16="http://schemas.microsoft.com/office/drawing/2014/main" id="{264209F6-E82F-4B7F-97F5-9E0C8215D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72200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结论出口</a:t>
            </a:r>
          </a:p>
        </p:txBody>
      </p:sp>
      <p:sp>
        <p:nvSpPr>
          <p:cNvPr id="7" name="storyline-lead">
            <a:extLst xmlns:a="http://schemas.openxmlformats.org/drawingml/2006/main">
              <a:ext uri="{FF2B5EF4-FFF2-40B4-BE49-F238E27FC236}">
                <a16:creationId xmlns:a16="http://schemas.microsoft.com/office/drawing/2014/main" id="{513D4A51-8337-4FB4-B56E-8172C046E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8" name="storyline-outcome">
            <a:extLst xmlns:a="http://schemas.openxmlformats.org/drawingml/2006/main">
              <a:ext uri="{FF2B5EF4-FFF2-40B4-BE49-F238E27FC236}">
                <a16:creationId xmlns:a16="http://schemas.microsoft.com/office/drawing/2014/main" id="{BB1932BF-7915-4685-850E-EE30D779E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9" name="origin-story">
            <a:extLst xmlns:a="http://schemas.openxmlformats.org/drawingml/2006/main">
              <a:ext uri="{FF2B5EF4-FFF2-40B4-BE49-F238E27FC236}">
                <a16:creationId xmlns:a16="http://schemas.microsoft.com/office/drawing/2014/main" id="{4F383126-75F9-4A95-9DFA-12133DB4A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1104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210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Round 1：先看见一个解释得通的 RED</a:t>
            </a:r>
          </a:p>
        </p:txBody>
      </p:sp>
      <p:sp>
        <p:nvSpPr>
          <p:cNvPr id="10" name="capability-label">
            <a:extLst xmlns:a="http://schemas.openxmlformats.org/drawingml/2006/main">
              <a:ext uri="{FF2B5EF4-FFF2-40B4-BE49-F238E27FC236}">
                <a16:creationId xmlns:a16="http://schemas.microsoft.com/office/drawing/2014/main" id="{6618DDA6-5320-4544-A67A-4138E5DF0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92405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EVIDENCE OUTPUT</a:t>
            </a:r>
          </a:p>
        </p:txBody>
      </p:sp>
      <p:sp>
        <p:nvSpPr>
          <p:cNvPr id="12" name="capability-goal-text">
            <a:extLst xmlns:a="http://schemas.openxmlformats.org/drawingml/2006/main">
              <a:ext uri="{FF2B5EF4-FFF2-40B4-BE49-F238E27FC236}">
                <a16:creationId xmlns:a16="http://schemas.microsoft.com/office/drawing/2014/main" id="{A9BB6ADF-6F5A-486E-9828-9BB90056D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228850"/>
            <a:ext cx="123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RED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15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VERIFIED</a:t>
            </a:r>
          </a:p>
        </p:txBody>
      </p:sp>
      <p:sp>
        <p:nvSpPr>
          <p:cNvPr id="14" name="capability-tech-text">
            <a:extLst xmlns:a="http://schemas.openxmlformats.org/drawingml/2006/main">
              <a:ext uri="{FF2B5EF4-FFF2-40B4-BE49-F238E27FC236}">
                <a16:creationId xmlns:a16="http://schemas.microsoft.com/office/drawing/2014/main" id="{A789BA83-BEE2-4D60-80BC-6239BCAB3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819400"/>
            <a:ext cx="123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GREEN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15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PENDING</a:t>
            </a:r>
          </a:p>
        </p:txBody>
      </p:sp>
      <p:sp>
        <p:nvSpPr>
          <p:cNvPr id="16" name="capability-collaboration-text">
            <a:extLst xmlns:a="http://schemas.openxmlformats.org/drawingml/2006/main">
              <a:ext uri="{FF2B5EF4-FFF2-40B4-BE49-F238E27FC236}">
                <a16:creationId xmlns:a16="http://schemas.microsoft.com/office/drawing/2014/main" id="{D085A46E-BB95-4E44-A140-3211DC950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409950"/>
            <a:ext cx="123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BUILD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15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SUCCESS</a:t>
            </a:r>
          </a:p>
        </p:txBody>
      </p:sp>
      <p:sp>
        <p:nvSpPr>
          <p:cNvPr id="18" name="capability-cohesion-text">
            <a:extLst xmlns:a="http://schemas.openxmlformats.org/drawingml/2006/main">
              <a:ext uri="{FF2B5EF4-FFF2-40B4-BE49-F238E27FC236}">
                <a16:creationId xmlns:a16="http://schemas.microsoft.com/office/drawing/2014/main" id="{31E7FE61-7CF7-4BF1-B351-6E8BC2ABB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4000500"/>
            <a:ext cx="123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EXIT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15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21" name="journey-top-rule">
            <a:extLst xmlns:a="http://schemas.openxmlformats.org/drawingml/2006/main">
              <a:ext uri="{FF2B5EF4-FFF2-40B4-BE49-F238E27FC236}">
                <a16:creationId xmlns:a16="http://schemas.microsoft.com/office/drawing/2014/main" id="{3F7D1C62-8DF5-4E48-9864-9C17DDEE1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2" name="journey-label">
            <a:extLst xmlns:a="http://schemas.openxmlformats.org/drawingml/2006/main">
              <a:ext uri="{FF2B5EF4-FFF2-40B4-BE49-F238E27FC236}">
                <a16:creationId xmlns:a16="http://schemas.microsoft.com/office/drawing/2014/main" id="{8E7E41EF-B0E6-4678-B07F-0EBF826CF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真实 RED 失败在目标断言；BUILD SUCCESSFUL 与退出码 0 不能替测试做结论。</a:t>
            </a:r>
          </a:p>
        </p:txBody>
      </p:sp>
      <p:sp>
        <p:nvSpPr>
          <p:cNvPr id="26" name="stage-01-number">
            <a:extLst xmlns:a="http://schemas.openxmlformats.org/drawingml/2006/main">
              <a:ext uri="{FF2B5EF4-FFF2-40B4-BE49-F238E27FC236}">
                <a16:creationId xmlns:a16="http://schemas.microsoft.com/office/drawing/2014/main" id="{4225D723-AF17-46CE-8F57-EF6385A30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27" name="stage-01-title">
            <a:extLst xmlns:a="http://schemas.openxmlformats.org/drawingml/2006/main">
              <a:ext uri="{FF2B5EF4-FFF2-40B4-BE49-F238E27FC236}">
                <a16:creationId xmlns:a16="http://schemas.microsoft.com/office/drawing/2014/main" id="{A080687F-349A-4D96-8B9B-B15D9284C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28" name="stage-01-body">
            <a:extLst xmlns:a="http://schemas.openxmlformats.org/drawingml/2006/main">
              <a:ext uri="{FF2B5EF4-FFF2-40B4-BE49-F238E27FC236}">
                <a16:creationId xmlns:a16="http://schemas.microsoft.com/office/drawing/2014/main" id="{35DB16DD-F51B-49F2-B81F-24E50A16B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36" name="stage-03-number">
            <a:extLst xmlns:a="http://schemas.openxmlformats.org/drawingml/2006/main">
              <a:ext uri="{FF2B5EF4-FFF2-40B4-BE49-F238E27FC236}">
                <a16:creationId xmlns:a16="http://schemas.microsoft.com/office/drawing/2014/main" id="{C0286EEE-76D7-4C3D-959B-C1A40C2DE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37" name="stage-03-title">
            <a:extLst xmlns:a="http://schemas.openxmlformats.org/drawingml/2006/main">
              <a:ext uri="{FF2B5EF4-FFF2-40B4-BE49-F238E27FC236}">
                <a16:creationId xmlns:a16="http://schemas.microsoft.com/office/drawing/2014/main" id="{B27EC97C-4E04-4513-B0CF-9ED410CD8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38" name="stage-03-body">
            <a:extLst xmlns:a="http://schemas.openxmlformats.org/drawingml/2006/main">
              <a:ext uri="{FF2B5EF4-FFF2-40B4-BE49-F238E27FC236}">
                <a16:creationId xmlns:a16="http://schemas.microsoft.com/office/drawing/2014/main" id="{9E912F49-5FAE-4B6A-9826-0EE1EFB7F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46" name="stage-05-number">
            <a:extLst xmlns:a="http://schemas.openxmlformats.org/drawingml/2006/main">
              <a:ext uri="{FF2B5EF4-FFF2-40B4-BE49-F238E27FC236}">
                <a16:creationId xmlns:a16="http://schemas.microsoft.com/office/drawing/2014/main" id="{AA36F8DB-73A8-47E8-A962-56FE8DE85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47" name="stage-05-title">
            <a:extLst xmlns:a="http://schemas.openxmlformats.org/drawingml/2006/main">
              <a:ext uri="{FF2B5EF4-FFF2-40B4-BE49-F238E27FC236}">
                <a16:creationId xmlns:a16="http://schemas.microsoft.com/office/drawing/2014/main" id="{E55E05DE-AFC6-4422-9A2F-AD9E27F89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48" name="stage-05-body">
            <a:extLst xmlns:a="http://schemas.openxmlformats.org/drawingml/2006/main">
              <a:ext uri="{FF2B5EF4-FFF2-40B4-BE49-F238E27FC236}">
                <a16:creationId xmlns:a16="http://schemas.microsoft.com/office/drawing/2014/main" id="{F938BB63-05FA-4699-B9B6-45CD5A0C9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0" name="rail-flow-label">
            <a:extLst xmlns:a="http://schemas.openxmlformats.org/drawingml/2006/main">
              <a:ext uri="{FF2B5EF4-FFF2-40B4-BE49-F238E27FC236}">
                <a16:creationId xmlns:a16="http://schemas.microsoft.com/office/drawing/2014/main" id="{FF5EAC43-B84B-4541-B2F4-61336FAA9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8585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858585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1" name="rail-flow-line">
            <a:extLst xmlns:a="http://schemas.openxmlformats.org/drawingml/2006/main">
              <a:ext uri="{FF2B5EF4-FFF2-40B4-BE49-F238E27FC236}">
                <a16:creationId xmlns:a16="http://schemas.microsoft.com/office/drawing/2014/main" id="{AF9A8871-2B22-4386-A390-72752FB38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3" name="rail-flow-idea-label">
            <a:extLst xmlns:a="http://schemas.openxmlformats.org/drawingml/2006/main">
              <a:ext uri="{FF2B5EF4-FFF2-40B4-BE49-F238E27FC236}">
                <a16:creationId xmlns:a16="http://schemas.microsoft.com/office/drawing/2014/main" id="{72E1E745-7177-4B95-A3C2-46F9EE067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5" name="rail-flow-attack-label">
            <a:extLst xmlns:a="http://schemas.openxmlformats.org/drawingml/2006/main">
              <a:ext uri="{FF2B5EF4-FFF2-40B4-BE49-F238E27FC236}">
                <a16:creationId xmlns:a16="http://schemas.microsoft.com/office/drawing/2014/main" id="{1CD5E551-A644-4209-8B85-C43D55DAD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7" name="rail-flow-delivery-label">
            <a:extLst xmlns:a="http://schemas.openxmlformats.org/drawingml/2006/main">
              <a:ext uri="{FF2B5EF4-FFF2-40B4-BE49-F238E27FC236}">
                <a16:creationId xmlns:a16="http://schemas.microsoft.com/office/drawing/2014/main" id="{41242F25-AB1D-4FEC-AA44-0C6A2FA72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8" name="rail-result-box">
            <a:extLst xmlns:a="http://schemas.openxmlformats.org/drawingml/2006/main">
              <a:ext uri="{FF2B5EF4-FFF2-40B4-BE49-F238E27FC236}">
                <a16:creationId xmlns:a16="http://schemas.microsoft.com/office/drawing/2014/main" id="{F7117D08-254C-4F26-B6DD-8B03EB047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62150"/>
            <a:ext cx="2724150" cy="3219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FA"/>
          </a:solidFill>
          <a:ln xmlns:a="http://schemas.openxmlformats.org/drawingml/2006/main" w="0">
            <a:solidFill>
              <a:srgbClr val="F1ECF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0" name="rail-result-text">
            <a:extLst xmlns:a="http://schemas.openxmlformats.org/drawingml/2006/main">
              <a:ext uri="{FF2B5EF4-FFF2-40B4-BE49-F238E27FC236}">
                <a16:creationId xmlns:a16="http://schemas.microsoft.com/office/drawing/2014/main" id="{34A8EF6F-28E9-4F9F-8CFD-1BF6F2603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63" b="1">
                <a:solidFill>
                  <a:srgbClr val="9C000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9C000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61" name="grid-top-rule">
            <a:extLst xmlns:a="http://schemas.openxmlformats.org/drawingml/2006/main">
              <a:ext uri="{FF2B5EF4-FFF2-40B4-BE49-F238E27FC236}">
                <a16:creationId xmlns:a16="http://schemas.microsoft.com/office/drawing/2014/main" id="{0F39FBDF-9E3B-4D49-B005-6B5B93FED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2" name="grid-middle-rule">
            <a:extLst xmlns:a="http://schemas.openxmlformats.org/drawingml/2006/main">
              <a:ext uri="{FF2B5EF4-FFF2-40B4-BE49-F238E27FC236}">
                <a16:creationId xmlns:a16="http://schemas.microsoft.com/office/drawing/2014/main" id="{BBC7B45A-19EF-4696-97BA-CE5C123E4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3" name="grid-vertical-rule">
            <a:extLst xmlns:a="http://schemas.openxmlformats.org/drawingml/2006/main">
              <a:ext uri="{FF2B5EF4-FFF2-40B4-BE49-F238E27FC236}">
                <a16:creationId xmlns:a16="http://schemas.microsoft.com/office/drawing/2014/main" id="{9513784B-DF55-42B5-ACF2-4EF87CE54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4" name="capability-top-rule">
            <a:extLst xmlns:a="http://schemas.openxmlformats.org/drawingml/2006/main">
              <a:ext uri="{FF2B5EF4-FFF2-40B4-BE49-F238E27FC236}">
                <a16:creationId xmlns:a16="http://schemas.microsoft.com/office/drawing/2014/main" id="{9013330B-53F2-4C98-B459-B7BC45073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5" name="module-01-icon-background">
            <a:extLst xmlns:a="http://schemas.openxmlformats.org/drawingml/2006/main">
              <a:ext uri="{FF2B5EF4-FFF2-40B4-BE49-F238E27FC236}">
                <a16:creationId xmlns:a16="http://schemas.microsoft.com/office/drawing/2014/main" id="{6BB7565D-24EF-47D6-BBB0-E18B6DE76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847850"/>
            <a:ext cx="22669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FA"/>
          </a:solidFill>
          <a:ln xmlns:a="http://schemas.openxmlformats.org/drawingml/2006/main" w="0">
            <a:solidFill>
              <a:srgbClr val="F1ECF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7" name="module-02-icon-background">
            <a:extLst xmlns:a="http://schemas.openxmlformats.org/drawingml/2006/main">
              <a:ext uri="{FF2B5EF4-FFF2-40B4-BE49-F238E27FC236}">
                <a16:creationId xmlns:a16="http://schemas.microsoft.com/office/drawing/2014/main" id="{80C31D3C-F758-4BBC-A10E-E9C339D14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1847850"/>
            <a:ext cx="22669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EC"/>
          </a:solidFill>
          <a:ln xmlns:a="http://schemas.openxmlformats.org/drawingml/2006/main" w="0">
            <a:solidFill>
              <a:srgbClr val="FBEAEC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9" name="module-03-icon-background">
            <a:extLst xmlns:a="http://schemas.openxmlformats.org/drawingml/2006/main">
              <a:ext uri="{FF2B5EF4-FFF2-40B4-BE49-F238E27FC236}">
                <a16:creationId xmlns:a16="http://schemas.microsoft.com/office/drawing/2014/main" id="{78E97F08-D68A-43EC-A2D0-7C3051E07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438650"/>
            <a:ext cx="22669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E"/>
          </a:solidFill>
          <a:ln xmlns:a="http://schemas.openxmlformats.org/drawingml/2006/main" w="0">
            <a:solidFill>
              <a:srgbClr val="EAF5EE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1" name="module-04-icon-background">
            <a:extLst xmlns:a="http://schemas.openxmlformats.org/drawingml/2006/main">
              <a:ext uri="{FF2B5EF4-FFF2-40B4-BE49-F238E27FC236}">
                <a16:creationId xmlns:a16="http://schemas.microsoft.com/office/drawing/2014/main" id="{C303905D-0287-4B86-92D4-33F0EB3B9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438650"/>
            <a:ext cx="22669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FA"/>
          </a:solidFill>
          <a:ln xmlns:a="http://schemas.openxmlformats.org/drawingml/2006/main" w="0">
            <a:solidFill>
              <a:srgbClr val="F1ECF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3" name="module-04-number">
            <a:extLst xmlns:a="http://schemas.openxmlformats.org/drawingml/2006/main">
              <a:ext uri="{FF2B5EF4-FFF2-40B4-BE49-F238E27FC236}">
                <a16:creationId xmlns:a16="http://schemas.microsoft.com/office/drawing/2014/main" id="{644EFF2E-DC9B-4D41-84F4-10582B446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4" name="module-04-title">
            <a:extLst xmlns:a="http://schemas.openxmlformats.org/drawingml/2006/main">
              <a:ext uri="{FF2B5EF4-FFF2-40B4-BE49-F238E27FC236}">
                <a16:creationId xmlns:a16="http://schemas.microsoft.com/office/drawing/2014/main" id="{9C3B8801-0886-4C35-A421-9571B2595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5" name="module-04-body">
            <a:extLst xmlns:a="http://schemas.openxmlformats.org/drawingml/2006/main">
              <a:ext uri="{FF2B5EF4-FFF2-40B4-BE49-F238E27FC236}">
                <a16:creationId xmlns:a16="http://schemas.microsoft.com/office/drawing/2014/main" id="{815AB31E-77DC-41EF-9FDD-2104B3529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6" name="capability-goal-icon-background">
            <a:extLst xmlns:a="http://schemas.openxmlformats.org/drawingml/2006/main">
              <a:ext uri="{FF2B5EF4-FFF2-40B4-BE49-F238E27FC236}">
                <a16:creationId xmlns:a16="http://schemas.microsoft.com/office/drawing/2014/main" id="{ACC8CF6A-83B8-4CA8-B500-7FCD1FE49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26695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EC"/>
          </a:solidFill>
          <a:ln xmlns:a="http://schemas.openxmlformats.org/drawingml/2006/main" w="0">
            <a:solidFill>
              <a:srgbClr val="FBEAEC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8" name="capability-tech-icon-background">
            <a:extLst xmlns:a="http://schemas.openxmlformats.org/drawingml/2006/main">
              <a:ext uri="{FF2B5EF4-FFF2-40B4-BE49-F238E27FC236}">
                <a16:creationId xmlns:a16="http://schemas.microsoft.com/office/drawing/2014/main" id="{1FBC427F-E57C-45DB-9CCE-FEBB0D899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85750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E"/>
          </a:solidFill>
          <a:ln xmlns:a="http://schemas.openxmlformats.org/drawingml/2006/main" w="0">
            <a:solidFill>
              <a:srgbClr val="EAF5EE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0" name="capability-collaboration-icon-background">
            <a:extLst xmlns:a="http://schemas.openxmlformats.org/drawingml/2006/main">
              <a:ext uri="{FF2B5EF4-FFF2-40B4-BE49-F238E27FC236}">
                <a16:creationId xmlns:a16="http://schemas.microsoft.com/office/drawing/2014/main" id="{6E13DFB3-20F1-4890-9CA4-4556205A7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44805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B"/>
          </a:solidFill>
          <a:ln xmlns:a="http://schemas.openxmlformats.org/drawingml/2006/main" w="0">
            <a:solidFill>
              <a:srgbClr val="EAF2FB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2" name="capability-cohesion-icon-background">
            <a:extLst xmlns:a="http://schemas.openxmlformats.org/drawingml/2006/main">
              <a:ext uri="{FF2B5EF4-FFF2-40B4-BE49-F238E27FC236}">
                <a16:creationId xmlns:a16="http://schemas.microsoft.com/office/drawing/2014/main" id="{6D6CB4E0-0BEB-4D63-8FF5-DCEBE4D95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03860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solidFill>
              <a:srgbClr val="F6F6F6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4" name="competitiveness-result-box">
            <a:extLst xmlns:a="http://schemas.openxmlformats.org/drawingml/2006/main">
              <a:ext uri="{FF2B5EF4-FFF2-40B4-BE49-F238E27FC236}">
                <a16:creationId xmlns:a16="http://schemas.microsoft.com/office/drawing/2014/main" id="{F216EF67-2742-4E3A-81AE-9DA7A0133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62915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FA"/>
          </a:solidFill>
          <a:ln xmlns:a="http://schemas.openxmlformats.org/drawingml/2006/main" w="0">
            <a:solidFill>
              <a:srgbClr val="F1ECF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6" name="competitiveness-result-text">
            <a:extLst xmlns:a="http://schemas.openxmlformats.org/drawingml/2006/main">
              <a:ext uri="{FF2B5EF4-FFF2-40B4-BE49-F238E27FC236}">
                <a16:creationId xmlns:a16="http://schemas.microsoft.com/office/drawing/2014/main" id="{5EF20348-951F-48D4-9F42-3FB89748A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4591050"/>
            <a:ext cx="123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15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COVERAGE</a:t>
            </a:r>
          </a:p>
          <a:p xmlns:a="http://schemas.openxmlformats.org/drawingml/2006/main">
            <a:pPr algn="l">
              <a:buNone/>
              <a:defRPr sz="915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GAP</a:t>
            </a:r>
          </a:p>
        </p:txBody>
      </p:sp>
      <p:pic>
        <p:nvPicPr>
          <p:cNvPr id="18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7f8afff8414a8b"/>
          <a:stretch xmlns:a="http://schemas.openxmlformats.org/drawingml/2006/main"/>
        </p:blipFill>
        <p:spPr>
          <a:xfrm xmlns:a="http://schemas.openxmlformats.org/drawingml/2006/main">
            <a:off x="400050" y="257175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88" name="concept-header-rule">
            <a:extLst xmlns:a="http://schemas.openxmlformats.org/drawingml/2006/main">
              <a:ext uri="{FF2B5EF4-FFF2-40B4-BE49-F238E27FC236}">
                <a16:creationId xmlns:a16="http://schemas.microsoft.com/office/drawing/2014/main" id="{DD7C09CC-1556-4B60-A092-1B1E81490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0020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7D7"/>
          </a:solidFill>
          <a:ln xmlns:a="http://schemas.openxmlformats.org/drawingml/2006/main" w="0">
            <a:solidFill>
              <a:srgbClr val="D7D7D7"/>
            </a:solidFill>
            <a:prstDash val="solid"/>
          </a:ln>
        </p:spPr>
      </p:sp>
      <p:sp>
        <p:nvSpPr>
          <p:cNvPr id="89" name="concept-key-title">
            <a:extLst xmlns:a="http://schemas.openxmlformats.org/drawingml/2006/main">
              <a:ext uri="{FF2B5EF4-FFF2-40B4-BE49-F238E27FC236}">
                <a16:creationId xmlns:a16="http://schemas.microsoft.com/office/drawing/2014/main" id="{20763748-8857-41C1-A46C-B729125A1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098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>真实用例级失败</a:t>
            </a:r>
          </a:p>
        </p:txBody>
      </p:sp>
      <p:sp>
        <p:nvSpPr>
          <p:cNvPr id="90" name="concept-key-body">
            <a:extLst xmlns:a="http://schemas.openxmlformats.org/drawingml/2006/main">
              <a:ext uri="{FF2B5EF4-FFF2-40B4-BE49-F238E27FC236}">
                <a16:creationId xmlns:a16="http://schemas.microsoft.com/office/drawing/2014/main" id="{25B41D1C-66AA-42FB-918D-58E2A779D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24150"/>
            <a:ext cx="2095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381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ERROR: Error in should wait until added account appears before dispatching handlers</a:t>
            </a:r>
          </a:p>
          <a:p xmlns:a="http://schemas.openxmlformats.org/drawingml/2006/main">
            <a:r>
              <a:t>expect 1 equals 2</a:t>
            </a:r>
          </a:p>
          <a:p xmlns:a="http://schemas.openxmlformats.org/drawingml/2006/main">
            <a:pPr algn="l">
              <a:buNone/>
              <a:defRPr sz="105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account-change-coordinator.test.ets:77:26</a:t>
            </a:r>
          </a:p>
          <a:p xmlns:a="http://schemas.openxmlformats.org/drawingml/2006/main">
            <a:r>
              <a:t>BUILD SUCCESSFUL in 16 s 961 ms · HVIGOR_EXIT=0</a:t>
            </a:r>
          </a:p>
        </p:txBody>
      </p:sp>
      <p:sp>
        <p:nvSpPr>
          <p:cNvPr id="91" name="concept-key-result">
            <a:extLst xmlns:a="http://schemas.openxmlformats.org/drawingml/2006/main">
              <a:ext uri="{FF2B5EF4-FFF2-40B4-BE49-F238E27FC236}">
                <a16:creationId xmlns:a16="http://schemas.microsoft.com/office/drawing/2014/main" id="{D555AA78-42B7-4C5C-9DFD-48DD14213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3390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63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>最早异常：旧快照只读一次便提前 dispatch</a:t>
            </a:r>
          </a:p>
        </p:txBody>
      </p:sp>
      <p:sp>
        <p:nvSpPr>
          <p:cNvPr id="92" name="ralph-core">
            <a:extLst xmlns:a="http://schemas.openxmlformats.org/drawingml/2006/main">
              <a:ext uri="{FF2B5EF4-FFF2-40B4-BE49-F238E27FC236}">
                <a16:creationId xmlns:a16="http://schemas.microsoft.com/office/drawing/2014/main" id="{E51B9C1A-5DA6-438E-9F5F-C111D86EB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628900"/>
            <a:ext cx="1676400" cy="1676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6D45C7"/>
            </a:solidFill>
            <a:prstDash val="solid"/>
          </a:ln>
        </p:spPr>
      </p:sp>
      <p:pic>
        <p:nvPicPr>
          <p:cNvPr id="19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e82f669e904c85"/>
          <a:stretch xmlns:a="http://schemas.openxmlformats.org/drawingml/2006/main"/>
        </p:blipFill>
        <p:spPr>
          <a:xfrm xmlns:a="http://schemas.openxmlformats.org/drawingml/2006/main">
            <a:off x="5924550" y="2914650"/>
            <a:ext cx="647700" cy="647700"/>
          </a:xfrm>
          <a:prstGeom xmlns:a="http://schemas.openxmlformats.org/drawingml/2006/main" prst="rect">
            <a:avLst/>
          </a:prstGeom>
        </p:spPr>
      </p:pic>
      <p:sp>
        <p:nvSpPr>
          <p:cNvPr id="94" name="ralph-core-title">
            <a:extLst xmlns:a="http://schemas.openxmlformats.org/drawingml/2006/main">
              <a:ext uri="{FF2B5EF4-FFF2-40B4-BE49-F238E27FC236}">
                <a16:creationId xmlns:a16="http://schemas.microsoft.com/office/drawing/2014/main" id="{F331D5CC-1CBB-42C1-A7D7-30ED70757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638550"/>
            <a:ext cx="1066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>RALPH</a:t>
            </a:r>
          </a:p>
        </p:txBody>
      </p:sp>
      <p:sp>
        <p:nvSpPr>
          <p:cNvPr id="95" name="ralph-core-sub">
            <a:extLst xmlns:a="http://schemas.openxmlformats.org/drawingml/2006/main">
              <a:ext uri="{FF2B5EF4-FFF2-40B4-BE49-F238E27FC236}">
                <a16:creationId xmlns:a16="http://schemas.microsoft.com/office/drawing/2014/main" id="{4BB17387-D193-4637-AA15-6D61F04C8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943350"/>
            <a:ext cx="1066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63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证据闭环</a:t>
            </a:r>
          </a:p>
        </p:txBody>
      </p:sp>
      <p:sp>
        <p:nvSpPr>
          <p:cNvPr id="96" name="loop-title-0">
            <a:extLst xmlns:a="http://schemas.openxmlformats.org/drawingml/2006/main">
              <a:ext uri="{FF2B5EF4-FFF2-40B4-BE49-F238E27FC236}">
                <a16:creationId xmlns:a16="http://schemas.microsoft.com/office/drawing/2014/main" id="{50F8C196-82D3-4733-A5E3-554229E7B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990725"/>
            <a:ext cx="1485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63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>READ #1</a:t>
            </a:r>
          </a:p>
        </p:txBody>
      </p:sp>
      <p:sp>
        <p:nvSpPr>
          <p:cNvPr id="97" name="loop-body-0">
            <a:extLst xmlns:a="http://schemas.openxmlformats.org/drawingml/2006/main">
              <a:ext uri="{FF2B5EF4-FFF2-40B4-BE49-F238E27FC236}">
                <a16:creationId xmlns:a16="http://schemas.microsoft.com/office/drawing/2014/main" id="{58A4AA6E-C932-44C0-82B4-8405B70A4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257425"/>
            <a:ext cx="1485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23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23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[100,112] → reject</a:t>
            </a:r>
          </a:p>
        </p:txBody>
      </p:sp>
      <p:pic>
        <p:nvPicPr>
          <p:cNvPr id="19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70b2c6d7f1432a"/>
          <a:stretch xmlns:a="http://schemas.openxmlformats.org/drawingml/2006/main"/>
        </p:blipFill>
        <p:spPr>
          <a:xfrm xmlns:a="http://schemas.openxmlformats.org/drawingml/2006/main">
            <a:off x="4267200" y="2114550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99" name="loop-title-1">
            <a:extLst xmlns:a="http://schemas.openxmlformats.org/drawingml/2006/main">
              <a:ext uri="{FF2B5EF4-FFF2-40B4-BE49-F238E27FC236}">
                <a16:creationId xmlns:a16="http://schemas.microsoft.com/office/drawing/2014/main" id="{2CC6CAC9-7939-4337-96D7-CE7F99341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1990725"/>
            <a:ext cx="1485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63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READ #2</a:t>
            </a:r>
          </a:p>
        </p:txBody>
      </p:sp>
      <p:sp>
        <p:nvSpPr>
          <p:cNvPr id="100" name="loop-body-1">
            <a:extLst xmlns:a="http://schemas.openxmlformats.org/drawingml/2006/main">
              <a:ext uri="{FF2B5EF4-FFF2-40B4-BE49-F238E27FC236}">
                <a16:creationId xmlns:a16="http://schemas.microsoft.com/office/drawing/2014/main" id="{CC460966-AD76-4793-BEC3-32EE2582C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257425"/>
            <a:ext cx="1485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23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23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[100,112] → reject</a:t>
            </a:r>
          </a:p>
        </p:txBody>
      </p:sp>
      <p:pic>
        <p:nvPicPr>
          <p:cNvPr id="19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1a0787949545da"/>
          <a:stretch xmlns:a="http://schemas.openxmlformats.org/drawingml/2006/main"/>
        </p:blipFill>
        <p:spPr>
          <a:xfrm xmlns:a="http://schemas.openxmlformats.org/drawingml/2006/main">
            <a:off x="7277100" y="2114550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102" name="loop-title-2">
            <a:extLst xmlns:a="http://schemas.openxmlformats.org/drawingml/2006/main">
              <a:ext uri="{FF2B5EF4-FFF2-40B4-BE49-F238E27FC236}">
                <a16:creationId xmlns:a16="http://schemas.microsoft.com/office/drawing/2014/main" id="{45ADCC81-4724-489A-8095-A9A92A2EF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581525"/>
            <a:ext cx="1485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63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rPr>
              <a:t>READ #3</a:t>
            </a:r>
          </a:p>
        </p:txBody>
      </p:sp>
      <p:sp>
        <p:nvSpPr>
          <p:cNvPr id="103" name="loop-body-2">
            <a:extLst xmlns:a="http://schemas.openxmlformats.org/drawingml/2006/main">
              <a:ext uri="{FF2B5EF4-FFF2-40B4-BE49-F238E27FC236}">
                <a16:creationId xmlns:a16="http://schemas.microsoft.com/office/drawing/2014/main" id="{8356D5D8-EE6E-4070-B635-7A07E2FFD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848225"/>
            <a:ext cx="1485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23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23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[100,112,123] → dispatch</a:t>
            </a:r>
          </a:p>
        </p:txBody>
      </p:sp>
      <p:pic>
        <p:nvPicPr>
          <p:cNvPr id="20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b38f61ff924623"/>
          <a:stretch xmlns:a="http://schemas.openxmlformats.org/drawingml/2006/main"/>
        </p:blipFill>
        <p:spPr>
          <a:xfrm xmlns:a="http://schemas.openxmlformats.org/drawingml/2006/main">
            <a:off x="7277100" y="4705350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105" name="loop-title-3">
            <a:extLst xmlns:a="http://schemas.openxmlformats.org/drawingml/2006/main">
              <a:ext uri="{FF2B5EF4-FFF2-40B4-BE49-F238E27FC236}">
                <a16:creationId xmlns:a16="http://schemas.microsoft.com/office/drawing/2014/main" id="{763B993D-4843-41EB-A60C-5738C40ED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581525"/>
            <a:ext cx="1485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63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>ASSERT</a:t>
            </a:r>
          </a:p>
        </p:txBody>
      </p:sp>
      <p:sp>
        <p:nvSpPr>
          <p:cNvPr id="106" name="loop-body-3">
            <a:extLst xmlns:a="http://schemas.openxmlformats.org/drawingml/2006/main">
              <a:ext uri="{FF2B5EF4-FFF2-40B4-BE49-F238E27FC236}">
                <a16:creationId xmlns:a16="http://schemas.microsoft.com/office/drawing/2014/main" id="{6F3CB7A9-8AC5-4218-83B8-C7F3172B4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848225"/>
            <a:ext cx="1485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23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23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handler 只执行一次</a:t>
            </a:r>
          </a:p>
        </p:txBody>
      </p:sp>
      <p:pic>
        <p:nvPicPr>
          <p:cNvPr id="20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c7b09d9f0244a4"/>
          <a:stretch xmlns:a="http://schemas.openxmlformats.org/drawingml/2006/main"/>
        </p:blipFill>
        <p:spPr>
          <a:xfrm xmlns:a="http://schemas.openxmlformats.org/drawingml/2006/main">
            <a:off x="4267200" y="4705350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108" name="arrow-1">
            <a:extLst xmlns:a="http://schemas.openxmlformats.org/drawingml/2006/main">
              <a:ext uri="{FF2B5EF4-FFF2-40B4-BE49-F238E27FC236}">
                <a16:creationId xmlns:a16="http://schemas.microsoft.com/office/drawing/2014/main" id="{B640B3E9-5C2F-4120-AD7D-54B827C0B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076450"/>
            <a:ext cx="895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09" name="arrow-2">
            <a:extLst xmlns:a="http://schemas.openxmlformats.org/drawingml/2006/main">
              <a:ext uri="{FF2B5EF4-FFF2-40B4-BE49-F238E27FC236}">
                <a16:creationId xmlns:a16="http://schemas.microsoft.com/office/drawing/2014/main" id="{0B873460-8CD4-4BF5-A2BD-4E05145E8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409950"/>
            <a:ext cx="3238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↓</a:t>
            </a:r>
          </a:p>
        </p:txBody>
      </p:sp>
      <p:sp>
        <p:nvSpPr>
          <p:cNvPr id="110" name="arrow-3">
            <a:extLst xmlns:a="http://schemas.openxmlformats.org/drawingml/2006/main">
              <a:ext uri="{FF2B5EF4-FFF2-40B4-BE49-F238E27FC236}">
                <a16:creationId xmlns:a16="http://schemas.microsoft.com/office/drawing/2014/main" id="{FB06EAB6-2154-4588-9371-D5B5BCA06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876800"/>
            <a:ext cx="895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←</a:t>
            </a:r>
          </a:p>
        </p:txBody>
      </p:sp>
      <p:sp>
        <p:nvSpPr>
          <p:cNvPr id="111" name="arrow-4">
            <a:extLst xmlns:a="http://schemas.openxmlformats.org/drawingml/2006/main">
              <a:ext uri="{FF2B5EF4-FFF2-40B4-BE49-F238E27FC236}">
                <a16:creationId xmlns:a16="http://schemas.microsoft.com/office/drawing/2014/main" id="{7B0704B7-ADBD-4E1B-8D46-791C6FD7A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409950"/>
            <a:ext cx="3238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↑</a:t>
            </a:r>
          </a:p>
        </p:txBody>
      </p:sp>
      <p:pic>
        <p:nvPicPr>
          <p:cNvPr id="20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ddd5037ec345b5"/>
          <a:stretch xmlns:a="http://schemas.openxmlformats.org/drawingml/2006/main"/>
        </p:blipFill>
        <p:spPr>
          <a:xfrm xmlns:a="http://schemas.openxmlformats.org/drawingml/2006/main">
            <a:off x="9505950" y="2343150"/>
            <a:ext cx="228600" cy="228600"/>
          </a:xfrm>
          <a:prstGeom xmlns:a="http://schemas.openxmlformats.org/drawingml/2006/main" prst="rect">
            <a:avLst/>
          </a:prstGeom>
        </p:spPr>
      </p:pic>
      <p:pic>
        <p:nvPicPr>
          <p:cNvPr id="2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33f39c382d4850"/>
          <a:stretch xmlns:a="http://schemas.openxmlformats.org/drawingml/2006/main"/>
        </p:blipFill>
        <p:spPr>
          <a:xfrm xmlns:a="http://schemas.openxmlformats.org/drawingml/2006/main">
            <a:off x="9505950" y="2933700"/>
            <a:ext cx="228600" cy="228600"/>
          </a:xfrm>
          <a:prstGeom xmlns:a="http://schemas.openxmlformats.org/drawingml/2006/main" prst="rect">
            <a:avLst/>
          </a:prstGeom>
        </p:spPr>
      </p:pic>
      <p:pic>
        <p:nvPicPr>
          <p:cNvPr id="2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16a49b64784ccc"/>
          <a:stretch xmlns:a="http://schemas.openxmlformats.org/drawingml/2006/main"/>
        </p:blipFill>
        <p:spPr>
          <a:xfrm xmlns:a="http://schemas.openxmlformats.org/drawingml/2006/main">
            <a:off x="9505950" y="3524250"/>
            <a:ext cx="228600" cy="228600"/>
          </a:xfrm>
          <a:prstGeom xmlns:a="http://schemas.openxmlformats.org/drawingml/2006/main" prst="rect">
            <a:avLst/>
          </a:prstGeom>
        </p:spPr>
      </p:pic>
      <p:pic>
        <p:nvPicPr>
          <p:cNvPr id="2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0cfbec3ef44dbc"/>
          <a:stretch xmlns:a="http://schemas.openxmlformats.org/drawingml/2006/main"/>
        </p:blipFill>
        <p:spPr>
          <a:xfrm xmlns:a="http://schemas.openxmlformats.org/drawingml/2006/main">
            <a:off x="9505950" y="4114800"/>
            <a:ext cx="228600" cy="228600"/>
          </a:xfrm>
          <a:prstGeom xmlns:a="http://schemas.openxmlformats.org/drawingml/2006/main" prst="rect">
            <a:avLst/>
          </a:prstGeom>
        </p:spPr>
      </p:pic>
      <p:pic>
        <p:nvPicPr>
          <p:cNvPr id="2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3cd86001ae403b"/>
          <a:stretch xmlns:a="http://schemas.openxmlformats.org/drawingml/2006/main"/>
        </p:blipFill>
        <p:spPr>
          <a:xfrm xmlns:a="http://schemas.openxmlformats.org/drawingml/2006/main">
            <a:off x="9505950" y="47053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17" name="screen-bg">
            <a:extLst xmlns:a="http://schemas.openxmlformats.org/drawingml/2006/main">
              <a:ext uri="{FF2B5EF4-FFF2-40B4-BE49-F238E27FC236}">
                <a16:creationId xmlns:a16="http://schemas.microsoft.com/office/drawing/2014/main" id="{AC06BAEA-F0D0-4A97-BF98-6C48E3A96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21970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E"/>
          </a:solidFill>
          <a:ln xmlns:a="http://schemas.openxmlformats.org/drawingml/2006/main" w="0">
            <a:solidFill>
              <a:srgbClr val="EAF5EE"/>
            </a:solidFill>
            <a:prstDash val="solid"/>
          </a:ln>
        </p:spPr>
      </p:sp>
      <p:sp>
        <p:nvSpPr>
          <p:cNvPr id="118" name="screen-text">
            <a:extLst xmlns:a="http://schemas.openxmlformats.org/drawingml/2006/main">
              <a:ext uri="{FF2B5EF4-FFF2-40B4-BE49-F238E27FC236}">
                <a16:creationId xmlns:a16="http://schemas.microsoft.com/office/drawing/2014/main" id="{EC11C59F-9922-4EDC-AB7A-5DD6F0F46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5181600"/>
            <a:ext cx="123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15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VERDICT</a:t>
            </a:r>
          </a:p>
          <a:p xmlns:a="http://schemas.openxmlformats.org/drawingml/2006/main">
            <a:pPr algn="l">
              <a:buNone/>
              <a:defRPr sz="915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FAIL</a:t>
            </a:r>
          </a:p>
        </p:txBody>
      </p:sp>
      <p:pic>
        <p:nvPicPr>
          <p:cNvPr id="2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b59c995e6d46f8"/>
          <a:stretch xmlns:a="http://schemas.openxmlformats.org/drawingml/2006/main"/>
        </p:blipFill>
        <p:spPr>
          <a:xfrm xmlns:a="http://schemas.openxmlformats.org/drawingml/2006/main">
            <a:off x="9505950" y="529590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20" name="concept-bottom-rule">
            <a:extLst xmlns:a="http://schemas.openxmlformats.org/drawingml/2006/main">
              <a:ext uri="{FF2B5EF4-FFF2-40B4-BE49-F238E27FC236}">
                <a16:creationId xmlns:a16="http://schemas.microsoft.com/office/drawing/2014/main" id="{7069223A-AE63-41B9-A196-C4389F671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8170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7D7"/>
          </a:solidFill>
          <a:ln xmlns:a="http://schemas.openxmlformats.org/drawingml/2006/main" w="0">
            <a:solidFill>
              <a:srgbClr val="D7D7D7"/>
            </a:solidFill>
            <a:prstDash val="solid"/>
          </a:ln>
        </p:spPr>
      </p:sp>
      <p:sp>
        <p:nvSpPr>
          <p:cNvPr id="121" name="concept-pass">
            <a:extLst xmlns:a="http://schemas.openxmlformats.org/drawingml/2006/main">
              <a:ext uri="{FF2B5EF4-FFF2-40B4-BE49-F238E27FC236}">
                <a16:creationId xmlns:a16="http://schemas.microsoft.com/office/drawing/2014/main" id="{2E7B22D5-F78E-4B0D-87DC-6ACB11CD1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6115050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rPr>
              <a:t>目标断言</a:t>
            </a:r>
          </a:p>
        </p:txBody>
      </p:sp>
      <p:sp>
        <p:nvSpPr>
          <p:cNvPr id="122" name="concept-fail">
            <a:extLst xmlns:a="http://schemas.openxmlformats.org/drawingml/2006/main">
              <a:ext uri="{FF2B5EF4-FFF2-40B4-BE49-F238E27FC236}">
                <a16:creationId xmlns:a16="http://schemas.microsoft.com/office/drawing/2014/main" id="{E6D3007E-BDF5-4D7F-8707-5E38FB04E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6115050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构建横幅</a:t>
            </a:r>
          </a:p>
        </p:txBody>
      </p:sp>
      <p:sp>
        <p:nvSpPr>
          <p:cNvPr id="123" name="concept-unknown">
            <a:extLst xmlns:a="http://schemas.openxmlformats.org/drawingml/2006/main">
              <a:ext uri="{FF2B5EF4-FFF2-40B4-BE49-F238E27FC236}">
                <a16:creationId xmlns:a16="http://schemas.microsoft.com/office/drawing/2014/main" id="{1B11EEB4-67DD-4EF4-8C7D-946DD832B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6115050"/>
            <a:ext cx="123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>退出码</a:t>
            </a:r>
          </a:p>
        </p:txBody>
      </p:sp>
      <p:sp>
        <p:nvSpPr>
          <p:cNvPr id="124" name="concept-result">
            <a:extLst xmlns:a="http://schemas.openxmlformats.org/drawingml/2006/main">
              <a:ext uri="{FF2B5EF4-FFF2-40B4-BE49-F238E27FC236}">
                <a16:creationId xmlns:a16="http://schemas.microsoft.com/office/drawing/2014/main" id="{31A51CA8-3037-43BC-A1A5-C32A431E8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611505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RED 必须与目标行为同源，环境失败不能推动实现</a:t>
            </a:r>
          </a:p>
        </p:txBody>
      </p:sp>
      <p:pic>
        <p:nvPicPr>
          <p:cNvPr id="2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8252bdc78349e0"/>
          <a:stretch xmlns:a="http://schemas.openxmlformats.org/drawingml/2006/main"/>
        </p:blipFill>
        <p:spPr>
          <a:xfrm xmlns:a="http://schemas.openxmlformats.org/drawingml/2006/main">
            <a:off x="10382250" y="268813"/>
            <a:ext cx="952500" cy="2148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980598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9937CBA2-7E4F-43F3-9EBA-CFD6BD1B5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38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>16 · 第三幕｜两轮 Ralph 与故障定位</a:t>
            </a:r>
          </a:p>
        </p:txBody>
      </p:sp>
      <p:sp>
        <p:nvSpPr>
          <p:cNvPr id="5" name="team-name">
            <a:extLst xmlns:a="http://schemas.openxmlformats.org/drawingml/2006/main">
              <a:ext uri="{FF2B5EF4-FFF2-40B4-BE49-F238E27FC236}">
                <a16:creationId xmlns:a16="http://schemas.microsoft.com/office/drawing/2014/main" id="{DF70FBB6-5F6E-4537-9090-0CBE67318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812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三个禁止动作</a:t>
            </a:r>
          </a:p>
        </p:txBody>
      </p:sp>
      <p:sp>
        <p:nvSpPr>
          <p:cNvPr id="6" name="business-direction">
            <a:extLst xmlns:a="http://schemas.openxmlformats.org/drawingml/2006/main">
              <a:ext uri="{FF2B5EF4-FFF2-40B4-BE49-F238E27FC236}">
                <a16:creationId xmlns:a16="http://schemas.microsoft.com/office/drawing/2014/main" id="{264209F6-E82F-4B7F-97F5-9E0C8215D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" name="storyline-lead">
            <a:extLst xmlns:a="http://schemas.openxmlformats.org/drawingml/2006/main">
              <a:ext uri="{FF2B5EF4-FFF2-40B4-BE49-F238E27FC236}">
                <a16:creationId xmlns:a16="http://schemas.microsoft.com/office/drawing/2014/main" id="{513D4A51-8337-4FB4-B56E-8172C046E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5146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不要改 Handler</a:t>
            </a:r>
          </a:p>
        </p:txBody>
      </p:sp>
      <p:sp>
        <p:nvSpPr>
          <p:cNvPr id="8" name="storyline-outcome">
            <a:extLst xmlns:a="http://schemas.openxmlformats.org/drawingml/2006/main">
              <a:ext uri="{FF2B5EF4-FFF2-40B4-BE49-F238E27FC236}">
                <a16:creationId xmlns:a16="http://schemas.microsoft.com/office/drawing/2014/main" id="{BB1932BF-7915-4685-850E-EE30D779E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85750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4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4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本轮只动快照稳定逻辑</a:t>
            </a:r>
          </a:p>
        </p:txBody>
      </p:sp>
      <p:sp>
        <p:nvSpPr>
          <p:cNvPr id="9" name="origin-story">
            <a:extLst xmlns:a="http://schemas.openxmlformats.org/drawingml/2006/main">
              <a:ext uri="{FF2B5EF4-FFF2-40B4-BE49-F238E27FC236}">
                <a16:creationId xmlns:a16="http://schemas.microsoft.com/office/drawing/2014/main" id="{4F383126-75F9-4A95-9DFA-12133DB4A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1104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210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Round 1：AI 只补最小状态转换</a:t>
            </a:r>
          </a:p>
        </p:txBody>
      </p:sp>
      <p:sp>
        <p:nvSpPr>
          <p:cNvPr id="10" name="capability-label">
            <a:extLst xmlns:a="http://schemas.openxmlformats.org/drawingml/2006/main">
              <a:ext uri="{FF2B5EF4-FFF2-40B4-BE49-F238E27FC236}">
                <a16:creationId xmlns:a16="http://schemas.microsoft.com/office/drawing/2014/main" id="{6618DDA6-5320-4544-A67A-4138E5DF0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92455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本页控制点</a:t>
            </a:r>
          </a:p>
        </p:txBody>
      </p:sp>
      <p:sp>
        <p:nvSpPr>
          <p:cNvPr id="12" name="capability-goal-text">
            <a:extLst xmlns:a="http://schemas.openxmlformats.org/drawingml/2006/main">
              <a:ext uri="{FF2B5EF4-FFF2-40B4-BE49-F238E27FC236}">
                <a16:creationId xmlns:a16="http://schemas.microsoft.com/office/drawing/2014/main" id="{A9BB6ADF-6F5A-486E-9828-9BB90056D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4" name="capability-tech-text">
            <a:extLst xmlns:a="http://schemas.openxmlformats.org/drawingml/2006/main">
              <a:ext uri="{FF2B5EF4-FFF2-40B4-BE49-F238E27FC236}">
                <a16:creationId xmlns:a16="http://schemas.microsoft.com/office/drawing/2014/main" id="{A789BA83-BEE2-4D60-80BC-6239BCAB3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6" name="capability-collaboration-text">
            <a:extLst xmlns:a="http://schemas.openxmlformats.org/drawingml/2006/main">
              <a:ext uri="{FF2B5EF4-FFF2-40B4-BE49-F238E27FC236}">
                <a16:creationId xmlns:a16="http://schemas.microsoft.com/office/drawing/2014/main" id="{D085A46E-BB95-4E44-A140-3211DC950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8" name="capability-cohesion-text">
            <a:extLst xmlns:a="http://schemas.openxmlformats.org/drawingml/2006/main">
              <a:ext uri="{FF2B5EF4-FFF2-40B4-BE49-F238E27FC236}">
                <a16:creationId xmlns:a16="http://schemas.microsoft.com/office/drawing/2014/main" id="{31E7FE61-7CF7-4BF1-B351-6E8BC2ABB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21" name="journey-top-rule">
            <a:extLst xmlns:a="http://schemas.openxmlformats.org/drawingml/2006/main">
              <a:ext uri="{FF2B5EF4-FFF2-40B4-BE49-F238E27FC236}">
                <a16:creationId xmlns:a16="http://schemas.microsoft.com/office/drawing/2014/main" id="{3F7D1C62-8DF5-4E48-9864-9C17DDEE1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2" name="journey-label">
            <a:extLst xmlns:a="http://schemas.openxmlformats.org/drawingml/2006/main">
              <a:ext uri="{FF2B5EF4-FFF2-40B4-BE49-F238E27FC236}">
                <a16:creationId xmlns:a16="http://schemas.microsoft.com/office/drawing/2014/main" id="{8E7E41EF-B0E6-4678-B07F-0EBF826CF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实现只负责等待 trigger 可见；不改 Handler、不伪造账号、不吞掉读取失败。</a:t>
            </a:r>
          </a:p>
        </p:txBody>
      </p:sp>
      <p:sp>
        <p:nvSpPr>
          <p:cNvPr id="26" name="stage-01-number">
            <a:extLst xmlns:a="http://schemas.openxmlformats.org/drawingml/2006/main">
              <a:ext uri="{FF2B5EF4-FFF2-40B4-BE49-F238E27FC236}">
                <a16:creationId xmlns:a16="http://schemas.microsoft.com/office/drawing/2014/main" id="{4225D723-AF17-46CE-8F57-EF6385A30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27" name="stage-01-title">
            <a:extLst xmlns:a="http://schemas.openxmlformats.org/drawingml/2006/main">
              <a:ext uri="{FF2B5EF4-FFF2-40B4-BE49-F238E27FC236}">
                <a16:creationId xmlns:a16="http://schemas.microsoft.com/office/drawing/2014/main" id="{A080687F-349A-4D96-8B9B-B15D9284C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28" name="stage-01-body">
            <a:extLst xmlns:a="http://schemas.openxmlformats.org/drawingml/2006/main">
              <a:ext uri="{FF2B5EF4-FFF2-40B4-BE49-F238E27FC236}">
                <a16:creationId xmlns:a16="http://schemas.microsoft.com/office/drawing/2014/main" id="{35DB16DD-F51B-49F2-B81F-24E50A16B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36" name="stage-03-number">
            <a:extLst xmlns:a="http://schemas.openxmlformats.org/drawingml/2006/main">
              <a:ext uri="{FF2B5EF4-FFF2-40B4-BE49-F238E27FC236}">
                <a16:creationId xmlns:a16="http://schemas.microsoft.com/office/drawing/2014/main" id="{C0286EEE-76D7-4C3D-959B-C1A40C2DE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37" name="stage-03-title">
            <a:extLst xmlns:a="http://schemas.openxmlformats.org/drawingml/2006/main">
              <a:ext uri="{FF2B5EF4-FFF2-40B4-BE49-F238E27FC236}">
                <a16:creationId xmlns:a16="http://schemas.microsoft.com/office/drawing/2014/main" id="{B27EC97C-4E04-4513-B0CF-9ED410CD8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38" name="stage-03-body">
            <a:extLst xmlns:a="http://schemas.openxmlformats.org/drawingml/2006/main">
              <a:ext uri="{FF2B5EF4-FFF2-40B4-BE49-F238E27FC236}">
                <a16:creationId xmlns:a16="http://schemas.microsoft.com/office/drawing/2014/main" id="{9E912F49-5FAE-4B6A-9826-0EE1EFB7F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46" name="stage-05-number">
            <a:extLst xmlns:a="http://schemas.openxmlformats.org/drawingml/2006/main">
              <a:ext uri="{FF2B5EF4-FFF2-40B4-BE49-F238E27FC236}">
                <a16:creationId xmlns:a16="http://schemas.microsoft.com/office/drawing/2014/main" id="{AA36F8DB-73A8-47E8-A962-56FE8DE85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47" name="stage-05-title">
            <a:extLst xmlns:a="http://schemas.openxmlformats.org/drawingml/2006/main">
              <a:ext uri="{FF2B5EF4-FFF2-40B4-BE49-F238E27FC236}">
                <a16:creationId xmlns:a16="http://schemas.microsoft.com/office/drawing/2014/main" id="{E55E05DE-AFC6-4422-9A2F-AD9E27F89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48" name="stage-05-body">
            <a:extLst xmlns:a="http://schemas.openxmlformats.org/drawingml/2006/main">
              <a:ext uri="{FF2B5EF4-FFF2-40B4-BE49-F238E27FC236}">
                <a16:creationId xmlns:a16="http://schemas.microsoft.com/office/drawing/2014/main" id="{F938BB63-05FA-4699-B9B6-45CD5A0C9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0" name="rail-flow-label">
            <a:extLst xmlns:a="http://schemas.openxmlformats.org/drawingml/2006/main">
              <a:ext uri="{FF2B5EF4-FFF2-40B4-BE49-F238E27FC236}">
                <a16:creationId xmlns:a16="http://schemas.microsoft.com/office/drawing/2014/main" id="{FF5EAC43-B84B-4541-B2F4-61336FAA9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8585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858585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1" name="rail-flow-line">
            <a:extLst xmlns:a="http://schemas.openxmlformats.org/drawingml/2006/main">
              <a:ext uri="{FF2B5EF4-FFF2-40B4-BE49-F238E27FC236}">
                <a16:creationId xmlns:a16="http://schemas.microsoft.com/office/drawing/2014/main" id="{AF9A8871-2B22-4386-A390-72752FB38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3" name="rail-flow-idea-label">
            <a:extLst xmlns:a="http://schemas.openxmlformats.org/drawingml/2006/main">
              <a:ext uri="{FF2B5EF4-FFF2-40B4-BE49-F238E27FC236}">
                <a16:creationId xmlns:a16="http://schemas.microsoft.com/office/drawing/2014/main" id="{72E1E745-7177-4B95-A3C2-46F9EE067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6385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不要 append trigger</a:t>
            </a:r>
          </a:p>
        </p:txBody>
      </p:sp>
      <p:sp>
        <p:nvSpPr>
          <p:cNvPr id="55" name="rail-flow-attack-label">
            <a:extLst xmlns:a="http://schemas.openxmlformats.org/drawingml/2006/main">
              <a:ext uri="{FF2B5EF4-FFF2-40B4-BE49-F238E27FC236}">
                <a16:creationId xmlns:a16="http://schemas.microsoft.com/office/drawing/2014/main" id="{1CD5E551-A644-4209-8B85-C43D55DAD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7625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不要吞失败</a:t>
            </a:r>
          </a:p>
        </p:txBody>
      </p:sp>
      <p:sp>
        <p:nvSpPr>
          <p:cNvPr id="57" name="rail-flow-delivery-label">
            <a:extLst xmlns:a="http://schemas.openxmlformats.org/drawingml/2006/main">
              <a:ext uri="{FF2B5EF4-FFF2-40B4-BE49-F238E27FC236}">
                <a16:creationId xmlns:a16="http://schemas.microsoft.com/office/drawing/2014/main" id="{41242F25-AB1D-4FEC-AA44-0C6A2FA72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98145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4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事件参数不是系统事实</a:t>
            </a:r>
          </a:p>
        </p:txBody>
      </p:sp>
      <p:sp>
        <p:nvSpPr>
          <p:cNvPr id="58" name="rail-result-box">
            <a:extLst xmlns:a="http://schemas.openxmlformats.org/drawingml/2006/main">
              <a:ext uri="{FF2B5EF4-FFF2-40B4-BE49-F238E27FC236}">
                <a16:creationId xmlns:a16="http://schemas.microsoft.com/office/drawing/2014/main" id="{F7117D08-254C-4F26-B6DD-8B03EB047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19800"/>
            <a:ext cx="2781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solidFill>
              <a:srgbClr val="F6F6F6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0" name="rail-result-text">
            <a:extLst xmlns:a="http://schemas.openxmlformats.org/drawingml/2006/main">
              <a:ext uri="{FF2B5EF4-FFF2-40B4-BE49-F238E27FC236}">
                <a16:creationId xmlns:a16="http://schemas.microsoft.com/office/drawing/2014/main" id="{34A8EF6F-28E9-4F9F-8CFD-1BF6F2603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10540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4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读取失败与空集合分开</a:t>
            </a:r>
          </a:p>
        </p:txBody>
      </p:sp>
      <p:sp>
        <p:nvSpPr>
          <p:cNvPr id="61" name="grid-top-rule">
            <a:extLst xmlns:a="http://schemas.openxmlformats.org/drawingml/2006/main">
              <a:ext uri="{FF2B5EF4-FFF2-40B4-BE49-F238E27FC236}">
                <a16:creationId xmlns:a16="http://schemas.microsoft.com/office/drawing/2014/main" id="{0F39FBDF-9E3B-4D49-B005-6B5B93FED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2" name="grid-middle-rule">
            <a:extLst xmlns:a="http://schemas.openxmlformats.org/drawingml/2006/main">
              <a:ext uri="{FF2B5EF4-FFF2-40B4-BE49-F238E27FC236}">
                <a16:creationId xmlns:a16="http://schemas.microsoft.com/office/drawing/2014/main" id="{BBC7B45A-19EF-4696-97BA-CE5C123E4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3" name="grid-vertical-rule">
            <a:extLst xmlns:a="http://schemas.openxmlformats.org/drawingml/2006/main">
              <a:ext uri="{FF2B5EF4-FFF2-40B4-BE49-F238E27FC236}">
                <a16:creationId xmlns:a16="http://schemas.microsoft.com/office/drawing/2014/main" id="{9513784B-DF55-42B5-ACF2-4EF87CE54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4" name="capability-top-rule">
            <a:extLst xmlns:a="http://schemas.openxmlformats.org/drawingml/2006/main">
              <a:ext uri="{FF2B5EF4-FFF2-40B4-BE49-F238E27FC236}">
                <a16:creationId xmlns:a16="http://schemas.microsoft.com/office/drawing/2014/main" id="{9013330B-53F2-4C98-B459-B7BC45073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5" name="module-01-icon-background">
            <a:extLst xmlns:a="http://schemas.openxmlformats.org/drawingml/2006/main">
              <a:ext uri="{FF2B5EF4-FFF2-40B4-BE49-F238E27FC236}">
                <a16:creationId xmlns:a16="http://schemas.microsoft.com/office/drawing/2014/main" id="{6BB7565D-24EF-47D6-BBB0-E18B6DE76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33650"/>
            <a:ext cx="514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EC"/>
          </a:solidFill>
          <a:ln xmlns:a="http://schemas.openxmlformats.org/drawingml/2006/main" w="0">
            <a:solidFill>
              <a:srgbClr val="FBEAEC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7" name="module-02-icon-background">
            <a:extLst xmlns:a="http://schemas.openxmlformats.org/drawingml/2006/main">
              <a:ext uri="{FF2B5EF4-FFF2-40B4-BE49-F238E27FC236}">
                <a16:creationId xmlns:a16="http://schemas.microsoft.com/office/drawing/2014/main" id="{80C31D3C-F758-4BBC-A10E-E9C339D14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57600"/>
            <a:ext cx="514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FA"/>
          </a:solidFill>
          <a:ln xmlns:a="http://schemas.openxmlformats.org/drawingml/2006/main" w="0">
            <a:solidFill>
              <a:srgbClr val="F1ECF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9" name="module-03-icon-background">
            <a:extLst xmlns:a="http://schemas.openxmlformats.org/drawingml/2006/main">
              <a:ext uri="{FF2B5EF4-FFF2-40B4-BE49-F238E27FC236}">
                <a16:creationId xmlns:a16="http://schemas.microsoft.com/office/drawing/2014/main" id="{78E97F08-D68A-43EC-A2D0-7C3051E07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81550"/>
            <a:ext cx="514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E"/>
          </a:solidFill>
          <a:ln xmlns:a="http://schemas.openxmlformats.org/drawingml/2006/main" w="0">
            <a:solidFill>
              <a:srgbClr val="EAF5EE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1" name="module-04-icon-background">
            <a:extLst xmlns:a="http://schemas.openxmlformats.org/drawingml/2006/main">
              <a:ext uri="{FF2B5EF4-FFF2-40B4-BE49-F238E27FC236}">
                <a16:creationId xmlns:a16="http://schemas.microsoft.com/office/drawing/2014/main" id="{C303905D-0287-4B86-92D4-33F0EB3B9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924050"/>
            <a:ext cx="75247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EC"/>
          </a:solidFill>
          <a:ln xmlns:a="http://schemas.openxmlformats.org/drawingml/2006/main" w="0">
            <a:solidFill>
              <a:srgbClr val="FBEAEC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3" name="module-04-number">
            <a:extLst xmlns:a="http://schemas.openxmlformats.org/drawingml/2006/main">
              <a:ext uri="{FF2B5EF4-FFF2-40B4-BE49-F238E27FC236}">
                <a16:creationId xmlns:a16="http://schemas.microsoft.com/office/drawing/2014/main" id="{644EFF2E-DC9B-4D41-84F4-10582B446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4" name="module-04-title">
            <a:extLst xmlns:a="http://schemas.openxmlformats.org/drawingml/2006/main">
              <a:ext uri="{FF2B5EF4-FFF2-40B4-BE49-F238E27FC236}">
                <a16:creationId xmlns:a16="http://schemas.microsoft.com/office/drawing/2014/main" id="{9C3B8801-0886-4C35-A421-9571B2595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5" name="module-04-body">
            <a:extLst xmlns:a="http://schemas.openxmlformats.org/drawingml/2006/main">
              <a:ext uri="{FF2B5EF4-FFF2-40B4-BE49-F238E27FC236}">
                <a16:creationId xmlns:a16="http://schemas.microsoft.com/office/drawing/2014/main" id="{815AB31E-77DC-41EF-9FDD-2104B3529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6" name="capability-goal-icon-background">
            <a:extLst xmlns:a="http://schemas.openxmlformats.org/drawingml/2006/main">
              <a:ext uri="{FF2B5EF4-FFF2-40B4-BE49-F238E27FC236}">
                <a16:creationId xmlns:a16="http://schemas.microsoft.com/office/drawing/2014/main" id="{ACC8CF6A-83B8-4CA8-B500-7FCD1FE49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914650"/>
            <a:ext cx="75247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B"/>
          </a:solidFill>
          <a:ln xmlns:a="http://schemas.openxmlformats.org/drawingml/2006/main" w="0">
            <a:solidFill>
              <a:srgbClr val="EAF2FB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8" name="capability-tech-icon-background">
            <a:extLst xmlns:a="http://schemas.openxmlformats.org/drawingml/2006/main">
              <a:ext uri="{FF2B5EF4-FFF2-40B4-BE49-F238E27FC236}">
                <a16:creationId xmlns:a16="http://schemas.microsoft.com/office/drawing/2014/main" id="{1FBC427F-E57C-45DB-9CCE-FEBB0D899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905250"/>
            <a:ext cx="75247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FA"/>
          </a:solidFill>
          <a:ln xmlns:a="http://schemas.openxmlformats.org/drawingml/2006/main" w="0">
            <a:solidFill>
              <a:srgbClr val="F1ECF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0" name="capability-collaboration-icon-background">
            <a:extLst xmlns:a="http://schemas.openxmlformats.org/drawingml/2006/main">
              <a:ext uri="{FF2B5EF4-FFF2-40B4-BE49-F238E27FC236}">
                <a16:creationId xmlns:a16="http://schemas.microsoft.com/office/drawing/2014/main" id="{6E13DFB3-20F1-4890-9CA4-4556205A7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895850"/>
            <a:ext cx="75247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E"/>
          </a:solidFill>
          <a:ln xmlns:a="http://schemas.openxmlformats.org/drawingml/2006/main" w="0">
            <a:solidFill>
              <a:srgbClr val="EAF5EE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2" name="capability-cohesion-icon-background">
            <a:extLst xmlns:a="http://schemas.openxmlformats.org/drawingml/2006/main">
              <a:ext uri="{FF2B5EF4-FFF2-40B4-BE49-F238E27FC236}">
                <a16:creationId xmlns:a16="http://schemas.microsoft.com/office/drawing/2014/main" id="{6D6CB4E0-0BEB-4D63-8FF5-DCEBE4D95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4" name="competitiveness-result-box">
            <a:extLst xmlns:a="http://schemas.openxmlformats.org/drawingml/2006/main">
              <a:ext uri="{FF2B5EF4-FFF2-40B4-BE49-F238E27FC236}">
                <a16:creationId xmlns:a16="http://schemas.microsoft.com/office/drawing/2014/main" id="{F216EF67-2742-4E3A-81AE-9DA7A0133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6" name="competitiveness-result-text">
            <a:extLst xmlns:a="http://schemas.openxmlformats.org/drawingml/2006/main">
              <a:ext uri="{FF2B5EF4-FFF2-40B4-BE49-F238E27FC236}">
                <a16:creationId xmlns:a16="http://schemas.microsoft.com/office/drawing/2014/main" id="{5EF20348-951F-48D4-9F42-3FB89748A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657350"/>
            <a:ext cx="5029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38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可控边界  →  可持续推进  →  可信结论</a:t>
            </a:r>
          </a:p>
        </p:txBody>
      </p:sp>
      <p:pic>
        <p:nvPicPr>
          <p:cNvPr id="17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b7670ebc2d4717"/>
          <a:stretch xmlns:a="http://schemas.openxmlformats.org/drawingml/2006/main"/>
        </p:blipFill>
        <p:spPr>
          <a:xfrm xmlns:a="http://schemas.openxmlformats.org/drawingml/2006/main">
            <a:off x="400050" y="257175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88" name="architecture-header-rule">
            <a:extLst xmlns:a="http://schemas.openxmlformats.org/drawingml/2006/main">
              <a:ext uri="{FF2B5EF4-FFF2-40B4-BE49-F238E27FC236}">
                <a16:creationId xmlns:a16="http://schemas.microsoft.com/office/drawing/2014/main" id="{8C8E1332-DB97-4F95-88E9-7ACDBC606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0020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7D7"/>
          </a:solidFill>
          <a:ln xmlns:a="http://schemas.openxmlformats.org/drawingml/2006/main" w="0">
            <a:solidFill>
              <a:srgbClr val="D7D7D7"/>
            </a:solidFill>
            <a:prstDash val="solid"/>
          </a:ln>
        </p:spPr>
      </p:sp>
      <p:sp>
        <p:nvSpPr>
          <p:cNvPr id="89" name="q-num-0">
            <a:extLst xmlns:a="http://schemas.openxmlformats.org/drawingml/2006/main">
              <a:ext uri="{FF2B5EF4-FFF2-40B4-BE49-F238E27FC236}">
                <a16:creationId xmlns:a16="http://schemas.microsoft.com/office/drawing/2014/main" id="{95D3E07F-72EE-48E8-BBF5-4D9CD972A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0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90" name="q-num-1">
            <a:extLst xmlns:a="http://schemas.openxmlformats.org/drawingml/2006/main">
              <a:ext uri="{FF2B5EF4-FFF2-40B4-BE49-F238E27FC236}">
                <a16:creationId xmlns:a16="http://schemas.microsoft.com/office/drawing/2014/main" id="{C2EA1DC9-97B5-42F2-B7FB-2EBB9D9D4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90950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91" name="q-num-2">
            <a:extLst xmlns:a="http://schemas.openxmlformats.org/drawingml/2006/main">
              <a:ext uri="{FF2B5EF4-FFF2-40B4-BE49-F238E27FC236}">
                <a16:creationId xmlns:a16="http://schemas.microsoft.com/office/drawing/2014/main" id="{321C382E-32FD-40D8-91EF-ACD6CD4CB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14900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92" name="architecture-target">
            <a:extLst xmlns:a="http://schemas.openxmlformats.org/drawingml/2006/main">
              <a:ext uri="{FF2B5EF4-FFF2-40B4-BE49-F238E27FC236}">
                <a16:creationId xmlns:a16="http://schemas.microsoft.com/office/drawing/2014/main" id="{12241DB1-113D-4F60-AE02-2E037D9D5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15050"/>
            <a:ext cx="2457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13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最小修改：只补一段可验证的状态转换</a:t>
            </a:r>
          </a:p>
        </p:txBody>
      </p:sp>
      <p:sp>
        <p:nvSpPr>
          <p:cNvPr id="93" name="layer-accent-0">
            <a:extLst xmlns:a="http://schemas.openxmlformats.org/drawingml/2006/main">
              <a:ext uri="{FF2B5EF4-FFF2-40B4-BE49-F238E27FC236}">
                <a16:creationId xmlns:a16="http://schemas.microsoft.com/office/drawing/2014/main" id="{C4D02609-394E-4CD4-B67E-CEDC234B4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924050"/>
            <a:ext cx="666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pic>
        <p:nvPicPr>
          <p:cNvPr id="18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c3d5003da442ab"/>
          <a:stretch xmlns:a="http://schemas.openxmlformats.org/drawingml/2006/main"/>
        </p:blipFill>
        <p:spPr>
          <a:xfrm xmlns:a="http://schemas.openxmlformats.org/drawingml/2006/main">
            <a:off x="4114800" y="216217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95" name="layer-title-0">
            <a:extLst xmlns:a="http://schemas.openxmlformats.org/drawingml/2006/main">
              <a:ext uri="{FF2B5EF4-FFF2-40B4-BE49-F238E27FC236}">
                <a16:creationId xmlns:a16="http://schemas.microsoft.com/office/drawing/2014/main" id="{73692C3D-C3CC-44D2-8B66-24EA0321E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0574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13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S1 EVENT</a:t>
            </a:r>
          </a:p>
        </p:txBody>
      </p:sp>
      <p:sp>
        <p:nvSpPr>
          <p:cNvPr id="96" name="layer-body-0">
            <a:extLst xmlns:a="http://schemas.openxmlformats.org/drawingml/2006/main">
              <a:ext uri="{FF2B5EF4-FFF2-40B4-BE49-F238E27FC236}">
                <a16:creationId xmlns:a16="http://schemas.microsoft.com/office/drawing/2014/main" id="{6270DFAF-8692-4203-B7DA-F946DA138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371725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6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account-added(123)</a:t>
            </a:r>
          </a:p>
        </p:txBody>
      </p:sp>
      <p:sp>
        <p:nvSpPr>
          <p:cNvPr id="97" name="layer-accent-1">
            <a:extLst xmlns:a="http://schemas.openxmlformats.org/drawingml/2006/main">
              <a:ext uri="{FF2B5EF4-FFF2-40B4-BE49-F238E27FC236}">
                <a16:creationId xmlns:a16="http://schemas.microsoft.com/office/drawing/2014/main" id="{38476F31-F954-4946-9E80-79FC850AF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914650"/>
            <a:ext cx="666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AB"/>
          </a:solidFill>
          <a:ln xmlns:a="http://schemas.openxmlformats.org/drawingml/2006/main" w="0">
            <a:solidFill>
              <a:srgbClr val="2F6FAB"/>
            </a:solidFill>
            <a:prstDash val="solid"/>
          </a:ln>
        </p:spPr>
      </p:sp>
      <p:pic>
        <p:nvPicPr>
          <p:cNvPr id="18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b440566d064721"/>
          <a:stretch xmlns:a="http://schemas.openxmlformats.org/drawingml/2006/main"/>
        </p:blipFill>
        <p:spPr>
          <a:xfrm xmlns:a="http://schemas.openxmlformats.org/drawingml/2006/main">
            <a:off x="4114800" y="315277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99" name="layer-title-1">
            <a:extLst xmlns:a="http://schemas.openxmlformats.org/drawingml/2006/main">
              <a:ext uri="{FF2B5EF4-FFF2-40B4-BE49-F238E27FC236}">
                <a16:creationId xmlns:a16="http://schemas.microsoft.com/office/drawing/2014/main" id="{0758B4E0-34DD-4B59-B36F-42AE8019E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0480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13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S2 READ</a:t>
            </a:r>
          </a:p>
        </p:txBody>
      </p:sp>
      <p:sp>
        <p:nvSpPr>
          <p:cNvPr id="100" name="layer-body-1">
            <a:extLst xmlns:a="http://schemas.openxmlformats.org/drawingml/2006/main">
              <a:ext uri="{FF2B5EF4-FFF2-40B4-BE49-F238E27FC236}">
                <a16:creationId xmlns:a16="http://schemas.microsoft.com/office/drawing/2014/main" id="{F16FC356-915C-4ACE-B046-75DBA07A5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362325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6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最多 5 次读取系统账号</a:t>
            </a:r>
          </a:p>
        </p:txBody>
      </p:sp>
      <p:sp>
        <p:nvSpPr>
          <p:cNvPr id="101" name="layer-accent-2">
            <a:extLst xmlns:a="http://schemas.openxmlformats.org/drawingml/2006/main">
              <a:ext uri="{FF2B5EF4-FFF2-40B4-BE49-F238E27FC236}">
                <a16:creationId xmlns:a16="http://schemas.microsoft.com/office/drawing/2014/main" id="{2A7A9663-4C9B-419A-9A7A-30A2B696B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905250"/>
            <a:ext cx="666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45C7"/>
          </a:solidFill>
          <a:ln xmlns:a="http://schemas.openxmlformats.org/drawingml/2006/main" w="0">
            <a:solidFill>
              <a:srgbClr val="6D45C7"/>
            </a:solidFill>
            <a:prstDash val="solid"/>
          </a:ln>
        </p:spPr>
      </p:sp>
      <p:pic>
        <p:nvPicPr>
          <p:cNvPr id="18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5890bb875447e2"/>
          <a:stretch xmlns:a="http://schemas.openxmlformats.org/drawingml/2006/main"/>
        </p:blipFill>
        <p:spPr>
          <a:xfrm xmlns:a="http://schemas.openxmlformats.org/drawingml/2006/main">
            <a:off x="4114800" y="414337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103" name="layer-title-2">
            <a:extLst xmlns:a="http://schemas.openxmlformats.org/drawingml/2006/main">
              <a:ext uri="{FF2B5EF4-FFF2-40B4-BE49-F238E27FC236}">
                <a16:creationId xmlns:a16="http://schemas.microsoft.com/office/drawing/2014/main" id="{1C142090-7102-4B20-A7AD-E8F3342F1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0386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13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S3 VALID</a:t>
            </a:r>
          </a:p>
        </p:txBody>
      </p:sp>
      <p:sp>
        <p:nvSpPr>
          <p:cNvPr id="104" name="layer-body-2">
            <a:extLst xmlns:a="http://schemas.openxmlformats.org/drawingml/2006/main">
              <a:ext uri="{FF2B5EF4-FFF2-40B4-BE49-F238E27FC236}">
                <a16:creationId xmlns:a16="http://schemas.microsoft.com/office/drawing/2014/main" id="{9AB0736D-B741-4F78-9B35-544802619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352925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6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快照包含 123 才返回</a:t>
            </a:r>
          </a:p>
        </p:txBody>
      </p:sp>
      <p:sp>
        <p:nvSpPr>
          <p:cNvPr id="105" name="layer-accent-3">
            <a:extLst xmlns:a="http://schemas.openxmlformats.org/drawingml/2006/main">
              <a:ext uri="{FF2B5EF4-FFF2-40B4-BE49-F238E27FC236}">
                <a16:creationId xmlns:a16="http://schemas.microsoft.com/office/drawing/2014/main" id="{7B9EE8B6-61C7-4632-96AD-9023E988A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895850"/>
            <a:ext cx="666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F5B"/>
          </a:solidFill>
          <a:ln xmlns:a="http://schemas.openxmlformats.org/drawingml/2006/main" w="0">
            <a:solidFill>
              <a:srgbClr val="2F8F5B"/>
            </a:solidFill>
            <a:prstDash val="solid"/>
          </a:ln>
        </p:spPr>
      </p:sp>
      <p:pic>
        <p:nvPicPr>
          <p:cNvPr id="19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b2506bf38443fa"/>
          <a:stretch xmlns:a="http://schemas.openxmlformats.org/drawingml/2006/main"/>
        </p:blipFill>
        <p:spPr>
          <a:xfrm xmlns:a="http://schemas.openxmlformats.org/drawingml/2006/main">
            <a:off x="4114800" y="513397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107" name="layer-title-3">
            <a:extLst xmlns:a="http://schemas.openxmlformats.org/drawingml/2006/main">
              <a:ext uri="{FF2B5EF4-FFF2-40B4-BE49-F238E27FC236}">
                <a16:creationId xmlns:a16="http://schemas.microsoft.com/office/drawing/2014/main" id="{88A99DE1-E22D-4207-AACB-C8BC242AE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50292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13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S4 TIMEOUT</a:t>
            </a:r>
          </a:p>
        </p:txBody>
      </p:sp>
      <p:sp>
        <p:nvSpPr>
          <p:cNvPr id="108" name="layer-body-3">
            <a:extLst xmlns:a="http://schemas.openxmlformats.org/drawingml/2006/main">
              <a:ext uri="{FF2B5EF4-FFF2-40B4-BE49-F238E27FC236}">
                <a16:creationId xmlns:a16="http://schemas.microsoft.com/office/drawing/2014/main" id="{BA330E66-C90C-4840-B93B-A552E2455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5343525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6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不 dispatch、不提交旧事实</a:t>
            </a:r>
          </a:p>
        </p:txBody>
      </p:sp>
      <p:sp>
        <p:nvSpPr>
          <p:cNvPr id="109" name="chip-bg-0">
            <a:extLst xmlns:a="http://schemas.openxmlformats.org/drawingml/2006/main">
              <a:ext uri="{FF2B5EF4-FFF2-40B4-BE49-F238E27FC236}">
                <a16:creationId xmlns:a16="http://schemas.microsoft.com/office/drawing/2014/main" id="{71D48416-ED97-466F-982F-A938B7CCD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6172200"/>
            <a:ext cx="1104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EC"/>
          </a:solidFill>
          <a:ln xmlns:a="http://schemas.openxmlformats.org/drawingml/2006/main" w="0">
            <a:solidFill>
              <a:srgbClr val="FBEAEC"/>
            </a:solidFill>
            <a:prstDash val="solid"/>
          </a:ln>
        </p:spPr>
      </p:sp>
      <p:sp>
        <p:nvSpPr>
          <p:cNvPr id="110" name="chip-text-0">
            <a:extLst xmlns:a="http://schemas.openxmlformats.org/drawingml/2006/main">
              <a:ext uri="{FF2B5EF4-FFF2-40B4-BE49-F238E27FC236}">
                <a16:creationId xmlns:a16="http://schemas.microsoft.com/office/drawing/2014/main" id="{82123FD4-7C58-402C-AF80-432A473B2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191250"/>
            <a:ext cx="990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1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event</a:t>
            </a:r>
          </a:p>
        </p:txBody>
      </p:sp>
      <p:sp>
        <p:nvSpPr>
          <p:cNvPr id="111" name="chip-bg-1">
            <a:extLst xmlns:a="http://schemas.openxmlformats.org/drawingml/2006/main">
              <a:ext uri="{FF2B5EF4-FFF2-40B4-BE49-F238E27FC236}">
                <a16:creationId xmlns:a16="http://schemas.microsoft.com/office/drawing/2014/main" id="{E0EB52C1-7F9C-4EE5-9820-1E0467F6C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6172200"/>
            <a:ext cx="1104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B"/>
          </a:solidFill>
          <a:ln xmlns:a="http://schemas.openxmlformats.org/drawingml/2006/main" w="0">
            <a:solidFill>
              <a:srgbClr val="EAF2FB"/>
            </a:solidFill>
            <a:prstDash val="solid"/>
          </a:ln>
        </p:spPr>
      </p:sp>
      <p:sp>
        <p:nvSpPr>
          <p:cNvPr id="112" name="chip-text-1">
            <a:extLst xmlns:a="http://schemas.openxmlformats.org/drawingml/2006/main">
              <a:ext uri="{FF2B5EF4-FFF2-40B4-BE49-F238E27FC236}">
                <a16:creationId xmlns:a16="http://schemas.microsoft.com/office/drawing/2014/main" id="{59CCB1FF-670F-4D97-8118-28C74FF03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6191250"/>
            <a:ext cx="990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1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rPr>
              <a:t>retry</a:t>
            </a:r>
          </a:p>
        </p:txBody>
      </p:sp>
      <p:sp>
        <p:nvSpPr>
          <p:cNvPr id="113" name="chip-bg-2">
            <a:extLst xmlns:a="http://schemas.openxmlformats.org/drawingml/2006/main">
              <a:ext uri="{FF2B5EF4-FFF2-40B4-BE49-F238E27FC236}">
                <a16:creationId xmlns:a16="http://schemas.microsoft.com/office/drawing/2014/main" id="{A060C2F7-7655-4EAB-891A-4CEF2DE5E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6172200"/>
            <a:ext cx="1104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FA"/>
          </a:solidFill>
          <a:ln xmlns:a="http://schemas.openxmlformats.org/drawingml/2006/main" w="0">
            <a:solidFill>
              <a:srgbClr val="F1ECFA"/>
            </a:solidFill>
            <a:prstDash val="solid"/>
          </a:ln>
        </p:spPr>
      </p:sp>
      <p:sp>
        <p:nvSpPr>
          <p:cNvPr id="114" name="chip-text-2">
            <a:extLst xmlns:a="http://schemas.openxmlformats.org/drawingml/2006/main">
              <a:ext uri="{FF2B5EF4-FFF2-40B4-BE49-F238E27FC236}">
                <a16:creationId xmlns:a16="http://schemas.microsoft.com/office/drawing/2014/main" id="{5961A5BA-B64A-460E-86DF-8B93DD2D6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6191250"/>
            <a:ext cx="990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1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>snapshot</a:t>
            </a:r>
          </a:p>
        </p:txBody>
      </p:sp>
      <p:sp>
        <p:nvSpPr>
          <p:cNvPr id="115" name="chip-bg-3">
            <a:extLst xmlns:a="http://schemas.openxmlformats.org/drawingml/2006/main">
              <a:ext uri="{FF2B5EF4-FFF2-40B4-BE49-F238E27FC236}">
                <a16:creationId xmlns:a16="http://schemas.microsoft.com/office/drawing/2014/main" id="{48CD9102-C72A-4AE6-A58C-D40684E4D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6172200"/>
            <a:ext cx="1104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EC"/>
          </a:solidFill>
          <a:ln xmlns:a="http://schemas.openxmlformats.org/drawingml/2006/main" w="0">
            <a:solidFill>
              <a:srgbClr val="FBEAEC"/>
            </a:solidFill>
            <a:prstDash val="solid"/>
          </a:ln>
        </p:spPr>
      </p:sp>
      <p:sp>
        <p:nvSpPr>
          <p:cNvPr id="116" name="chip-text-3">
            <a:extLst xmlns:a="http://schemas.openxmlformats.org/drawingml/2006/main">
              <a:ext uri="{FF2B5EF4-FFF2-40B4-BE49-F238E27FC236}">
                <a16:creationId xmlns:a16="http://schemas.microsoft.com/office/drawing/2014/main" id="{57E1BF08-1076-41DF-BD9B-B932FDFC1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6191250"/>
            <a:ext cx="990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1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VALID</a:t>
            </a:r>
          </a:p>
        </p:txBody>
      </p:sp>
      <p:sp>
        <p:nvSpPr>
          <p:cNvPr id="117" name="chip-bg-4">
            <a:extLst xmlns:a="http://schemas.openxmlformats.org/drawingml/2006/main">
              <a:ext uri="{FF2B5EF4-FFF2-40B4-BE49-F238E27FC236}">
                <a16:creationId xmlns:a16="http://schemas.microsoft.com/office/drawing/2014/main" id="{BF04FEDE-110C-425C-9C36-536012F08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6172200"/>
            <a:ext cx="1104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E"/>
          </a:solidFill>
          <a:ln xmlns:a="http://schemas.openxmlformats.org/drawingml/2006/main" w="0">
            <a:solidFill>
              <a:srgbClr val="EAF5EE"/>
            </a:solidFill>
            <a:prstDash val="solid"/>
          </a:ln>
        </p:spPr>
      </p:sp>
      <p:sp>
        <p:nvSpPr>
          <p:cNvPr id="118" name="chip-text-4">
            <a:extLst xmlns:a="http://schemas.openxmlformats.org/drawingml/2006/main">
              <a:ext uri="{FF2B5EF4-FFF2-40B4-BE49-F238E27FC236}">
                <a16:creationId xmlns:a16="http://schemas.microsoft.com/office/drawing/2014/main" id="{5A5ADC84-38AC-4FBC-95CC-E2E737B1B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6191250"/>
            <a:ext cx="990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10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rPr>
              <a:t>TIMEOUT</a:t>
            </a:r>
          </a:p>
        </p:txBody>
      </p:sp>
      <p:sp>
        <p:nvSpPr>
          <p:cNvPr id="119" name="chip-bg-5">
            <a:extLst xmlns:a="http://schemas.openxmlformats.org/drawingml/2006/main">
              <a:ext uri="{FF2B5EF4-FFF2-40B4-BE49-F238E27FC236}">
                <a16:creationId xmlns:a16="http://schemas.microsoft.com/office/drawing/2014/main" id="{731D3DC7-788F-4FCD-87FB-859D9D9F2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6172200"/>
            <a:ext cx="1104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FA"/>
          </a:solidFill>
          <a:ln xmlns:a="http://schemas.openxmlformats.org/drawingml/2006/main" w="0">
            <a:solidFill>
              <a:srgbClr val="F1ECFA"/>
            </a:solidFill>
            <a:prstDash val="solid"/>
          </a:ln>
        </p:spPr>
      </p:sp>
      <p:sp>
        <p:nvSpPr>
          <p:cNvPr id="120" name="chip-text-5">
            <a:extLst xmlns:a="http://schemas.openxmlformats.org/drawingml/2006/main">
              <a:ext uri="{FF2B5EF4-FFF2-40B4-BE49-F238E27FC236}">
                <a16:creationId xmlns:a16="http://schemas.microsoft.com/office/drawing/2014/main" id="{08648007-8237-4261-9844-2F0380139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191250"/>
            <a:ext cx="990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1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>no dispatch</a:t>
            </a:r>
          </a:p>
        </p:txBody>
      </p:sp>
      <p:pic>
        <p:nvPicPr>
          <p:cNvPr id="20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b6b5dffa874cfb"/>
          <a:stretch xmlns:a="http://schemas.openxmlformats.org/drawingml/2006/main"/>
        </p:blipFill>
        <p:spPr>
          <a:xfrm xmlns:a="http://schemas.openxmlformats.org/drawingml/2006/main">
            <a:off x="10382250" y="268813"/>
            <a:ext cx="952500" cy="2148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980598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9937CBA2-7E4F-43F3-9EBA-CFD6BD1B5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38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rPr>
              <a:t>17 · 第三幕｜两轮 Ralph 与故障定位</a:t>
            </a:r>
          </a:p>
        </p:txBody>
      </p:sp>
      <p:sp>
        <p:nvSpPr>
          <p:cNvPr id="5" name="team-name">
            <a:extLst xmlns:a="http://schemas.openxmlformats.org/drawingml/2006/main">
              <a:ext uri="{FF2B5EF4-FFF2-40B4-BE49-F238E27FC236}">
                <a16:creationId xmlns:a16="http://schemas.microsoft.com/office/drawing/2014/main" id="{DF70FBB6-5F6E-4537-9090-0CBE67318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6" name="business-direction">
            <a:extLst xmlns:a="http://schemas.openxmlformats.org/drawingml/2006/main">
              <a:ext uri="{FF2B5EF4-FFF2-40B4-BE49-F238E27FC236}">
                <a16:creationId xmlns:a16="http://schemas.microsoft.com/office/drawing/2014/main" id="{264209F6-E82F-4B7F-97F5-9E0C8215D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" name="storyline-lead">
            <a:extLst xmlns:a="http://schemas.openxmlformats.org/drawingml/2006/main">
              <a:ext uri="{FF2B5EF4-FFF2-40B4-BE49-F238E27FC236}">
                <a16:creationId xmlns:a16="http://schemas.microsoft.com/office/drawing/2014/main" id="{513D4A51-8337-4FB4-B56E-8172C046E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8" name="storyline-outcome">
            <a:extLst xmlns:a="http://schemas.openxmlformats.org/drawingml/2006/main">
              <a:ext uri="{FF2B5EF4-FFF2-40B4-BE49-F238E27FC236}">
                <a16:creationId xmlns:a16="http://schemas.microsoft.com/office/drawing/2014/main" id="{BB1932BF-7915-4685-850E-EE30D779E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9" name="origin-story">
            <a:extLst xmlns:a="http://schemas.openxmlformats.org/drawingml/2006/main">
              <a:ext uri="{FF2B5EF4-FFF2-40B4-BE49-F238E27FC236}">
                <a16:creationId xmlns:a16="http://schemas.microsoft.com/office/drawing/2014/main" id="{4F383126-75F9-4A95-9DFA-12133DB4A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1104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210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长任务的记忆写在 progress，不在聊天记录</a:t>
            </a:r>
          </a:p>
        </p:txBody>
      </p:sp>
      <p:sp>
        <p:nvSpPr>
          <p:cNvPr id="10" name="capability-label">
            <a:extLst xmlns:a="http://schemas.openxmlformats.org/drawingml/2006/main">
              <a:ext uri="{FF2B5EF4-FFF2-40B4-BE49-F238E27FC236}">
                <a16:creationId xmlns:a16="http://schemas.microsoft.com/office/drawing/2014/main" id="{6618DDA6-5320-4544-A67A-4138E5DF0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9115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SLIDE 17 · WORKSHOP</a:t>
            </a:r>
          </a:p>
        </p:txBody>
      </p:sp>
      <p:sp>
        <p:nvSpPr>
          <p:cNvPr id="12" name="capability-goal-text">
            <a:extLst xmlns:a="http://schemas.openxmlformats.org/drawingml/2006/main">
              <a:ext uri="{FF2B5EF4-FFF2-40B4-BE49-F238E27FC236}">
                <a16:creationId xmlns:a16="http://schemas.microsoft.com/office/drawing/2014/main" id="{A9BB6ADF-6F5A-486E-9828-9BB90056D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4" name="capability-tech-text">
            <a:extLst xmlns:a="http://schemas.openxmlformats.org/drawingml/2006/main">
              <a:ext uri="{FF2B5EF4-FFF2-40B4-BE49-F238E27FC236}">
                <a16:creationId xmlns:a16="http://schemas.microsoft.com/office/drawing/2014/main" id="{A789BA83-BEE2-4D60-80BC-6239BCAB3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6" name="capability-collaboration-text">
            <a:extLst xmlns:a="http://schemas.openxmlformats.org/drawingml/2006/main">
              <a:ext uri="{FF2B5EF4-FFF2-40B4-BE49-F238E27FC236}">
                <a16:creationId xmlns:a16="http://schemas.microsoft.com/office/drawing/2014/main" id="{D085A46E-BB95-4E44-A140-3211DC950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8" name="capability-cohesion-text">
            <a:extLst xmlns:a="http://schemas.openxmlformats.org/drawingml/2006/main">
              <a:ext uri="{FF2B5EF4-FFF2-40B4-BE49-F238E27FC236}">
                <a16:creationId xmlns:a16="http://schemas.microsoft.com/office/drawing/2014/main" id="{31E7FE61-7CF7-4BF1-B351-6E8BC2ABB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21" name="journey-top-rule">
            <a:extLst xmlns:a="http://schemas.openxmlformats.org/drawingml/2006/main">
              <a:ext uri="{FF2B5EF4-FFF2-40B4-BE49-F238E27FC236}">
                <a16:creationId xmlns:a16="http://schemas.microsoft.com/office/drawing/2014/main" id="{3F7D1C62-8DF5-4E48-9864-9C17DDEE1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2" name="journey-label">
            <a:extLst xmlns:a="http://schemas.openxmlformats.org/drawingml/2006/main">
              <a:ext uri="{FF2B5EF4-FFF2-40B4-BE49-F238E27FC236}">
                <a16:creationId xmlns:a16="http://schemas.microsoft.com/office/drawing/2014/main" id="{8E7E41EF-B0E6-4678-B07F-0EBF826CF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每轮只加载 spec、当前任务、progress 和 evidence 索引，避免上下文随会话膨胀。</a:t>
            </a:r>
          </a:p>
        </p:txBody>
      </p:sp>
      <p:sp>
        <p:nvSpPr>
          <p:cNvPr id="26" name="stage-01-number">
            <a:extLst xmlns:a="http://schemas.openxmlformats.org/drawingml/2006/main">
              <a:ext uri="{FF2B5EF4-FFF2-40B4-BE49-F238E27FC236}">
                <a16:creationId xmlns:a16="http://schemas.microsoft.com/office/drawing/2014/main" id="{4225D723-AF17-46CE-8F57-EF6385A30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27" name="stage-01-title">
            <a:extLst xmlns:a="http://schemas.openxmlformats.org/drawingml/2006/main">
              <a:ext uri="{FF2B5EF4-FFF2-40B4-BE49-F238E27FC236}">
                <a16:creationId xmlns:a16="http://schemas.microsoft.com/office/drawing/2014/main" id="{A080687F-349A-4D96-8B9B-B15D9284C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28" name="stage-01-body">
            <a:extLst xmlns:a="http://schemas.openxmlformats.org/drawingml/2006/main">
              <a:ext uri="{FF2B5EF4-FFF2-40B4-BE49-F238E27FC236}">
                <a16:creationId xmlns:a16="http://schemas.microsoft.com/office/drawing/2014/main" id="{35DB16DD-F51B-49F2-B81F-24E50A16B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36" name="stage-03-number">
            <a:extLst xmlns:a="http://schemas.openxmlformats.org/drawingml/2006/main">
              <a:ext uri="{FF2B5EF4-FFF2-40B4-BE49-F238E27FC236}">
                <a16:creationId xmlns:a16="http://schemas.microsoft.com/office/drawing/2014/main" id="{C0286EEE-76D7-4C3D-959B-C1A40C2DE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37" name="stage-03-title">
            <a:extLst xmlns:a="http://schemas.openxmlformats.org/drawingml/2006/main">
              <a:ext uri="{FF2B5EF4-FFF2-40B4-BE49-F238E27FC236}">
                <a16:creationId xmlns:a16="http://schemas.microsoft.com/office/drawing/2014/main" id="{B27EC97C-4E04-4513-B0CF-9ED410CD8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38" name="stage-03-body">
            <a:extLst xmlns:a="http://schemas.openxmlformats.org/drawingml/2006/main">
              <a:ext uri="{FF2B5EF4-FFF2-40B4-BE49-F238E27FC236}">
                <a16:creationId xmlns:a16="http://schemas.microsoft.com/office/drawing/2014/main" id="{9E912F49-5FAE-4B6A-9826-0EE1EFB7F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46" name="stage-05-number">
            <a:extLst xmlns:a="http://schemas.openxmlformats.org/drawingml/2006/main">
              <a:ext uri="{FF2B5EF4-FFF2-40B4-BE49-F238E27FC236}">
                <a16:creationId xmlns:a16="http://schemas.microsoft.com/office/drawing/2014/main" id="{AA36F8DB-73A8-47E8-A962-56FE8DE85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47" name="stage-05-title">
            <a:extLst xmlns:a="http://schemas.openxmlformats.org/drawingml/2006/main">
              <a:ext uri="{FF2B5EF4-FFF2-40B4-BE49-F238E27FC236}">
                <a16:creationId xmlns:a16="http://schemas.microsoft.com/office/drawing/2014/main" id="{E55E05DE-AFC6-4422-9A2F-AD9E27F89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48" name="stage-05-body">
            <a:extLst xmlns:a="http://schemas.openxmlformats.org/drawingml/2006/main">
              <a:ext uri="{FF2B5EF4-FFF2-40B4-BE49-F238E27FC236}">
                <a16:creationId xmlns:a16="http://schemas.microsoft.com/office/drawing/2014/main" id="{F938BB63-05FA-4699-B9B6-45CD5A0C9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0" name="rail-flow-label">
            <a:extLst xmlns:a="http://schemas.openxmlformats.org/drawingml/2006/main">
              <a:ext uri="{FF2B5EF4-FFF2-40B4-BE49-F238E27FC236}">
                <a16:creationId xmlns:a16="http://schemas.microsoft.com/office/drawing/2014/main" id="{FF5EAC43-B84B-4541-B2F4-61336FAA9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8585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858585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1" name="rail-flow-line">
            <a:extLst xmlns:a="http://schemas.openxmlformats.org/drawingml/2006/main">
              <a:ext uri="{FF2B5EF4-FFF2-40B4-BE49-F238E27FC236}">
                <a16:creationId xmlns:a16="http://schemas.microsoft.com/office/drawing/2014/main" id="{AF9A8871-2B22-4386-A390-72752FB38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3" name="rail-flow-idea-label">
            <a:extLst xmlns:a="http://schemas.openxmlformats.org/drawingml/2006/main">
              <a:ext uri="{FF2B5EF4-FFF2-40B4-BE49-F238E27FC236}">
                <a16:creationId xmlns:a16="http://schemas.microsoft.com/office/drawing/2014/main" id="{72E1E745-7177-4B95-A3C2-46F9EE067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5" name="rail-flow-attack-label">
            <a:extLst xmlns:a="http://schemas.openxmlformats.org/drawingml/2006/main">
              <a:ext uri="{FF2B5EF4-FFF2-40B4-BE49-F238E27FC236}">
                <a16:creationId xmlns:a16="http://schemas.microsoft.com/office/drawing/2014/main" id="{1CD5E551-A644-4209-8B85-C43D55DAD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7" name="rail-flow-delivery-label">
            <a:extLst xmlns:a="http://schemas.openxmlformats.org/drawingml/2006/main">
              <a:ext uri="{FF2B5EF4-FFF2-40B4-BE49-F238E27FC236}">
                <a16:creationId xmlns:a16="http://schemas.microsoft.com/office/drawing/2014/main" id="{41242F25-AB1D-4FEC-AA44-0C6A2FA72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8" name="rail-result-box">
            <a:extLst xmlns:a="http://schemas.openxmlformats.org/drawingml/2006/main">
              <a:ext uri="{FF2B5EF4-FFF2-40B4-BE49-F238E27FC236}">
                <a16:creationId xmlns:a16="http://schemas.microsoft.com/office/drawing/2014/main" id="{F7117D08-254C-4F26-B6DD-8B03EB047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0" name="rail-result-text">
            <a:extLst xmlns:a="http://schemas.openxmlformats.org/drawingml/2006/main">
              <a:ext uri="{FF2B5EF4-FFF2-40B4-BE49-F238E27FC236}">
                <a16:creationId xmlns:a16="http://schemas.microsoft.com/office/drawing/2014/main" id="{34A8EF6F-28E9-4F9F-8CFD-1BF6F2603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63" b="1">
                <a:solidFill>
                  <a:srgbClr val="9C000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9C000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61" name="grid-top-rule">
            <a:extLst xmlns:a="http://schemas.openxmlformats.org/drawingml/2006/main">
              <a:ext uri="{FF2B5EF4-FFF2-40B4-BE49-F238E27FC236}">
                <a16:creationId xmlns:a16="http://schemas.microsoft.com/office/drawing/2014/main" id="{0F39FBDF-9E3B-4D49-B005-6B5B93FED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2" name="grid-middle-rule">
            <a:extLst xmlns:a="http://schemas.openxmlformats.org/drawingml/2006/main">
              <a:ext uri="{FF2B5EF4-FFF2-40B4-BE49-F238E27FC236}">
                <a16:creationId xmlns:a16="http://schemas.microsoft.com/office/drawing/2014/main" id="{BBC7B45A-19EF-4696-97BA-CE5C123E4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3" name="grid-vertical-rule">
            <a:extLst xmlns:a="http://schemas.openxmlformats.org/drawingml/2006/main">
              <a:ext uri="{FF2B5EF4-FFF2-40B4-BE49-F238E27FC236}">
                <a16:creationId xmlns:a16="http://schemas.microsoft.com/office/drawing/2014/main" id="{9513784B-DF55-42B5-ACF2-4EF87CE54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4" name="capability-top-rule">
            <a:extLst xmlns:a="http://schemas.openxmlformats.org/drawingml/2006/main">
              <a:ext uri="{FF2B5EF4-FFF2-40B4-BE49-F238E27FC236}">
                <a16:creationId xmlns:a16="http://schemas.microsoft.com/office/drawing/2014/main" id="{9013330B-53F2-4C98-B459-B7BC45073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5" name="module-01-icon-background">
            <a:extLst xmlns:a="http://schemas.openxmlformats.org/drawingml/2006/main">
              <a:ext uri="{FF2B5EF4-FFF2-40B4-BE49-F238E27FC236}">
                <a16:creationId xmlns:a16="http://schemas.microsoft.com/office/drawing/2014/main" id="{6BB7565D-24EF-47D6-BBB0-E18B6DE76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24050"/>
            <a:ext cx="4762500" cy="3124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B"/>
          </a:solidFill>
          <a:ln xmlns:a="http://schemas.openxmlformats.org/drawingml/2006/main" w="0">
            <a:solidFill>
              <a:srgbClr val="EAF2FB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7" name="module-02-icon-background">
            <a:extLst xmlns:a="http://schemas.openxmlformats.org/drawingml/2006/main">
              <a:ext uri="{FF2B5EF4-FFF2-40B4-BE49-F238E27FC236}">
                <a16:creationId xmlns:a16="http://schemas.microsoft.com/office/drawing/2014/main" id="{80C31D3C-F758-4BBC-A10E-E9C339D14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24050"/>
            <a:ext cx="4762500" cy="3124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FA"/>
          </a:solidFill>
          <a:ln xmlns:a="http://schemas.openxmlformats.org/drawingml/2006/main" w="0">
            <a:solidFill>
              <a:srgbClr val="F1ECF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9" name="module-03-icon-background">
            <a:extLst xmlns:a="http://schemas.openxmlformats.org/drawingml/2006/main">
              <a:ext uri="{FF2B5EF4-FFF2-40B4-BE49-F238E27FC236}">
                <a16:creationId xmlns:a16="http://schemas.microsoft.com/office/drawing/2014/main" id="{78E97F08-D68A-43EC-A2D0-7C3051E07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1" name="module-04-icon-background">
            <a:extLst xmlns:a="http://schemas.openxmlformats.org/drawingml/2006/main">
              <a:ext uri="{FF2B5EF4-FFF2-40B4-BE49-F238E27FC236}">
                <a16:creationId xmlns:a16="http://schemas.microsoft.com/office/drawing/2014/main" id="{C303905D-0287-4B86-92D4-33F0EB3B9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3" name="module-04-number">
            <a:extLst xmlns:a="http://schemas.openxmlformats.org/drawingml/2006/main">
              <a:ext uri="{FF2B5EF4-FFF2-40B4-BE49-F238E27FC236}">
                <a16:creationId xmlns:a16="http://schemas.microsoft.com/office/drawing/2014/main" id="{644EFF2E-DC9B-4D41-84F4-10582B446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4" name="module-04-title">
            <a:extLst xmlns:a="http://schemas.openxmlformats.org/drawingml/2006/main">
              <a:ext uri="{FF2B5EF4-FFF2-40B4-BE49-F238E27FC236}">
                <a16:creationId xmlns:a16="http://schemas.microsoft.com/office/drawing/2014/main" id="{9C3B8801-0886-4C35-A421-9571B2595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5" name="module-04-body">
            <a:extLst xmlns:a="http://schemas.openxmlformats.org/drawingml/2006/main">
              <a:ext uri="{FF2B5EF4-FFF2-40B4-BE49-F238E27FC236}">
                <a16:creationId xmlns:a16="http://schemas.microsoft.com/office/drawing/2014/main" id="{815AB31E-77DC-41EF-9FDD-2104B3529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6" name="capability-goal-icon-background">
            <a:extLst xmlns:a="http://schemas.openxmlformats.org/drawingml/2006/main">
              <a:ext uri="{FF2B5EF4-FFF2-40B4-BE49-F238E27FC236}">
                <a16:creationId xmlns:a16="http://schemas.microsoft.com/office/drawing/2014/main" id="{ACC8CF6A-83B8-4CA8-B500-7FCD1FE49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8" name="capability-tech-icon-background">
            <a:extLst xmlns:a="http://schemas.openxmlformats.org/drawingml/2006/main">
              <a:ext uri="{FF2B5EF4-FFF2-40B4-BE49-F238E27FC236}">
                <a16:creationId xmlns:a16="http://schemas.microsoft.com/office/drawing/2014/main" id="{1FBC427F-E57C-45DB-9CCE-FEBB0D899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0" name="capability-collaboration-icon-background">
            <a:extLst xmlns:a="http://schemas.openxmlformats.org/drawingml/2006/main">
              <a:ext uri="{FF2B5EF4-FFF2-40B4-BE49-F238E27FC236}">
                <a16:creationId xmlns:a16="http://schemas.microsoft.com/office/drawing/2014/main" id="{6E13DFB3-20F1-4890-9CA4-4556205A7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2" name="capability-cohesion-icon-background">
            <a:extLst xmlns:a="http://schemas.openxmlformats.org/drawingml/2006/main">
              <a:ext uri="{FF2B5EF4-FFF2-40B4-BE49-F238E27FC236}">
                <a16:creationId xmlns:a16="http://schemas.microsoft.com/office/drawing/2014/main" id="{6D6CB4E0-0BEB-4D63-8FF5-DCEBE4D95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4" name="competitiveness-result-box">
            <a:extLst xmlns:a="http://schemas.openxmlformats.org/drawingml/2006/main">
              <a:ext uri="{FF2B5EF4-FFF2-40B4-BE49-F238E27FC236}">
                <a16:creationId xmlns:a16="http://schemas.microsoft.com/office/drawing/2014/main" id="{F216EF67-2742-4E3A-81AE-9DA7A0133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6" name="competitiveness-result-text">
            <a:extLst xmlns:a="http://schemas.openxmlformats.org/drawingml/2006/main">
              <a:ext uri="{FF2B5EF4-FFF2-40B4-BE49-F238E27FC236}">
                <a16:creationId xmlns:a16="http://schemas.microsoft.com/office/drawing/2014/main" id="{5EF20348-951F-48D4-9F42-3FB89748A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276850"/>
            <a:ext cx="733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38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rPr>
              <a:t>任务进度是跨会话的工程事实，不是聊天摘要。</a:t>
            </a:r>
          </a:p>
        </p:txBody>
      </p:sp>
      <p:pic>
        <p:nvPicPr>
          <p:cNvPr id="20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8736a830624979"/>
          <a:stretch xmlns:a="http://schemas.openxmlformats.org/drawingml/2006/main"/>
        </p:blipFill>
        <p:spPr>
          <a:xfrm xmlns:a="http://schemas.openxmlformats.org/drawingml/2006/main">
            <a:off x="400050" y="257175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88" name="case-header-rule">
            <a:extLst xmlns:a="http://schemas.openxmlformats.org/drawingml/2006/main">
              <a:ext uri="{FF2B5EF4-FFF2-40B4-BE49-F238E27FC236}">
                <a16:creationId xmlns:a16="http://schemas.microsoft.com/office/drawing/2014/main" id="{BAC1EAF4-B798-4F81-B3D8-E711C771E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0020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7D7"/>
          </a:solidFill>
          <a:ln xmlns:a="http://schemas.openxmlformats.org/drawingml/2006/main" w="0">
            <a:solidFill>
              <a:srgbClr val="D7D7D7"/>
            </a:solidFill>
            <a:prstDash val="solid"/>
          </a:ln>
        </p:spPr>
      </p:sp>
      <p:pic>
        <p:nvPicPr>
          <p:cNvPr id="20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6652627f82464c"/>
          <a:stretch xmlns:a="http://schemas.openxmlformats.org/drawingml/2006/main"/>
        </p:blipFill>
        <p:spPr>
          <a:xfrm xmlns:a="http://schemas.openxmlformats.org/drawingml/2006/main">
            <a:off x="666750" y="2190750"/>
            <a:ext cx="438150" cy="438150"/>
          </a:xfrm>
          <a:prstGeom xmlns:a="http://schemas.openxmlformats.org/drawingml/2006/main" prst="rect">
            <a:avLst/>
          </a:prstGeom>
        </p:spPr>
      </p:pic>
      <p:pic>
        <p:nvPicPr>
          <p:cNvPr id="20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8f78412a4d49a7"/>
          <a:stretch xmlns:a="http://schemas.openxmlformats.org/drawingml/2006/main"/>
        </p:blipFill>
        <p:spPr>
          <a:xfrm xmlns:a="http://schemas.openxmlformats.org/drawingml/2006/main">
            <a:off x="6838950" y="2190750"/>
            <a:ext cx="438150" cy="438150"/>
          </a:xfrm>
          <a:prstGeom xmlns:a="http://schemas.openxmlformats.org/drawingml/2006/main" prst="rect">
            <a:avLst/>
          </a:prstGeom>
        </p:spPr>
      </p:pic>
      <p:sp>
        <p:nvSpPr>
          <p:cNvPr id="91" name="case-one-number">
            <a:extLst xmlns:a="http://schemas.openxmlformats.org/drawingml/2006/main">
              <a:ext uri="{FF2B5EF4-FFF2-40B4-BE49-F238E27FC236}">
                <a16:creationId xmlns:a16="http://schemas.microsoft.com/office/drawing/2014/main" id="{80F689AD-6F88-4A35-AE85-A26AC3B82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1526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rPr>
              <a:t>CASE 17</a:t>
            </a:r>
          </a:p>
        </p:txBody>
      </p:sp>
      <p:sp>
        <p:nvSpPr>
          <p:cNvPr id="92" name="case-two-number">
            <a:extLst xmlns:a="http://schemas.openxmlformats.org/drawingml/2006/main">
              <a:ext uri="{FF2B5EF4-FFF2-40B4-BE49-F238E27FC236}">
                <a16:creationId xmlns:a16="http://schemas.microsoft.com/office/drawing/2014/main" id="{0A6698CA-AC0B-41F4-85BA-082BCE6B8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1526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93" name="case-one-title">
            <a:extLst xmlns:a="http://schemas.openxmlformats.org/drawingml/2006/main">
              <a:ext uri="{FF2B5EF4-FFF2-40B4-BE49-F238E27FC236}">
                <a16:creationId xmlns:a16="http://schemas.microsoft.com/office/drawing/2014/main" id="{EE710BA8-D19C-4963-AFB4-4F3C1F99D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3622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progress.md 本轮记录</a:t>
            </a:r>
          </a:p>
        </p:txBody>
      </p:sp>
      <p:sp>
        <p:nvSpPr>
          <p:cNvPr id="94" name="case-two-title">
            <a:extLst xmlns:a="http://schemas.openxmlformats.org/drawingml/2006/main">
              <a:ext uri="{FF2B5EF4-FFF2-40B4-BE49-F238E27FC236}">
                <a16:creationId xmlns:a16="http://schemas.microsoft.com/office/drawing/2014/main" id="{318AF84A-C84B-43B2-BA7D-1800772BA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3622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95" name="case-one-method">
            <a:extLst xmlns:a="http://schemas.openxmlformats.org/drawingml/2006/main">
              <a:ext uri="{FF2B5EF4-FFF2-40B4-BE49-F238E27FC236}">
                <a16:creationId xmlns:a16="http://schemas.microsoft.com/office/drawing/2014/main" id="{D641B88F-BC38-42A3-A4BB-5C0A78563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rPr>
              <a:t>DURABLE MEMORY</a:t>
            </a:r>
          </a:p>
        </p:txBody>
      </p:sp>
      <p:sp>
        <p:nvSpPr>
          <p:cNvPr id="96" name="case-two-method">
            <a:extLst xmlns:a="http://schemas.openxmlformats.org/drawingml/2006/main">
              <a:ext uri="{FF2B5EF4-FFF2-40B4-BE49-F238E27FC236}">
                <a16:creationId xmlns:a16="http://schemas.microsoft.com/office/drawing/2014/main" id="{138671CA-C122-4895-8836-E45A6FC58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575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97" name="case-left-rule-0">
            <a:extLst xmlns:a="http://schemas.openxmlformats.org/drawingml/2006/main">
              <a:ext uri="{FF2B5EF4-FFF2-40B4-BE49-F238E27FC236}">
                <a16:creationId xmlns:a16="http://schemas.microsoft.com/office/drawing/2014/main" id="{A9E0F7F1-556E-496E-816D-C112F9654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813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98" name="case-right-rule-0">
            <a:extLst xmlns:a="http://schemas.openxmlformats.org/drawingml/2006/main">
              <a:ext uri="{FF2B5EF4-FFF2-40B4-BE49-F238E27FC236}">
                <a16:creationId xmlns:a16="http://schemas.microsoft.com/office/drawing/2014/main" id="{F698392D-CBD9-4BDB-A31B-B374CB008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1813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99" name="case-label-left-0">
            <a:extLst xmlns:a="http://schemas.openxmlformats.org/drawingml/2006/main">
              <a:ext uri="{FF2B5EF4-FFF2-40B4-BE49-F238E27FC236}">
                <a16:creationId xmlns:a16="http://schemas.microsoft.com/office/drawing/2014/main" id="{1AFF2D59-C41A-4DA2-B654-8554618F8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假设</a:t>
            </a:r>
          </a:p>
        </p:txBody>
      </p:sp>
      <p:sp>
        <p:nvSpPr>
          <p:cNvPr id="100" name="case-value-left-0">
            <a:extLst xmlns:a="http://schemas.openxmlformats.org/drawingml/2006/main">
              <a:ext uri="{FF2B5EF4-FFF2-40B4-BE49-F238E27FC236}">
                <a16:creationId xmlns:a16="http://schemas.microsoft.com/office/drawing/2014/main" id="{17B95C37-E670-4E76-804D-E304F37CD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2385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事件先于账号查询可见</a:t>
            </a:r>
          </a:p>
        </p:txBody>
      </p:sp>
      <p:sp>
        <p:nvSpPr>
          <p:cNvPr id="101" name="case-label-right-0">
            <a:extLst xmlns:a="http://schemas.openxmlformats.org/drawingml/2006/main">
              <a:ext uri="{FF2B5EF4-FFF2-40B4-BE49-F238E27FC236}">
                <a16:creationId xmlns:a16="http://schemas.microsoft.com/office/drawing/2014/main" id="{18A46C20-C188-49D9-98C2-BA5F1F298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2385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02" name="case-value-right-0">
            <a:extLst xmlns:a="http://schemas.openxmlformats.org/drawingml/2006/main">
              <a:ext uri="{FF2B5EF4-FFF2-40B4-BE49-F238E27FC236}">
                <a16:creationId xmlns:a16="http://schemas.microsoft.com/office/drawing/2014/main" id="{7B7E08BA-BD87-441F-B3DB-2BCCF3B9A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2385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03" name="case-left-rule-1">
            <a:extLst xmlns:a="http://schemas.openxmlformats.org/drawingml/2006/main">
              <a:ext uri="{FF2B5EF4-FFF2-40B4-BE49-F238E27FC236}">
                <a16:creationId xmlns:a16="http://schemas.microsoft.com/office/drawing/2014/main" id="{659D7CC2-4EC3-4F7C-BF89-3A07EE6C3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004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04" name="case-right-rule-1">
            <a:extLst xmlns:a="http://schemas.openxmlformats.org/drawingml/2006/main">
              <a:ext uri="{FF2B5EF4-FFF2-40B4-BE49-F238E27FC236}">
                <a16:creationId xmlns:a16="http://schemas.microsoft.com/office/drawing/2014/main" id="{B37D164D-5E44-46FA-ADF5-91601117C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6004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05" name="case-label-left-1">
            <a:extLst xmlns:a="http://schemas.openxmlformats.org/drawingml/2006/main">
              <a:ext uri="{FF2B5EF4-FFF2-40B4-BE49-F238E27FC236}">
                <a16:creationId xmlns:a16="http://schemas.microsoft.com/office/drawing/2014/main" id="{796BAB44-29A4-4469-8C56-2DD29EAB6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576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证据</a:t>
            </a:r>
          </a:p>
        </p:txBody>
      </p:sp>
      <p:sp>
        <p:nvSpPr>
          <p:cNvPr id="106" name="case-value-left-1">
            <a:extLst xmlns:a="http://schemas.openxmlformats.org/drawingml/2006/main">
              <a:ext uri="{FF2B5EF4-FFF2-40B4-BE49-F238E27FC236}">
                <a16:creationId xmlns:a16="http://schemas.microsoft.com/office/drawing/2014/main" id="{E2585E34-D692-44BF-BE1E-7329CBA4B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576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前两读无 123，第三读出现</a:t>
            </a:r>
          </a:p>
        </p:txBody>
      </p:sp>
      <p:sp>
        <p:nvSpPr>
          <p:cNvPr id="107" name="case-label-right-1">
            <a:extLst xmlns:a="http://schemas.openxmlformats.org/drawingml/2006/main">
              <a:ext uri="{FF2B5EF4-FFF2-40B4-BE49-F238E27FC236}">
                <a16:creationId xmlns:a16="http://schemas.microsoft.com/office/drawing/2014/main" id="{40591D54-6B8B-4336-9EA6-38AC4E705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6576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08" name="case-value-right-1">
            <a:extLst xmlns:a="http://schemas.openxmlformats.org/drawingml/2006/main">
              <a:ext uri="{FF2B5EF4-FFF2-40B4-BE49-F238E27FC236}">
                <a16:creationId xmlns:a16="http://schemas.microsoft.com/office/drawing/2014/main" id="{3E0F325A-0686-4039-ACBE-35AD57BC2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6576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09" name="case-left-rule-2">
            <a:extLst xmlns:a="http://schemas.openxmlformats.org/drawingml/2006/main">
              <a:ext uri="{FF2B5EF4-FFF2-40B4-BE49-F238E27FC236}">
                <a16:creationId xmlns:a16="http://schemas.microsoft.com/office/drawing/2014/main" id="{B431DC1D-7996-47F7-B716-B4104C061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195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0" name="case-right-rule-2">
            <a:extLst xmlns:a="http://schemas.openxmlformats.org/drawingml/2006/main">
              <a:ext uri="{FF2B5EF4-FFF2-40B4-BE49-F238E27FC236}">
                <a16:creationId xmlns:a16="http://schemas.microsoft.com/office/drawing/2014/main" id="{8A9990CB-8F45-4A02-86D6-E10EE0E9F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0195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1" name="case-label-left-2">
            <a:extLst xmlns:a="http://schemas.openxmlformats.org/drawingml/2006/main">
              <a:ext uri="{FF2B5EF4-FFF2-40B4-BE49-F238E27FC236}">
                <a16:creationId xmlns:a16="http://schemas.microsoft.com/office/drawing/2014/main" id="{2BEDC775-5045-4471-AF1B-C0AD01484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767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新事实</a:t>
            </a:r>
          </a:p>
        </p:txBody>
      </p:sp>
      <p:sp>
        <p:nvSpPr>
          <p:cNvPr id="112" name="case-value-left-2">
            <a:extLst xmlns:a="http://schemas.openxmlformats.org/drawingml/2006/main">
              <a:ext uri="{FF2B5EF4-FFF2-40B4-BE49-F238E27FC236}">
                <a16:creationId xmlns:a16="http://schemas.microsoft.com/office/drawing/2014/main" id="{EA218FAD-D644-4FFB-BE95-C64F04C7F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767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稳定是 trigger 可见</a:t>
            </a:r>
          </a:p>
        </p:txBody>
      </p:sp>
      <p:sp>
        <p:nvSpPr>
          <p:cNvPr id="113" name="case-label-right-2">
            <a:extLst xmlns:a="http://schemas.openxmlformats.org/drawingml/2006/main">
              <a:ext uri="{FF2B5EF4-FFF2-40B4-BE49-F238E27FC236}">
                <a16:creationId xmlns:a16="http://schemas.microsoft.com/office/drawing/2014/main" id="{577C7B67-0F67-44A6-9DDD-559EFF9DC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0767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14" name="case-value-right-2">
            <a:extLst xmlns:a="http://schemas.openxmlformats.org/drawingml/2006/main">
              <a:ext uri="{FF2B5EF4-FFF2-40B4-BE49-F238E27FC236}">
                <a16:creationId xmlns:a16="http://schemas.microsoft.com/office/drawing/2014/main" id="{563E56E8-30B3-435F-846A-BBF723B44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0767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15" name="case-left-rule-3">
            <a:extLst xmlns:a="http://schemas.openxmlformats.org/drawingml/2006/main">
              <a:ext uri="{FF2B5EF4-FFF2-40B4-BE49-F238E27FC236}">
                <a16:creationId xmlns:a16="http://schemas.microsoft.com/office/drawing/2014/main" id="{73F1F4EA-AE10-4C4D-BA07-7CC8DAE70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386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6" name="case-right-rule-3">
            <a:extLst xmlns:a="http://schemas.openxmlformats.org/drawingml/2006/main">
              <a:ext uri="{FF2B5EF4-FFF2-40B4-BE49-F238E27FC236}">
                <a16:creationId xmlns:a16="http://schemas.microsoft.com/office/drawing/2014/main" id="{54F3B591-F56B-4DB3-A065-BC6E7BCF2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4386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7" name="case-label-left-3">
            <a:extLst xmlns:a="http://schemas.openxmlformats.org/drawingml/2006/main">
              <a:ext uri="{FF2B5EF4-FFF2-40B4-BE49-F238E27FC236}">
                <a16:creationId xmlns:a16="http://schemas.microsoft.com/office/drawing/2014/main" id="{678E3CF7-1438-4AC3-A0C1-5353F3F2F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958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Next</a:t>
            </a:r>
          </a:p>
        </p:txBody>
      </p:sp>
      <p:sp>
        <p:nvSpPr>
          <p:cNvPr id="118" name="case-value-left-3">
            <a:extLst xmlns:a="http://schemas.openxmlformats.org/drawingml/2006/main">
              <a:ext uri="{FF2B5EF4-FFF2-40B4-BE49-F238E27FC236}">
                <a16:creationId xmlns:a16="http://schemas.microsoft.com/office/drawing/2014/main" id="{63677797-5DC0-45FD-9D3E-4D98A65D1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4958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进入故障注入与回滚</a:t>
            </a:r>
          </a:p>
        </p:txBody>
      </p:sp>
      <p:sp>
        <p:nvSpPr>
          <p:cNvPr id="119" name="case-label-right-3">
            <a:extLst xmlns:a="http://schemas.openxmlformats.org/drawingml/2006/main">
              <a:ext uri="{FF2B5EF4-FFF2-40B4-BE49-F238E27FC236}">
                <a16:creationId xmlns:a16="http://schemas.microsoft.com/office/drawing/2014/main" id="{796CDBCF-DEAC-47B8-9C7D-BBC794C33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4958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20" name="case-value-right-3">
            <a:extLst xmlns:a="http://schemas.openxmlformats.org/drawingml/2006/main">
              <a:ext uri="{FF2B5EF4-FFF2-40B4-BE49-F238E27FC236}">
                <a16:creationId xmlns:a16="http://schemas.microsoft.com/office/drawing/2014/main" id="{1212E204-1B9F-477E-80DD-961E203DC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4958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21" name="case-transfer-circle">
            <a:extLst xmlns:a="http://schemas.openxmlformats.org/drawingml/2006/main">
              <a:ext uri="{FF2B5EF4-FFF2-40B4-BE49-F238E27FC236}">
                <a16:creationId xmlns:a16="http://schemas.microsoft.com/office/drawing/2014/main" id="{FF6A693F-DADF-434A-A7E7-B5831EE8E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95275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7000B"/>
            </a:solidFill>
            <a:prstDash val="solid"/>
          </a:ln>
        </p:spPr>
      </p:sp>
      <p:pic>
        <p:nvPicPr>
          <p:cNvPr id="2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fec67446ad46c9"/>
          <a:stretch xmlns:a="http://schemas.openxmlformats.org/drawingml/2006/main"/>
        </p:blipFill>
        <p:spPr>
          <a:xfrm xmlns:a="http://schemas.openxmlformats.org/drawingml/2006/main">
            <a:off x="5667375" y="3105150"/>
            <a:ext cx="400050" cy="400050"/>
          </a:xfrm>
          <a:prstGeom xmlns:a="http://schemas.openxmlformats.org/drawingml/2006/main" prst="rect">
            <a:avLst/>
          </a:prstGeom>
        </p:spPr>
      </p:pic>
      <p:sp>
        <p:nvSpPr>
          <p:cNvPr id="123" name="case-transfer-text">
            <a:extLst xmlns:a="http://schemas.openxmlformats.org/drawingml/2006/main">
              <a:ext uri="{FF2B5EF4-FFF2-40B4-BE49-F238E27FC236}">
                <a16:creationId xmlns:a16="http://schemas.microsoft.com/office/drawing/2014/main" id="{48A38601-6EA4-43E6-9D6F-38C449733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524250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88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证据</a:t>
            </a:r>
          </a:p>
        </p:txBody>
      </p:sp>
      <p:sp>
        <p:nvSpPr>
          <p:cNvPr id="124" name="case-left-arrow">
            <a:extLst xmlns:a="http://schemas.openxmlformats.org/drawingml/2006/main">
              <a:ext uri="{FF2B5EF4-FFF2-40B4-BE49-F238E27FC236}">
                <a16:creationId xmlns:a16="http://schemas.microsoft.com/office/drawing/2014/main" id="{03A1806C-B519-4A4A-9980-2434DFAFD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21945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22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←</a:t>
            </a:r>
          </a:p>
        </p:txBody>
      </p:sp>
      <p:sp>
        <p:nvSpPr>
          <p:cNvPr id="125" name="case-right-arrow">
            <a:extLst xmlns:a="http://schemas.openxmlformats.org/drawingml/2006/main">
              <a:ext uri="{FF2B5EF4-FFF2-40B4-BE49-F238E27FC236}">
                <a16:creationId xmlns:a16="http://schemas.microsoft.com/office/drawing/2014/main" id="{E8FB34F1-A4F6-406E-85FD-21A5A0934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21945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22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26" name="timeline-rule">
            <a:extLst xmlns:a="http://schemas.openxmlformats.org/drawingml/2006/main">
              <a:ext uri="{FF2B5EF4-FFF2-40B4-BE49-F238E27FC236}">
                <a16:creationId xmlns:a16="http://schemas.microsoft.com/office/drawing/2014/main" id="{46F26517-8D14-4ED8-B91E-154EEEC9A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81700"/>
            <a:ext cx="10934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7D7"/>
          </a:solidFill>
          <a:ln xmlns:a="http://schemas.openxmlformats.org/drawingml/2006/main" w="0">
            <a:solidFill>
              <a:srgbClr val="D7D7D7"/>
            </a:solidFill>
            <a:prstDash val="solid"/>
          </a:ln>
        </p:spPr>
      </p:sp>
      <p:sp>
        <p:nvSpPr>
          <p:cNvPr id="127" name="timeline-dot-0">
            <a:extLst xmlns:a="http://schemas.openxmlformats.org/drawingml/2006/main">
              <a:ext uri="{FF2B5EF4-FFF2-40B4-BE49-F238E27FC236}">
                <a16:creationId xmlns:a16="http://schemas.microsoft.com/office/drawing/2014/main" id="{B1B2265D-D326-40FF-A60F-C0FBE9741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674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128" name="timeline-card-0">
            <a:extLst xmlns:a="http://schemas.openxmlformats.org/drawingml/2006/main">
              <a:ext uri="{FF2B5EF4-FFF2-40B4-BE49-F238E27FC236}">
                <a16:creationId xmlns:a16="http://schemas.microsoft.com/office/drawing/2014/main" id="{E06F85EB-4FA9-4043-8BE1-A3CF40B5C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72200"/>
            <a:ext cx="2000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EC"/>
          </a:solidFill>
          <a:ln xmlns:a="http://schemas.openxmlformats.org/drawingml/2006/main" w="0">
            <a:solidFill>
              <a:srgbClr val="FBEAEC"/>
            </a:solidFill>
            <a:prstDash val="solid"/>
          </a:ln>
        </p:spPr>
      </p:sp>
      <p:pic>
        <p:nvPicPr>
          <p:cNvPr id="2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71a3b23e9744d2"/>
          <a:stretch xmlns:a="http://schemas.openxmlformats.org/drawingml/2006/main"/>
        </p:blipFill>
        <p:spPr>
          <a:xfrm xmlns:a="http://schemas.openxmlformats.org/drawingml/2006/main">
            <a:off x="514350" y="63055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30" name="timeline-text-0">
            <a:extLst xmlns:a="http://schemas.openxmlformats.org/drawingml/2006/main">
              <a:ext uri="{FF2B5EF4-FFF2-40B4-BE49-F238E27FC236}">
                <a16:creationId xmlns:a16="http://schemas.microsoft.com/office/drawing/2014/main" id="{3B912A19-9FE5-4187-98C5-1F80D3054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210300"/>
            <a:ext cx="1543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RED</a:t>
            </a:r>
          </a:p>
        </p:txBody>
      </p:sp>
      <p:sp>
        <p:nvSpPr>
          <p:cNvPr id="131" name="timeline-dot-1">
            <a:extLst xmlns:a="http://schemas.openxmlformats.org/drawingml/2006/main">
              <a:ext uri="{FF2B5EF4-FFF2-40B4-BE49-F238E27FC236}">
                <a16:creationId xmlns:a16="http://schemas.microsoft.com/office/drawing/2014/main" id="{7D872788-C8C9-4D53-BCFB-3EE338664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58674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45C7"/>
          </a:solidFill>
          <a:ln xmlns:a="http://schemas.openxmlformats.org/drawingml/2006/main" w="0">
            <a:solidFill>
              <a:srgbClr val="6D45C7"/>
            </a:solidFill>
            <a:prstDash val="solid"/>
          </a:ln>
        </p:spPr>
      </p:sp>
      <p:sp>
        <p:nvSpPr>
          <p:cNvPr id="132" name="timeline-card-1">
            <a:extLst xmlns:a="http://schemas.openxmlformats.org/drawingml/2006/main">
              <a:ext uri="{FF2B5EF4-FFF2-40B4-BE49-F238E27FC236}">
                <a16:creationId xmlns:a16="http://schemas.microsoft.com/office/drawing/2014/main" id="{07574872-6C46-4DCB-998F-DE9FCE105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6172200"/>
            <a:ext cx="3048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FA"/>
          </a:solidFill>
          <a:ln xmlns:a="http://schemas.openxmlformats.org/drawingml/2006/main" w="0">
            <a:solidFill>
              <a:srgbClr val="F1ECFA"/>
            </a:solidFill>
            <a:prstDash val="solid"/>
          </a:ln>
        </p:spPr>
      </p:sp>
      <p:pic>
        <p:nvPicPr>
          <p:cNvPr id="2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4292ebf3cd4064"/>
          <a:stretch xmlns:a="http://schemas.openxmlformats.org/drawingml/2006/main"/>
        </p:blipFill>
        <p:spPr>
          <a:xfrm xmlns:a="http://schemas.openxmlformats.org/drawingml/2006/main">
            <a:off x="2705100" y="63055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34" name="timeline-text-1">
            <a:extLst xmlns:a="http://schemas.openxmlformats.org/drawingml/2006/main">
              <a:ext uri="{FF2B5EF4-FFF2-40B4-BE49-F238E27FC236}">
                <a16:creationId xmlns:a16="http://schemas.microsoft.com/office/drawing/2014/main" id="{4A727200-EA29-4361-9862-418A0DE95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6210300"/>
            <a:ext cx="2590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>最小实现</a:t>
            </a:r>
          </a:p>
        </p:txBody>
      </p:sp>
      <p:sp>
        <p:nvSpPr>
          <p:cNvPr id="135" name="timeline-dot-2">
            <a:extLst xmlns:a="http://schemas.openxmlformats.org/drawingml/2006/main">
              <a:ext uri="{FF2B5EF4-FFF2-40B4-BE49-F238E27FC236}">
                <a16:creationId xmlns:a16="http://schemas.microsoft.com/office/drawing/2014/main" id="{3F1EC896-E46F-4384-894B-3DDEC4776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58674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136" name="timeline-card-2">
            <a:extLst xmlns:a="http://schemas.openxmlformats.org/drawingml/2006/main">
              <a:ext uri="{FF2B5EF4-FFF2-40B4-BE49-F238E27FC236}">
                <a16:creationId xmlns:a16="http://schemas.microsoft.com/office/drawing/2014/main" id="{F4FEA41C-C58A-4D35-9F21-95E1FD4ED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6172200"/>
            <a:ext cx="1428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EC"/>
          </a:solidFill>
          <a:ln xmlns:a="http://schemas.openxmlformats.org/drawingml/2006/main" w="0">
            <a:solidFill>
              <a:srgbClr val="FBEAEC"/>
            </a:solidFill>
            <a:prstDash val="solid"/>
          </a:ln>
        </p:spPr>
      </p:sp>
      <p:pic>
        <p:nvPicPr>
          <p:cNvPr id="2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40cb6a7972479f"/>
          <a:stretch xmlns:a="http://schemas.openxmlformats.org/drawingml/2006/main"/>
        </p:blipFill>
        <p:spPr>
          <a:xfrm xmlns:a="http://schemas.openxmlformats.org/drawingml/2006/main">
            <a:off x="5943600" y="63055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38" name="timeline-text-2">
            <a:extLst xmlns:a="http://schemas.openxmlformats.org/drawingml/2006/main">
              <a:ext uri="{FF2B5EF4-FFF2-40B4-BE49-F238E27FC236}">
                <a16:creationId xmlns:a16="http://schemas.microsoft.com/office/drawing/2014/main" id="{75A6DFD3-381A-4508-A88C-74D03EE63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6210300"/>
            <a:ext cx="971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progress</a:t>
            </a:r>
          </a:p>
        </p:txBody>
      </p:sp>
      <p:sp>
        <p:nvSpPr>
          <p:cNvPr id="139" name="timeline-dot-3">
            <a:extLst xmlns:a="http://schemas.openxmlformats.org/drawingml/2006/main">
              <a:ext uri="{FF2B5EF4-FFF2-40B4-BE49-F238E27FC236}">
                <a16:creationId xmlns:a16="http://schemas.microsoft.com/office/drawing/2014/main" id="{EE23DBD8-AF98-46BF-B5EA-9A5764E71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8674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45C7"/>
          </a:solidFill>
          <a:ln xmlns:a="http://schemas.openxmlformats.org/drawingml/2006/main" w="0">
            <a:solidFill>
              <a:srgbClr val="6D45C7"/>
            </a:solidFill>
            <a:prstDash val="solid"/>
          </a:ln>
        </p:spPr>
      </p:sp>
      <p:sp>
        <p:nvSpPr>
          <p:cNvPr id="140" name="timeline-card-3">
            <a:extLst xmlns:a="http://schemas.openxmlformats.org/drawingml/2006/main">
              <a:ext uri="{FF2B5EF4-FFF2-40B4-BE49-F238E27FC236}">
                <a16:creationId xmlns:a16="http://schemas.microsoft.com/office/drawing/2014/main" id="{705D6FCE-1ACC-445B-943D-DD93AE12E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72200"/>
            <a:ext cx="2571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FA"/>
          </a:solidFill>
          <a:ln xmlns:a="http://schemas.openxmlformats.org/drawingml/2006/main" w="0">
            <a:solidFill>
              <a:srgbClr val="F1ECFA"/>
            </a:solidFill>
            <a:prstDash val="solid"/>
          </a:ln>
        </p:spPr>
      </p:sp>
      <p:pic>
        <p:nvPicPr>
          <p:cNvPr id="25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1a3da2f26a4206"/>
          <a:stretch xmlns:a="http://schemas.openxmlformats.org/drawingml/2006/main"/>
        </p:blipFill>
        <p:spPr>
          <a:xfrm xmlns:a="http://schemas.openxmlformats.org/drawingml/2006/main">
            <a:off x="7562850" y="63055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42" name="timeline-text-3">
            <a:extLst xmlns:a="http://schemas.openxmlformats.org/drawingml/2006/main">
              <a:ext uri="{FF2B5EF4-FFF2-40B4-BE49-F238E27FC236}">
                <a16:creationId xmlns:a16="http://schemas.microsoft.com/office/drawing/2014/main" id="{D8BB6B58-07F6-42CB-AD15-5ADC5CB98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6210300"/>
            <a:ext cx="2114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>DEBUG</a:t>
            </a:r>
          </a:p>
        </p:txBody>
      </p:sp>
      <p:sp>
        <p:nvSpPr>
          <p:cNvPr id="143" name="timeline-dot-4">
            <a:extLst xmlns:a="http://schemas.openxmlformats.org/drawingml/2006/main">
              <a:ext uri="{FF2B5EF4-FFF2-40B4-BE49-F238E27FC236}">
                <a16:creationId xmlns:a16="http://schemas.microsoft.com/office/drawing/2014/main" id="{42256876-971C-44C3-B36A-A2A5DC337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58674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F5B"/>
          </a:solidFill>
          <a:ln xmlns:a="http://schemas.openxmlformats.org/drawingml/2006/main" w="0">
            <a:solidFill>
              <a:srgbClr val="2F8F5B"/>
            </a:solidFill>
            <a:prstDash val="solid"/>
          </a:ln>
        </p:spPr>
      </p:sp>
      <p:sp>
        <p:nvSpPr>
          <p:cNvPr id="144" name="timeline-card-4">
            <a:extLst xmlns:a="http://schemas.openxmlformats.org/drawingml/2006/main">
              <a:ext uri="{FF2B5EF4-FFF2-40B4-BE49-F238E27FC236}">
                <a16:creationId xmlns:a16="http://schemas.microsoft.com/office/drawing/2014/main" id="{B406802C-BB49-4241-9BAC-E9752EDB4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6172200"/>
            <a:ext cx="10287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E"/>
          </a:solidFill>
          <a:ln xmlns:a="http://schemas.openxmlformats.org/drawingml/2006/main" w="0">
            <a:solidFill>
              <a:srgbClr val="EAF5EE"/>
            </a:solidFill>
            <a:prstDash val="solid"/>
          </a:ln>
        </p:spPr>
      </p:sp>
      <p:pic>
        <p:nvPicPr>
          <p:cNvPr id="26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fef5483f35415e"/>
          <a:stretch xmlns:a="http://schemas.openxmlformats.org/drawingml/2006/main"/>
        </p:blipFill>
        <p:spPr>
          <a:xfrm xmlns:a="http://schemas.openxmlformats.org/drawingml/2006/main">
            <a:off x="10325100" y="63055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46" name="timeline-text-4">
            <a:extLst xmlns:a="http://schemas.openxmlformats.org/drawingml/2006/main">
              <a:ext uri="{FF2B5EF4-FFF2-40B4-BE49-F238E27FC236}">
                <a16:creationId xmlns:a16="http://schemas.microsoft.com/office/drawing/2014/main" id="{B28B3A76-07CD-44BF-8BCF-942072BDE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6210300"/>
            <a:ext cx="57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rPr>
              <a:t>事务/回滚</a:t>
            </a:r>
          </a:p>
        </p:txBody>
      </p:sp>
      <p:pic>
        <p:nvPicPr>
          <p:cNvPr id="26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a737b50d5147fb"/>
          <a:stretch xmlns:a="http://schemas.openxmlformats.org/drawingml/2006/main"/>
        </p:blipFill>
        <p:spPr>
          <a:xfrm xmlns:a="http://schemas.openxmlformats.org/drawingml/2006/main">
            <a:off x="10382250" y="268813"/>
            <a:ext cx="952500" cy="214850"/>
          </a:xfrm>
          <a:prstGeom xmlns:a="http://schemas.openxmlformats.org/drawingml/2006/main" prst="rect">
            <a:avLst/>
          </a:prstGeom>
        </p:spPr>
      </p:pic>
      <p:pic>
        <p:nvPicPr>
          <p:cNvPr id="26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f31c017cbe4514"/>
          <a:stretch xmlns:a="http://schemas.openxmlformats.org/drawingml/2006/main"/>
        </p:blipFill>
        <p:spPr>
          <a:xfrm xmlns:a="http://schemas.openxmlformats.org/drawingml/2006/main">
            <a:off x="6572250" y="2145918"/>
            <a:ext cx="4762500" cy="268046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980598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9937CBA2-7E4F-43F3-9EBA-CFD6BD1B5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38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rPr>
              <a:t>18 · 第三幕｜两轮 Ralph 与故障定位</a:t>
            </a:r>
          </a:p>
        </p:txBody>
      </p:sp>
      <p:sp>
        <p:nvSpPr>
          <p:cNvPr id="5" name="team-name">
            <a:extLst xmlns:a="http://schemas.openxmlformats.org/drawingml/2006/main">
              <a:ext uri="{FF2B5EF4-FFF2-40B4-BE49-F238E27FC236}">
                <a16:creationId xmlns:a16="http://schemas.microsoft.com/office/drawing/2014/main" id="{DF70FBB6-5F6E-4537-9090-0CBE67318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6" name="business-direction">
            <a:extLst xmlns:a="http://schemas.openxmlformats.org/drawingml/2006/main">
              <a:ext uri="{FF2B5EF4-FFF2-40B4-BE49-F238E27FC236}">
                <a16:creationId xmlns:a16="http://schemas.microsoft.com/office/drawing/2014/main" id="{264209F6-E82F-4B7F-97F5-9E0C8215D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" name="storyline-lead">
            <a:extLst xmlns:a="http://schemas.openxmlformats.org/drawingml/2006/main">
              <a:ext uri="{FF2B5EF4-FFF2-40B4-BE49-F238E27FC236}">
                <a16:creationId xmlns:a16="http://schemas.microsoft.com/office/drawing/2014/main" id="{513D4A51-8337-4FB4-B56E-8172C046E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8" name="storyline-outcome">
            <a:extLst xmlns:a="http://schemas.openxmlformats.org/drawingml/2006/main">
              <a:ext uri="{FF2B5EF4-FFF2-40B4-BE49-F238E27FC236}">
                <a16:creationId xmlns:a16="http://schemas.microsoft.com/office/drawing/2014/main" id="{BB1932BF-7915-4685-850E-EE30D779E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9" name="origin-story">
            <a:extLst xmlns:a="http://schemas.openxmlformats.org/drawingml/2006/main">
              <a:ext uri="{FF2B5EF4-FFF2-40B4-BE49-F238E27FC236}">
                <a16:creationId xmlns:a16="http://schemas.microsoft.com/office/drawing/2014/main" id="{4F383126-75F9-4A95-9DFA-12133DB4A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1104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210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DEBUG：先找最早异常，不从 UI 倒推</a:t>
            </a:r>
          </a:p>
        </p:txBody>
      </p:sp>
      <p:sp>
        <p:nvSpPr>
          <p:cNvPr id="10" name="capability-label">
            <a:extLst xmlns:a="http://schemas.openxmlformats.org/drawingml/2006/main">
              <a:ext uri="{FF2B5EF4-FFF2-40B4-BE49-F238E27FC236}">
                <a16:creationId xmlns:a16="http://schemas.microsoft.com/office/drawing/2014/main" id="{6618DDA6-5320-4544-A67A-4138E5DF0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9115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SLIDE 18 · WORKSHOP</a:t>
            </a:r>
          </a:p>
        </p:txBody>
      </p:sp>
      <p:sp>
        <p:nvSpPr>
          <p:cNvPr id="12" name="capability-goal-text">
            <a:extLst xmlns:a="http://schemas.openxmlformats.org/drawingml/2006/main">
              <a:ext uri="{FF2B5EF4-FFF2-40B4-BE49-F238E27FC236}">
                <a16:creationId xmlns:a16="http://schemas.microsoft.com/office/drawing/2014/main" id="{A9BB6ADF-6F5A-486E-9828-9BB90056D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4" name="capability-tech-text">
            <a:extLst xmlns:a="http://schemas.openxmlformats.org/drawingml/2006/main">
              <a:ext uri="{FF2B5EF4-FFF2-40B4-BE49-F238E27FC236}">
                <a16:creationId xmlns:a16="http://schemas.microsoft.com/office/drawing/2014/main" id="{A789BA83-BEE2-4D60-80BC-6239BCAB3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6" name="capability-collaboration-text">
            <a:extLst xmlns:a="http://schemas.openxmlformats.org/drawingml/2006/main">
              <a:ext uri="{FF2B5EF4-FFF2-40B4-BE49-F238E27FC236}">
                <a16:creationId xmlns:a16="http://schemas.microsoft.com/office/drawing/2014/main" id="{D085A46E-BB95-4E44-A140-3211DC950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8" name="capability-cohesion-text">
            <a:extLst xmlns:a="http://schemas.openxmlformats.org/drawingml/2006/main">
              <a:ext uri="{FF2B5EF4-FFF2-40B4-BE49-F238E27FC236}">
                <a16:creationId xmlns:a16="http://schemas.microsoft.com/office/drawing/2014/main" id="{31E7FE61-7CF7-4BF1-B351-6E8BC2ABB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21" name="journey-top-rule">
            <a:extLst xmlns:a="http://schemas.openxmlformats.org/drawingml/2006/main">
              <a:ext uri="{FF2B5EF4-FFF2-40B4-BE49-F238E27FC236}">
                <a16:creationId xmlns:a16="http://schemas.microsoft.com/office/drawing/2014/main" id="{3F7D1C62-8DF5-4E48-9864-9C17DDEE1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2" name="journey-label">
            <a:extLst xmlns:a="http://schemas.openxmlformats.org/drawingml/2006/main">
              <a:ext uri="{FF2B5EF4-FFF2-40B4-BE49-F238E27FC236}">
                <a16:creationId xmlns:a16="http://schemas.microsoft.com/office/drawing/2014/main" id="{8E7E41EF-B0E6-4678-B07F-0EBF826CF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真实 Session 连续推翻三次猜测，最终把问题定位到跨进程传播和局部消费者。</a:t>
            </a:r>
          </a:p>
        </p:txBody>
      </p:sp>
      <p:sp>
        <p:nvSpPr>
          <p:cNvPr id="26" name="stage-01-number">
            <a:extLst xmlns:a="http://schemas.openxmlformats.org/drawingml/2006/main">
              <a:ext uri="{FF2B5EF4-FFF2-40B4-BE49-F238E27FC236}">
                <a16:creationId xmlns:a16="http://schemas.microsoft.com/office/drawing/2014/main" id="{4225D723-AF17-46CE-8F57-EF6385A30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27" name="stage-01-title">
            <a:extLst xmlns:a="http://schemas.openxmlformats.org/drawingml/2006/main">
              <a:ext uri="{FF2B5EF4-FFF2-40B4-BE49-F238E27FC236}">
                <a16:creationId xmlns:a16="http://schemas.microsoft.com/office/drawing/2014/main" id="{A080687F-349A-4D96-8B9B-B15D9284C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28" name="stage-01-body">
            <a:extLst xmlns:a="http://schemas.openxmlformats.org/drawingml/2006/main">
              <a:ext uri="{FF2B5EF4-FFF2-40B4-BE49-F238E27FC236}">
                <a16:creationId xmlns:a16="http://schemas.microsoft.com/office/drawing/2014/main" id="{35DB16DD-F51B-49F2-B81F-24E50A16B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36" name="stage-03-number">
            <a:extLst xmlns:a="http://schemas.openxmlformats.org/drawingml/2006/main">
              <a:ext uri="{FF2B5EF4-FFF2-40B4-BE49-F238E27FC236}">
                <a16:creationId xmlns:a16="http://schemas.microsoft.com/office/drawing/2014/main" id="{C0286EEE-76D7-4C3D-959B-C1A40C2DE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37" name="stage-03-title">
            <a:extLst xmlns:a="http://schemas.openxmlformats.org/drawingml/2006/main">
              <a:ext uri="{FF2B5EF4-FFF2-40B4-BE49-F238E27FC236}">
                <a16:creationId xmlns:a16="http://schemas.microsoft.com/office/drawing/2014/main" id="{B27EC97C-4E04-4513-B0CF-9ED410CD8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38" name="stage-03-body">
            <a:extLst xmlns:a="http://schemas.openxmlformats.org/drawingml/2006/main">
              <a:ext uri="{FF2B5EF4-FFF2-40B4-BE49-F238E27FC236}">
                <a16:creationId xmlns:a16="http://schemas.microsoft.com/office/drawing/2014/main" id="{9E912F49-5FAE-4B6A-9826-0EE1EFB7F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46" name="stage-05-number">
            <a:extLst xmlns:a="http://schemas.openxmlformats.org/drawingml/2006/main">
              <a:ext uri="{FF2B5EF4-FFF2-40B4-BE49-F238E27FC236}">
                <a16:creationId xmlns:a16="http://schemas.microsoft.com/office/drawing/2014/main" id="{AA36F8DB-73A8-47E8-A962-56FE8DE85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47" name="stage-05-title">
            <a:extLst xmlns:a="http://schemas.openxmlformats.org/drawingml/2006/main">
              <a:ext uri="{FF2B5EF4-FFF2-40B4-BE49-F238E27FC236}">
                <a16:creationId xmlns:a16="http://schemas.microsoft.com/office/drawing/2014/main" id="{E55E05DE-AFC6-4422-9A2F-AD9E27F89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48" name="stage-05-body">
            <a:extLst xmlns:a="http://schemas.openxmlformats.org/drawingml/2006/main">
              <a:ext uri="{FF2B5EF4-FFF2-40B4-BE49-F238E27FC236}">
                <a16:creationId xmlns:a16="http://schemas.microsoft.com/office/drawing/2014/main" id="{F938BB63-05FA-4699-B9B6-45CD5A0C9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0" name="rail-flow-label">
            <a:extLst xmlns:a="http://schemas.openxmlformats.org/drawingml/2006/main">
              <a:ext uri="{FF2B5EF4-FFF2-40B4-BE49-F238E27FC236}">
                <a16:creationId xmlns:a16="http://schemas.microsoft.com/office/drawing/2014/main" id="{FF5EAC43-B84B-4541-B2F4-61336FAA9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8585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858585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1" name="rail-flow-line">
            <a:extLst xmlns:a="http://schemas.openxmlformats.org/drawingml/2006/main">
              <a:ext uri="{FF2B5EF4-FFF2-40B4-BE49-F238E27FC236}">
                <a16:creationId xmlns:a16="http://schemas.microsoft.com/office/drawing/2014/main" id="{AF9A8871-2B22-4386-A390-72752FB38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3" name="rail-flow-idea-label">
            <a:extLst xmlns:a="http://schemas.openxmlformats.org/drawingml/2006/main">
              <a:ext uri="{FF2B5EF4-FFF2-40B4-BE49-F238E27FC236}">
                <a16:creationId xmlns:a16="http://schemas.microsoft.com/office/drawing/2014/main" id="{72E1E745-7177-4B95-A3C2-46F9EE067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5" name="rail-flow-attack-label">
            <a:extLst xmlns:a="http://schemas.openxmlformats.org/drawingml/2006/main">
              <a:ext uri="{FF2B5EF4-FFF2-40B4-BE49-F238E27FC236}">
                <a16:creationId xmlns:a16="http://schemas.microsoft.com/office/drawing/2014/main" id="{1CD5E551-A644-4209-8B85-C43D55DAD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7" name="rail-flow-delivery-label">
            <a:extLst xmlns:a="http://schemas.openxmlformats.org/drawingml/2006/main">
              <a:ext uri="{FF2B5EF4-FFF2-40B4-BE49-F238E27FC236}">
                <a16:creationId xmlns:a16="http://schemas.microsoft.com/office/drawing/2014/main" id="{41242F25-AB1D-4FEC-AA44-0C6A2FA72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8" name="rail-result-box">
            <a:extLst xmlns:a="http://schemas.openxmlformats.org/drawingml/2006/main">
              <a:ext uri="{FF2B5EF4-FFF2-40B4-BE49-F238E27FC236}">
                <a16:creationId xmlns:a16="http://schemas.microsoft.com/office/drawing/2014/main" id="{F7117D08-254C-4F26-B6DD-8B03EB047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0" name="rail-result-text">
            <a:extLst xmlns:a="http://schemas.openxmlformats.org/drawingml/2006/main">
              <a:ext uri="{FF2B5EF4-FFF2-40B4-BE49-F238E27FC236}">
                <a16:creationId xmlns:a16="http://schemas.microsoft.com/office/drawing/2014/main" id="{34A8EF6F-28E9-4F9F-8CFD-1BF6F2603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63" b="1">
                <a:solidFill>
                  <a:srgbClr val="9C000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9C000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61" name="grid-top-rule">
            <a:extLst xmlns:a="http://schemas.openxmlformats.org/drawingml/2006/main">
              <a:ext uri="{FF2B5EF4-FFF2-40B4-BE49-F238E27FC236}">
                <a16:creationId xmlns:a16="http://schemas.microsoft.com/office/drawing/2014/main" id="{0F39FBDF-9E3B-4D49-B005-6B5B93FED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2" name="grid-middle-rule">
            <a:extLst xmlns:a="http://schemas.openxmlformats.org/drawingml/2006/main">
              <a:ext uri="{FF2B5EF4-FFF2-40B4-BE49-F238E27FC236}">
                <a16:creationId xmlns:a16="http://schemas.microsoft.com/office/drawing/2014/main" id="{BBC7B45A-19EF-4696-97BA-CE5C123E4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3" name="grid-vertical-rule">
            <a:extLst xmlns:a="http://schemas.openxmlformats.org/drawingml/2006/main">
              <a:ext uri="{FF2B5EF4-FFF2-40B4-BE49-F238E27FC236}">
                <a16:creationId xmlns:a16="http://schemas.microsoft.com/office/drawing/2014/main" id="{9513784B-DF55-42B5-ACF2-4EF87CE54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4" name="capability-top-rule">
            <a:extLst xmlns:a="http://schemas.openxmlformats.org/drawingml/2006/main">
              <a:ext uri="{FF2B5EF4-FFF2-40B4-BE49-F238E27FC236}">
                <a16:creationId xmlns:a16="http://schemas.microsoft.com/office/drawing/2014/main" id="{9013330B-53F2-4C98-B459-B7BC45073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5" name="module-01-icon-background">
            <a:extLst xmlns:a="http://schemas.openxmlformats.org/drawingml/2006/main">
              <a:ext uri="{FF2B5EF4-FFF2-40B4-BE49-F238E27FC236}">
                <a16:creationId xmlns:a16="http://schemas.microsoft.com/office/drawing/2014/main" id="{6BB7565D-24EF-47D6-BBB0-E18B6DE76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24050"/>
            <a:ext cx="4762500" cy="3124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B"/>
          </a:solidFill>
          <a:ln xmlns:a="http://schemas.openxmlformats.org/drawingml/2006/main" w="0">
            <a:solidFill>
              <a:srgbClr val="EAF2FB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7" name="module-02-icon-background">
            <a:extLst xmlns:a="http://schemas.openxmlformats.org/drawingml/2006/main">
              <a:ext uri="{FF2B5EF4-FFF2-40B4-BE49-F238E27FC236}">
                <a16:creationId xmlns:a16="http://schemas.microsoft.com/office/drawing/2014/main" id="{80C31D3C-F758-4BBC-A10E-E9C339D14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24050"/>
            <a:ext cx="4762500" cy="3124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FA"/>
          </a:solidFill>
          <a:ln xmlns:a="http://schemas.openxmlformats.org/drawingml/2006/main" w="0">
            <a:solidFill>
              <a:srgbClr val="F1ECF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9" name="module-03-icon-background">
            <a:extLst xmlns:a="http://schemas.openxmlformats.org/drawingml/2006/main">
              <a:ext uri="{FF2B5EF4-FFF2-40B4-BE49-F238E27FC236}">
                <a16:creationId xmlns:a16="http://schemas.microsoft.com/office/drawing/2014/main" id="{78E97F08-D68A-43EC-A2D0-7C3051E07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1" name="module-04-icon-background">
            <a:extLst xmlns:a="http://schemas.openxmlformats.org/drawingml/2006/main">
              <a:ext uri="{FF2B5EF4-FFF2-40B4-BE49-F238E27FC236}">
                <a16:creationId xmlns:a16="http://schemas.microsoft.com/office/drawing/2014/main" id="{C303905D-0287-4B86-92D4-33F0EB3B9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3" name="module-04-number">
            <a:extLst xmlns:a="http://schemas.openxmlformats.org/drawingml/2006/main">
              <a:ext uri="{FF2B5EF4-FFF2-40B4-BE49-F238E27FC236}">
                <a16:creationId xmlns:a16="http://schemas.microsoft.com/office/drawing/2014/main" id="{644EFF2E-DC9B-4D41-84F4-10582B446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4" name="module-04-title">
            <a:extLst xmlns:a="http://schemas.openxmlformats.org/drawingml/2006/main">
              <a:ext uri="{FF2B5EF4-FFF2-40B4-BE49-F238E27FC236}">
                <a16:creationId xmlns:a16="http://schemas.microsoft.com/office/drawing/2014/main" id="{9C3B8801-0886-4C35-A421-9571B2595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5" name="module-04-body">
            <a:extLst xmlns:a="http://schemas.openxmlformats.org/drawingml/2006/main">
              <a:ext uri="{FF2B5EF4-FFF2-40B4-BE49-F238E27FC236}">
                <a16:creationId xmlns:a16="http://schemas.microsoft.com/office/drawing/2014/main" id="{815AB31E-77DC-41EF-9FDD-2104B3529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6" name="capability-goal-icon-background">
            <a:extLst xmlns:a="http://schemas.openxmlformats.org/drawingml/2006/main">
              <a:ext uri="{FF2B5EF4-FFF2-40B4-BE49-F238E27FC236}">
                <a16:creationId xmlns:a16="http://schemas.microsoft.com/office/drawing/2014/main" id="{ACC8CF6A-83B8-4CA8-B500-7FCD1FE49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8" name="capability-tech-icon-background">
            <a:extLst xmlns:a="http://schemas.openxmlformats.org/drawingml/2006/main">
              <a:ext uri="{FF2B5EF4-FFF2-40B4-BE49-F238E27FC236}">
                <a16:creationId xmlns:a16="http://schemas.microsoft.com/office/drawing/2014/main" id="{1FBC427F-E57C-45DB-9CCE-FEBB0D899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0" name="capability-collaboration-icon-background">
            <a:extLst xmlns:a="http://schemas.openxmlformats.org/drawingml/2006/main">
              <a:ext uri="{FF2B5EF4-FFF2-40B4-BE49-F238E27FC236}">
                <a16:creationId xmlns:a16="http://schemas.microsoft.com/office/drawing/2014/main" id="{6E13DFB3-20F1-4890-9CA4-4556205A7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2" name="capability-cohesion-icon-background">
            <a:extLst xmlns:a="http://schemas.openxmlformats.org/drawingml/2006/main">
              <a:ext uri="{FF2B5EF4-FFF2-40B4-BE49-F238E27FC236}">
                <a16:creationId xmlns:a16="http://schemas.microsoft.com/office/drawing/2014/main" id="{6D6CB4E0-0BEB-4D63-8FF5-DCEBE4D95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4" name="competitiveness-result-box">
            <a:extLst xmlns:a="http://schemas.openxmlformats.org/drawingml/2006/main">
              <a:ext uri="{FF2B5EF4-FFF2-40B4-BE49-F238E27FC236}">
                <a16:creationId xmlns:a16="http://schemas.microsoft.com/office/drawing/2014/main" id="{F216EF67-2742-4E3A-81AE-9DA7A0133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6" name="competitiveness-result-text">
            <a:extLst xmlns:a="http://schemas.openxmlformats.org/drawingml/2006/main">
              <a:ext uri="{FF2B5EF4-FFF2-40B4-BE49-F238E27FC236}">
                <a16:creationId xmlns:a16="http://schemas.microsoft.com/office/drawing/2014/main" id="{5EF20348-951F-48D4-9F42-3FB89748A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276850"/>
            <a:ext cx="733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38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rPr>
              <a:t>最早异常：事实已产生，但没有按职责传播到所有依赖者。</a:t>
            </a:r>
          </a:p>
        </p:txBody>
      </p:sp>
      <p:pic>
        <p:nvPicPr>
          <p:cNvPr id="20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f0e4f18f324f9f"/>
          <a:stretch xmlns:a="http://schemas.openxmlformats.org/drawingml/2006/main"/>
        </p:blipFill>
        <p:spPr>
          <a:xfrm xmlns:a="http://schemas.openxmlformats.org/drawingml/2006/main">
            <a:off x="400050" y="257175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88" name="case-header-rule">
            <a:extLst xmlns:a="http://schemas.openxmlformats.org/drawingml/2006/main">
              <a:ext uri="{FF2B5EF4-FFF2-40B4-BE49-F238E27FC236}">
                <a16:creationId xmlns:a16="http://schemas.microsoft.com/office/drawing/2014/main" id="{BAC1EAF4-B798-4F81-B3D8-E711C771E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0020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7D7"/>
          </a:solidFill>
          <a:ln xmlns:a="http://schemas.openxmlformats.org/drawingml/2006/main" w="0">
            <a:solidFill>
              <a:srgbClr val="D7D7D7"/>
            </a:solidFill>
            <a:prstDash val="solid"/>
          </a:ln>
        </p:spPr>
      </p:sp>
      <p:pic>
        <p:nvPicPr>
          <p:cNvPr id="20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1d9c110e634a10"/>
          <a:stretch xmlns:a="http://schemas.openxmlformats.org/drawingml/2006/main"/>
        </p:blipFill>
        <p:spPr>
          <a:xfrm xmlns:a="http://schemas.openxmlformats.org/drawingml/2006/main">
            <a:off x="666750" y="2190750"/>
            <a:ext cx="438150" cy="438150"/>
          </a:xfrm>
          <a:prstGeom xmlns:a="http://schemas.openxmlformats.org/drawingml/2006/main" prst="rect">
            <a:avLst/>
          </a:prstGeom>
        </p:spPr>
      </p:pic>
      <p:pic>
        <p:nvPicPr>
          <p:cNvPr id="20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c3aedd9c134cd1"/>
          <a:stretch xmlns:a="http://schemas.openxmlformats.org/drawingml/2006/main"/>
        </p:blipFill>
        <p:spPr>
          <a:xfrm xmlns:a="http://schemas.openxmlformats.org/drawingml/2006/main">
            <a:off x="6838950" y="2190750"/>
            <a:ext cx="438150" cy="438150"/>
          </a:xfrm>
          <a:prstGeom xmlns:a="http://schemas.openxmlformats.org/drawingml/2006/main" prst="rect">
            <a:avLst/>
          </a:prstGeom>
        </p:spPr>
      </p:pic>
      <p:sp>
        <p:nvSpPr>
          <p:cNvPr id="91" name="case-one-number">
            <a:extLst xmlns:a="http://schemas.openxmlformats.org/drawingml/2006/main">
              <a:ext uri="{FF2B5EF4-FFF2-40B4-BE49-F238E27FC236}">
                <a16:creationId xmlns:a16="http://schemas.microsoft.com/office/drawing/2014/main" id="{80F689AD-6F88-4A35-AE85-A26AC3B82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1526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rPr>
              <a:t>CASE 18</a:t>
            </a:r>
          </a:p>
        </p:txBody>
      </p:sp>
      <p:sp>
        <p:nvSpPr>
          <p:cNvPr id="92" name="case-two-number">
            <a:extLst xmlns:a="http://schemas.openxmlformats.org/drawingml/2006/main">
              <a:ext uri="{FF2B5EF4-FFF2-40B4-BE49-F238E27FC236}">
                <a16:creationId xmlns:a16="http://schemas.microsoft.com/office/drawing/2014/main" id="{0A6698CA-AC0B-41F4-85BA-082BCE6B8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1526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>CONTRAST</a:t>
            </a:r>
          </a:p>
        </p:txBody>
      </p:sp>
      <p:sp>
        <p:nvSpPr>
          <p:cNvPr id="93" name="case-one-title">
            <a:extLst xmlns:a="http://schemas.openxmlformats.org/drawingml/2006/main">
              <a:ext uri="{FF2B5EF4-FFF2-40B4-BE49-F238E27FC236}">
                <a16:creationId xmlns:a16="http://schemas.microsoft.com/office/drawing/2014/main" id="{EE710BA8-D19C-4963-AFB4-4F3C1F99D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3622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用户连续纠偏</a:t>
            </a:r>
          </a:p>
        </p:txBody>
      </p:sp>
      <p:sp>
        <p:nvSpPr>
          <p:cNvPr id="94" name="case-two-title">
            <a:extLst xmlns:a="http://schemas.openxmlformats.org/drawingml/2006/main">
              <a:ext uri="{FF2B5EF4-FFF2-40B4-BE49-F238E27FC236}">
                <a16:creationId xmlns:a16="http://schemas.microsoft.com/office/drawing/2014/main" id="{318AF84A-C84B-43B2-BA7D-1800772BA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3622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新证据如何改写假设</a:t>
            </a:r>
          </a:p>
        </p:txBody>
      </p:sp>
      <p:sp>
        <p:nvSpPr>
          <p:cNvPr id="95" name="case-one-method">
            <a:extLst xmlns:a="http://schemas.openxmlformats.org/drawingml/2006/main">
              <a:ext uri="{FF2B5EF4-FFF2-40B4-BE49-F238E27FC236}">
                <a16:creationId xmlns:a16="http://schemas.microsoft.com/office/drawing/2014/main" id="{D641B88F-BC38-42A3-A4BB-5C0A78563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rPr>
              <a:t>STOP GUESSING</a:t>
            </a:r>
          </a:p>
        </p:txBody>
      </p:sp>
      <p:sp>
        <p:nvSpPr>
          <p:cNvPr id="96" name="case-two-method">
            <a:extLst xmlns:a="http://schemas.openxmlformats.org/drawingml/2006/main">
              <a:ext uri="{FF2B5EF4-FFF2-40B4-BE49-F238E27FC236}">
                <a16:creationId xmlns:a16="http://schemas.microsoft.com/office/drawing/2014/main" id="{138671CA-C122-4895-8836-E45A6FC58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575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>HYPOTHESIS LADDER</a:t>
            </a:r>
          </a:p>
        </p:txBody>
      </p:sp>
      <p:sp>
        <p:nvSpPr>
          <p:cNvPr id="97" name="case-left-rule-0">
            <a:extLst xmlns:a="http://schemas.openxmlformats.org/drawingml/2006/main">
              <a:ext uri="{FF2B5EF4-FFF2-40B4-BE49-F238E27FC236}">
                <a16:creationId xmlns:a16="http://schemas.microsoft.com/office/drawing/2014/main" id="{A9E0F7F1-556E-496E-816D-C112F9654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813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98" name="case-right-rule-0">
            <a:extLst xmlns:a="http://schemas.openxmlformats.org/drawingml/2006/main">
              <a:ext uri="{FF2B5EF4-FFF2-40B4-BE49-F238E27FC236}">
                <a16:creationId xmlns:a16="http://schemas.microsoft.com/office/drawing/2014/main" id="{F698392D-CBD9-4BDB-A31B-B374CB008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1813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99" name="case-label-left-0">
            <a:extLst xmlns:a="http://schemas.openxmlformats.org/drawingml/2006/main">
              <a:ext uri="{FF2B5EF4-FFF2-40B4-BE49-F238E27FC236}">
                <a16:creationId xmlns:a16="http://schemas.microsoft.com/office/drawing/2014/main" id="{1AFF2D59-C41A-4DA2-B654-8554618F8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08:34</a:t>
            </a:r>
          </a:p>
        </p:txBody>
      </p:sp>
      <p:sp>
        <p:nvSpPr>
          <p:cNvPr id="100" name="case-value-left-0">
            <a:extLst xmlns:a="http://schemas.openxmlformats.org/drawingml/2006/main">
              <a:ext uri="{FF2B5EF4-FFF2-40B4-BE49-F238E27FC236}">
                <a16:creationId xmlns:a16="http://schemas.microsoft.com/office/drawing/2014/main" id="{17B95C37-E670-4E76-804D-E304F37CD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2385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延迟 2S 还是拿不到</a:t>
            </a:r>
          </a:p>
        </p:txBody>
      </p:sp>
      <p:sp>
        <p:nvSpPr>
          <p:cNvPr id="101" name="case-label-right-0">
            <a:extLst xmlns:a="http://schemas.openxmlformats.org/drawingml/2006/main">
              <a:ext uri="{FF2B5EF4-FFF2-40B4-BE49-F238E27FC236}">
                <a16:creationId xmlns:a16="http://schemas.microsoft.com/office/drawing/2014/main" id="{18A46C20-C188-49D9-98C2-BA5F1F298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2385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刷新慢</a:t>
            </a:r>
          </a:p>
        </p:txBody>
      </p:sp>
      <p:sp>
        <p:nvSpPr>
          <p:cNvPr id="102" name="case-value-right-0">
            <a:extLst xmlns:a="http://schemas.openxmlformats.org/drawingml/2006/main">
              <a:ext uri="{FF2B5EF4-FFF2-40B4-BE49-F238E27FC236}">
                <a16:creationId xmlns:a16="http://schemas.microsoft.com/office/drawing/2014/main" id="{7B7E08BA-BD87-441F-B3DB-2BCCF3B9A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2385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延迟 2 秒仍复现 → 推翻</a:t>
            </a:r>
          </a:p>
        </p:txBody>
      </p:sp>
      <p:sp>
        <p:nvSpPr>
          <p:cNvPr id="103" name="case-left-rule-1">
            <a:extLst xmlns:a="http://schemas.openxmlformats.org/drawingml/2006/main">
              <a:ext uri="{FF2B5EF4-FFF2-40B4-BE49-F238E27FC236}">
                <a16:creationId xmlns:a16="http://schemas.microsoft.com/office/drawing/2014/main" id="{659D7CC2-4EC3-4F7C-BF89-3A07EE6C3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004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04" name="case-right-rule-1">
            <a:extLst xmlns:a="http://schemas.openxmlformats.org/drawingml/2006/main">
              <a:ext uri="{FF2B5EF4-FFF2-40B4-BE49-F238E27FC236}">
                <a16:creationId xmlns:a16="http://schemas.microsoft.com/office/drawing/2014/main" id="{B37D164D-5E44-46FA-ADF5-91601117C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6004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05" name="case-label-left-1">
            <a:extLst xmlns:a="http://schemas.openxmlformats.org/drawingml/2006/main">
              <a:ext uri="{FF2B5EF4-FFF2-40B4-BE49-F238E27FC236}">
                <a16:creationId xmlns:a16="http://schemas.microsoft.com/office/drawing/2014/main" id="{796BAB44-29A4-4469-8C56-2DD29EAB6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576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08:47</a:t>
            </a:r>
          </a:p>
        </p:txBody>
      </p:sp>
      <p:sp>
        <p:nvSpPr>
          <p:cNvPr id="106" name="case-value-left-1">
            <a:extLst xmlns:a="http://schemas.openxmlformats.org/drawingml/2006/main">
              <a:ext uri="{FF2B5EF4-FFF2-40B4-BE49-F238E27FC236}">
                <a16:creationId xmlns:a16="http://schemas.microsoft.com/office/drawing/2014/main" id="{E2585E34-D692-44BF-BE1E-7329CBA4B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576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加日志，看看到底什么原因</a:t>
            </a:r>
          </a:p>
        </p:txBody>
      </p:sp>
      <p:sp>
        <p:nvSpPr>
          <p:cNvPr id="107" name="case-label-right-1">
            <a:extLst xmlns:a="http://schemas.openxmlformats.org/drawingml/2006/main">
              <a:ext uri="{FF2B5EF4-FFF2-40B4-BE49-F238E27FC236}">
                <a16:creationId xmlns:a16="http://schemas.microsoft.com/office/drawing/2014/main" id="{40591D54-6B8B-4336-9EA6-38AC4E705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6576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Provider</a:t>
            </a:r>
          </a:p>
        </p:txBody>
      </p:sp>
      <p:sp>
        <p:nvSpPr>
          <p:cNvPr id="108" name="case-value-right-1">
            <a:extLst xmlns:a="http://schemas.openxmlformats.org/drawingml/2006/main">
              <a:ext uri="{FF2B5EF4-FFF2-40B4-BE49-F238E27FC236}">
                <a16:creationId xmlns:a16="http://schemas.microsoft.com/office/drawing/2014/main" id="{3E0F325A-0686-4039-ACBE-35AD57BC2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6576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raw=[100,114] → 读取成立</a:t>
            </a:r>
          </a:p>
        </p:txBody>
      </p:sp>
      <p:sp>
        <p:nvSpPr>
          <p:cNvPr id="109" name="case-left-rule-2">
            <a:extLst xmlns:a="http://schemas.openxmlformats.org/drawingml/2006/main">
              <a:ext uri="{FF2B5EF4-FFF2-40B4-BE49-F238E27FC236}">
                <a16:creationId xmlns:a16="http://schemas.microsoft.com/office/drawing/2014/main" id="{B431DC1D-7996-47F7-B716-B4104C061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195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0" name="case-right-rule-2">
            <a:extLst xmlns:a="http://schemas.openxmlformats.org/drawingml/2006/main">
              <a:ext uri="{FF2B5EF4-FFF2-40B4-BE49-F238E27FC236}">
                <a16:creationId xmlns:a16="http://schemas.microsoft.com/office/drawing/2014/main" id="{8A9990CB-8F45-4A02-86D6-E10EE0E9F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0195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1" name="case-label-left-2">
            <a:extLst xmlns:a="http://schemas.openxmlformats.org/drawingml/2006/main">
              <a:ext uri="{FF2B5EF4-FFF2-40B4-BE49-F238E27FC236}">
                <a16:creationId xmlns:a16="http://schemas.microsoft.com/office/drawing/2014/main" id="{2BEDC775-5045-4471-AF1B-C0AD01484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767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08:59</a:t>
            </a:r>
          </a:p>
        </p:txBody>
      </p:sp>
      <p:sp>
        <p:nvSpPr>
          <p:cNvPr id="112" name="case-value-left-2">
            <a:extLst xmlns:a="http://schemas.openxmlformats.org/drawingml/2006/main">
              <a:ext uri="{FF2B5EF4-FFF2-40B4-BE49-F238E27FC236}">
                <a16:creationId xmlns:a16="http://schemas.microsoft.com/office/drawing/2014/main" id="{EA218FAD-D644-4FFB-BE95-C64F04C7F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767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这是两个进程，静态传递不行</a:t>
            </a:r>
          </a:p>
        </p:txBody>
      </p:sp>
      <p:sp>
        <p:nvSpPr>
          <p:cNvPr id="113" name="case-label-right-2">
            <a:extLst xmlns:a="http://schemas.openxmlformats.org/drawingml/2006/main">
              <a:ext uri="{FF2B5EF4-FFF2-40B4-BE49-F238E27FC236}">
                <a16:creationId xmlns:a16="http://schemas.microsoft.com/office/drawing/2014/main" id="{577C7B67-0F67-44A6-9DDD-559EFF9DC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0767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静态状态</a:t>
            </a:r>
          </a:p>
        </p:txBody>
      </p:sp>
      <p:sp>
        <p:nvSpPr>
          <p:cNvPr id="114" name="case-value-right-2">
            <a:extLst xmlns:a="http://schemas.openxmlformats.org/drawingml/2006/main">
              <a:ext uri="{FF2B5EF4-FFF2-40B4-BE49-F238E27FC236}">
                <a16:creationId xmlns:a16="http://schemas.microsoft.com/office/drawing/2014/main" id="{563E56E8-30B3-435F-846A-BBF723B44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0767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跨进程不可见 → 推翻</a:t>
            </a:r>
          </a:p>
        </p:txBody>
      </p:sp>
      <p:sp>
        <p:nvSpPr>
          <p:cNvPr id="115" name="case-left-rule-3">
            <a:extLst xmlns:a="http://schemas.openxmlformats.org/drawingml/2006/main">
              <a:ext uri="{FF2B5EF4-FFF2-40B4-BE49-F238E27FC236}">
                <a16:creationId xmlns:a16="http://schemas.microsoft.com/office/drawing/2014/main" id="{73F1F4EA-AE10-4C4D-BA07-7CC8DAE70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386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6" name="case-right-rule-3">
            <a:extLst xmlns:a="http://schemas.openxmlformats.org/drawingml/2006/main">
              <a:ext uri="{FF2B5EF4-FFF2-40B4-BE49-F238E27FC236}">
                <a16:creationId xmlns:a16="http://schemas.microsoft.com/office/drawing/2014/main" id="{54F3B591-F56B-4DB3-A065-BC6E7BCF2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4386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7" name="case-label-left-3">
            <a:extLst xmlns:a="http://schemas.openxmlformats.org/drawingml/2006/main">
              <a:ext uri="{FF2B5EF4-FFF2-40B4-BE49-F238E27FC236}">
                <a16:creationId xmlns:a16="http://schemas.microsoft.com/office/drawing/2014/main" id="{678E3CF7-1438-4AC3-A0C1-5353F3F2F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958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09:13</a:t>
            </a:r>
          </a:p>
        </p:txBody>
      </p:sp>
      <p:sp>
        <p:nvSpPr>
          <p:cNvPr id="118" name="case-value-left-3">
            <a:extLst xmlns:a="http://schemas.openxmlformats.org/drawingml/2006/main">
              <a:ext uri="{FF2B5EF4-FFF2-40B4-BE49-F238E27FC236}">
                <a16:creationId xmlns:a16="http://schemas.microsoft.com/office/drawing/2014/main" id="{63677797-5DC0-45FD-9D3E-4D98A65D1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4958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卡片刷新，规则和记录仍不会刷新</a:t>
            </a:r>
          </a:p>
        </p:txBody>
      </p:sp>
      <p:sp>
        <p:nvSpPr>
          <p:cNvPr id="119" name="case-label-right-3">
            <a:extLst xmlns:a="http://schemas.openxmlformats.org/drawingml/2006/main">
              <a:ext uri="{FF2B5EF4-FFF2-40B4-BE49-F238E27FC236}">
                <a16:creationId xmlns:a16="http://schemas.microsoft.com/office/drawing/2014/main" id="{796CDBCF-DEAC-47B8-9C7D-BBC794C33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4958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CommonEvent</a:t>
            </a:r>
          </a:p>
        </p:txBody>
      </p:sp>
      <p:sp>
        <p:nvSpPr>
          <p:cNvPr id="120" name="case-value-right-3">
            <a:extLst xmlns:a="http://schemas.openxmlformats.org/drawingml/2006/main">
              <a:ext uri="{FF2B5EF4-FFF2-40B4-BE49-F238E27FC236}">
                <a16:creationId xmlns:a16="http://schemas.microsoft.com/office/drawing/2014/main" id="{1212E204-1B9F-477E-80DD-961E203DC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4958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卡片绿、规则未绿 → PARTIAL</a:t>
            </a:r>
          </a:p>
        </p:txBody>
      </p:sp>
      <p:sp>
        <p:nvSpPr>
          <p:cNvPr id="121" name="case-transfer-circle">
            <a:extLst xmlns:a="http://schemas.openxmlformats.org/drawingml/2006/main">
              <a:ext uri="{FF2B5EF4-FFF2-40B4-BE49-F238E27FC236}">
                <a16:creationId xmlns:a16="http://schemas.microsoft.com/office/drawing/2014/main" id="{FF6A693F-DADF-434A-A7E7-B5831EE8E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95275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7000B"/>
            </a:solidFill>
            <a:prstDash val="solid"/>
          </a:ln>
        </p:spPr>
      </p:sp>
      <p:pic>
        <p:nvPicPr>
          <p:cNvPr id="2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05bdad44eb47ed"/>
          <a:stretch xmlns:a="http://schemas.openxmlformats.org/drawingml/2006/main"/>
        </p:blipFill>
        <p:spPr>
          <a:xfrm xmlns:a="http://schemas.openxmlformats.org/drawingml/2006/main">
            <a:off x="5667375" y="3105150"/>
            <a:ext cx="400050" cy="400050"/>
          </a:xfrm>
          <a:prstGeom xmlns:a="http://schemas.openxmlformats.org/drawingml/2006/main" prst="rect">
            <a:avLst/>
          </a:prstGeom>
        </p:spPr>
      </p:pic>
      <p:sp>
        <p:nvSpPr>
          <p:cNvPr id="123" name="case-transfer-text">
            <a:extLst xmlns:a="http://schemas.openxmlformats.org/drawingml/2006/main">
              <a:ext uri="{FF2B5EF4-FFF2-40B4-BE49-F238E27FC236}">
                <a16:creationId xmlns:a16="http://schemas.microsoft.com/office/drawing/2014/main" id="{48A38601-6EA4-43E6-9D6F-38C449733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524250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88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对照</a:t>
            </a:r>
          </a:p>
        </p:txBody>
      </p:sp>
      <p:sp>
        <p:nvSpPr>
          <p:cNvPr id="124" name="case-left-arrow">
            <a:extLst xmlns:a="http://schemas.openxmlformats.org/drawingml/2006/main">
              <a:ext uri="{FF2B5EF4-FFF2-40B4-BE49-F238E27FC236}">
                <a16:creationId xmlns:a16="http://schemas.microsoft.com/office/drawing/2014/main" id="{03A1806C-B519-4A4A-9980-2434DFAFD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21945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22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←</a:t>
            </a:r>
          </a:p>
        </p:txBody>
      </p:sp>
      <p:sp>
        <p:nvSpPr>
          <p:cNvPr id="125" name="case-right-arrow">
            <a:extLst xmlns:a="http://schemas.openxmlformats.org/drawingml/2006/main">
              <a:ext uri="{FF2B5EF4-FFF2-40B4-BE49-F238E27FC236}">
                <a16:creationId xmlns:a16="http://schemas.microsoft.com/office/drawing/2014/main" id="{E8FB34F1-A4F6-406E-85FD-21A5A0934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21945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22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26" name="timeline-rule">
            <a:extLst xmlns:a="http://schemas.openxmlformats.org/drawingml/2006/main">
              <a:ext uri="{FF2B5EF4-FFF2-40B4-BE49-F238E27FC236}">
                <a16:creationId xmlns:a16="http://schemas.microsoft.com/office/drawing/2014/main" id="{46F26517-8D14-4ED8-B91E-154EEEC9A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81700"/>
            <a:ext cx="10934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7D7"/>
          </a:solidFill>
          <a:ln xmlns:a="http://schemas.openxmlformats.org/drawingml/2006/main" w="0">
            <a:solidFill>
              <a:srgbClr val="D7D7D7"/>
            </a:solidFill>
            <a:prstDash val="solid"/>
          </a:ln>
        </p:spPr>
      </p:sp>
      <p:sp>
        <p:nvSpPr>
          <p:cNvPr id="127" name="timeline-dot-0">
            <a:extLst xmlns:a="http://schemas.openxmlformats.org/drawingml/2006/main">
              <a:ext uri="{FF2B5EF4-FFF2-40B4-BE49-F238E27FC236}">
                <a16:creationId xmlns:a16="http://schemas.microsoft.com/office/drawing/2014/main" id="{B1B2265D-D326-40FF-A60F-C0FBE9741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674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128" name="timeline-card-0">
            <a:extLst xmlns:a="http://schemas.openxmlformats.org/drawingml/2006/main">
              <a:ext uri="{FF2B5EF4-FFF2-40B4-BE49-F238E27FC236}">
                <a16:creationId xmlns:a16="http://schemas.microsoft.com/office/drawing/2014/main" id="{E06F85EB-4FA9-4043-8BE1-A3CF40B5C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72200"/>
            <a:ext cx="2000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EC"/>
          </a:solidFill>
          <a:ln xmlns:a="http://schemas.openxmlformats.org/drawingml/2006/main" w="0">
            <a:solidFill>
              <a:srgbClr val="FBEAEC"/>
            </a:solidFill>
            <a:prstDash val="solid"/>
          </a:ln>
        </p:spPr>
      </p:sp>
      <p:pic>
        <p:nvPicPr>
          <p:cNvPr id="2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6a369f7848426c"/>
          <a:stretch xmlns:a="http://schemas.openxmlformats.org/drawingml/2006/main"/>
        </p:blipFill>
        <p:spPr>
          <a:xfrm xmlns:a="http://schemas.openxmlformats.org/drawingml/2006/main">
            <a:off x="514350" y="63055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30" name="timeline-text-0">
            <a:extLst xmlns:a="http://schemas.openxmlformats.org/drawingml/2006/main">
              <a:ext uri="{FF2B5EF4-FFF2-40B4-BE49-F238E27FC236}">
                <a16:creationId xmlns:a16="http://schemas.microsoft.com/office/drawing/2014/main" id="{3B912A19-9FE5-4187-98C5-1F80D3054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210300"/>
            <a:ext cx="1543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RED</a:t>
            </a:r>
          </a:p>
        </p:txBody>
      </p:sp>
      <p:sp>
        <p:nvSpPr>
          <p:cNvPr id="131" name="timeline-dot-1">
            <a:extLst xmlns:a="http://schemas.openxmlformats.org/drawingml/2006/main">
              <a:ext uri="{FF2B5EF4-FFF2-40B4-BE49-F238E27FC236}">
                <a16:creationId xmlns:a16="http://schemas.microsoft.com/office/drawing/2014/main" id="{7D872788-C8C9-4D53-BCFB-3EE338664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58674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45C7"/>
          </a:solidFill>
          <a:ln xmlns:a="http://schemas.openxmlformats.org/drawingml/2006/main" w="0">
            <a:solidFill>
              <a:srgbClr val="6D45C7"/>
            </a:solidFill>
            <a:prstDash val="solid"/>
          </a:ln>
        </p:spPr>
      </p:sp>
      <p:sp>
        <p:nvSpPr>
          <p:cNvPr id="132" name="timeline-card-1">
            <a:extLst xmlns:a="http://schemas.openxmlformats.org/drawingml/2006/main">
              <a:ext uri="{FF2B5EF4-FFF2-40B4-BE49-F238E27FC236}">
                <a16:creationId xmlns:a16="http://schemas.microsoft.com/office/drawing/2014/main" id="{07574872-6C46-4DCB-998F-DE9FCE105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6172200"/>
            <a:ext cx="3048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FA"/>
          </a:solidFill>
          <a:ln xmlns:a="http://schemas.openxmlformats.org/drawingml/2006/main" w="0">
            <a:solidFill>
              <a:srgbClr val="F1ECFA"/>
            </a:solidFill>
            <a:prstDash val="solid"/>
          </a:ln>
        </p:spPr>
      </p:sp>
      <p:pic>
        <p:nvPicPr>
          <p:cNvPr id="2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cdd8a41648435d"/>
          <a:stretch xmlns:a="http://schemas.openxmlformats.org/drawingml/2006/main"/>
        </p:blipFill>
        <p:spPr>
          <a:xfrm xmlns:a="http://schemas.openxmlformats.org/drawingml/2006/main">
            <a:off x="2705100" y="63055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34" name="timeline-text-1">
            <a:extLst xmlns:a="http://schemas.openxmlformats.org/drawingml/2006/main">
              <a:ext uri="{FF2B5EF4-FFF2-40B4-BE49-F238E27FC236}">
                <a16:creationId xmlns:a16="http://schemas.microsoft.com/office/drawing/2014/main" id="{4A727200-EA29-4361-9862-418A0DE95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6210300"/>
            <a:ext cx="2590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>最小实现</a:t>
            </a:r>
          </a:p>
        </p:txBody>
      </p:sp>
      <p:sp>
        <p:nvSpPr>
          <p:cNvPr id="135" name="timeline-dot-2">
            <a:extLst xmlns:a="http://schemas.openxmlformats.org/drawingml/2006/main">
              <a:ext uri="{FF2B5EF4-FFF2-40B4-BE49-F238E27FC236}">
                <a16:creationId xmlns:a16="http://schemas.microsoft.com/office/drawing/2014/main" id="{3F1EC896-E46F-4384-894B-3DDEC4776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58674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136" name="timeline-card-2">
            <a:extLst xmlns:a="http://schemas.openxmlformats.org/drawingml/2006/main">
              <a:ext uri="{FF2B5EF4-FFF2-40B4-BE49-F238E27FC236}">
                <a16:creationId xmlns:a16="http://schemas.microsoft.com/office/drawing/2014/main" id="{F4FEA41C-C58A-4D35-9F21-95E1FD4ED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6172200"/>
            <a:ext cx="1428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EC"/>
          </a:solidFill>
          <a:ln xmlns:a="http://schemas.openxmlformats.org/drawingml/2006/main" w="0">
            <a:solidFill>
              <a:srgbClr val="FBEAEC"/>
            </a:solidFill>
            <a:prstDash val="solid"/>
          </a:ln>
        </p:spPr>
      </p:sp>
      <p:pic>
        <p:nvPicPr>
          <p:cNvPr id="2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577a844c3b4b1f"/>
          <a:stretch xmlns:a="http://schemas.openxmlformats.org/drawingml/2006/main"/>
        </p:blipFill>
        <p:spPr>
          <a:xfrm xmlns:a="http://schemas.openxmlformats.org/drawingml/2006/main">
            <a:off x="5943600" y="63055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38" name="timeline-text-2">
            <a:extLst xmlns:a="http://schemas.openxmlformats.org/drawingml/2006/main">
              <a:ext uri="{FF2B5EF4-FFF2-40B4-BE49-F238E27FC236}">
                <a16:creationId xmlns:a16="http://schemas.microsoft.com/office/drawing/2014/main" id="{75A6DFD3-381A-4508-A88C-74D03EE63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6210300"/>
            <a:ext cx="971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progress</a:t>
            </a:r>
          </a:p>
        </p:txBody>
      </p:sp>
      <p:sp>
        <p:nvSpPr>
          <p:cNvPr id="139" name="timeline-dot-3">
            <a:extLst xmlns:a="http://schemas.openxmlformats.org/drawingml/2006/main">
              <a:ext uri="{FF2B5EF4-FFF2-40B4-BE49-F238E27FC236}">
                <a16:creationId xmlns:a16="http://schemas.microsoft.com/office/drawing/2014/main" id="{EE23DBD8-AF98-46BF-B5EA-9A5764E71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8674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45C7"/>
          </a:solidFill>
          <a:ln xmlns:a="http://schemas.openxmlformats.org/drawingml/2006/main" w="0">
            <a:solidFill>
              <a:srgbClr val="6D45C7"/>
            </a:solidFill>
            <a:prstDash val="solid"/>
          </a:ln>
        </p:spPr>
      </p:sp>
      <p:sp>
        <p:nvSpPr>
          <p:cNvPr id="140" name="timeline-card-3">
            <a:extLst xmlns:a="http://schemas.openxmlformats.org/drawingml/2006/main">
              <a:ext uri="{FF2B5EF4-FFF2-40B4-BE49-F238E27FC236}">
                <a16:creationId xmlns:a16="http://schemas.microsoft.com/office/drawing/2014/main" id="{705D6FCE-1ACC-445B-943D-DD93AE12E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72200"/>
            <a:ext cx="2571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FA"/>
          </a:solidFill>
          <a:ln xmlns:a="http://schemas.openxmlformats.org/drawingml/2006/main" w="0">
            <a:solidFill>
              <a:srgbClr val="F1ECFA"/>
            </a:solidFill>
            <a:prstDash val="solid"/>
          </a:ln>
        </p:spPr>
      </p:sp>
      <p:pic>
        <p:nvPicPr>
          <p:cNvPr id="25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8e85918ab34462"/>
          <a:stretch xmlns:a="http://schemas.openxmlformats.org/drawingml/2006/main"/>
        </p:blipFill>
        <p:spPr>
          <a:xfrm xmlns:a="http://schemas.openxmlformats.org/drawingml/2006/main">
            <a:off x="7562850" y="63055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42" name="timeline-text-3">
            <a:extLst xmlns:a="http://schemas.openxmlformats.org/drawingml/2006/main">
              <a:ext uri="{FF2B5EF4-FFF2-40B4-BE49-F238E27FC236}">
                <a16:creationId xmlns:a16="http://schemas.microsoft.com/office/drawing/2014/main" id="{D8BB6B58-07F6-42CB-AD15-5ADC5CB98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6210300"/>
            <a:ext cx="2114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>DEBUG</a:t>
            </a:r>
          </a:p>
        </p:txBody>
      </p:sp>
      <p:sp>
        <p:nvSpPr>
          <p:cNvPr id="143" name="timeline-dot-4">
            <a:extLst xmlns:a="http://schemas.openxmlformats.org/drawingml/2006/main">
              <a:ext uri="{FF2B5EF4-FFF2-40B4-BE49-F238E27FC236}">
                <a16:creationId xmlns:a16="http://schemas.microsoft.com/office/drawing/2014/main" id="{42256876-971C-44C3-B36A-A2A5DC337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58674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F5B"/>
          </a:solidFill>
          <a:ln xmlns:a="http://schemas.openxmlformats.org/drawingml/2006/main" w="0">
            <a:solidFill>
              <a:srgbClr val="2F8F5B"/>
            </a:solidFill>
            <a:prstDash val="solid"/>
          </a:ln>
        </p:spPr>
      </p:sp>
      <p:sp>
        <p:nvSpPr>
          <p:cNvPr id="144" name="timeline-card-4">
            <a:extLst xmlns:a="http://schemas.openxmlformats.org/drawingml/2006/main">
              <a:ext uri="{FF2B5EF4-FFF2-40B4-BE49-F238E27FC236}">
                <a16:creationId xmlns:a16="http://schemas.microsoft.com/office/drawing/2014/main" id="{B406802C-BB49-4241-9BAC-E9752EDB4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6172200"/>
            <a:ext cx="10287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E"/>
          </a:solidFill>
          <a:ln xmlns:a="http://schemas.openxmlformats.org/drawingml/2006/main" w="0">
            <a:solidFill>
              <a:srgbClr val="EAF5EE"/>
            </a:solidFill>
            <a:prstDash val="solid"/>
          </a:ln>
        </p:spPr>
      </p:sp>
      <p:pic>
        <p:nvPicPr>
          <p:cNvPr id="26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0a5c369d2c420e"/>
          <a:stretch xmlns:a="http://schemas.openxmlformats.org/drawingml/2006/main"/>
        </p:blipFill>
        <p:spPr>
          <a:xfrm xmlns:a="http://schemas.openxmlformats.org/drawingml/2006/main">
            <a:off x="10325100" y="63055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46" name="timeline-text-4">
            <a:extLst xmlns:a="http://schemas.openxmlformats.org/drawingml/2006/main">
              <a:ext uri="{FF2B5EF4-FFF2-40B4-BE49-F238E27FC236}">
                <a16:creationId xmlns:a16="http://schemas.microsoft.com/office/drawing/2014/main" id="{B28B3A76-07CD-44BF-8BCF-942072BDE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6210300"/>
            <a:ext cx="57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rPr>
              <a:t>事务/回滚</a:t>
            </a:r>
          </a:p>
        </p:txBody>
      </p:sp>
      <p:pic>
        <p:nvPicPr>
          <p:cNvPr id="26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8dfd0c58b94615"/>
          <a:stretch xmlns:a="http://schemas.openxmlformats.org/drawingml/2006/main"/>
        </p:blipFill>
        <p:spPr>
          <a:xfrm xmlns:a="http://schemas.openxmlformats.org/drawingml/2006/main">
            <a:off x="10382250" y="268813"/>
            <a:ext cx="952500" cy="2148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9805989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9937CBA2-7E4F-43F3-9EBA-CFD6BD1B5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38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rPr>
              <a:t>19 · 第三幕｜两轮 Ralph 与故障定位</a:t>
            </a:r>
          </a:p>
        </p:txBody>
      </p:sp>
      <p:sp>
        <p:nvSpPr>
          <p:cNvPr id="5" name="team-name">
            <a:extLst xmlns:a="http://schemas.openxmlformats.org/drawingml/2006/main">
              <a:ext uri="{FF2B5EF4-FFF2-40B4-BE49-F238E27FC236}">
                <a16:creationId xmlns:a16="http://schemas.microsoft.com/office/drawing/2014/main" id="{DF70FBB6-5F6E-4537-9090-0CBE67318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6" name="business-direction">
            <a:extLst xmlns:a="http://schemas.openxmlformats.org/drawingml/2006/main">
              <a:ext uri="{FF2B5EF4-FFF2-40B4-BE49-F238E27FC236}">
                <a16:creationId xmlns:a16="http://schemas.microsoft.com/office/drawing/2014/main" id="{264209F6-E82F-4B7F-97F5-9E0C8215D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" name="storyline-lead">
            <a:extLst xmlns:a="http://schemas.openxmlformats.org/drawingml/2006/main">
              <a:ext uri="{FF2B5EF4-FFF2-40B4-BE49-F238E27FC236}">
                <a16:creationId xmlns:a16="http://schemas.microsoft.com/office/drawing/2014/main" id="{513D4A51-8337-4FB4-B56E-8172C046E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8" name="storyline-outcome">
            <a:extLst xmlns:a="http://schemas.openxmlformats.org/drawingml/2006/main">
              <a:ext uri="{FF2B5EF4-FFF2-40B4-BE49-F238E27FC236}">
                <a16:creationId xmlns:a16="http://schemas.microsoft.com/office/drawing/2014/main" id="{BB1932BF-7915-4685-850E-EE30D779E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9" name="origin-story">
            <a:extLst xmlns:a="http://schemas.openxmlformats.org/drawingml/2006/main">
              <a:ext uri="{FF2B5EF4-FFF2-40B4-BE49-F238E27FC236}">
                <a16:creationId xmlns:a16="http://schemas.microsoft.com/office/drawing/2014/main" id="{4F383126-75F9-4A95-9DFA-12133DB4A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1104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210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先由规格决定事务边界</a:t>
            </a:r>
          </a:p>
        </p:txBody>
      </p:sp>
      <p:sp>
        <p:nvSpPr>
          <p:cNvPr id="10" name="capability-label">
            <a:extLst xmlns:a="http://schemas.openxmlformats.org/drawingml/2006/main">
              <a:ext uri="{FF2B5EF4-FFF2-40B4-BE49-F238E27FC236}">
                <a16:creationId xmlns:a16="http://schemas.microsoft.com/office/drawing/2014/main" id="{6618DDA6-5320-4544-A67A-4138E5DF0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9115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SLIDE 19 · WORKSHOP</a:t>
            </a:r>
          </a:p>
        </p:txBody>
      </p:sp>
      <p:sp>
        <p:nvSpPr>
          <p:cNvPr id="12" name="capability-goal-text">
            <a:extLst xmlns:a="http://schemas.openxmlformats.org/drawingml/2006/main">
              <a:ext uri="{FF2B5EF4-FFF2-40B4-BE49-F238E27FC236}">
                <a16:creationId xmlns:a16="http://schemas.microsoft.com/office/drawing/2014/main" id="{A9BB6ADF-6F5A-486E-9828-9BB90056D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4" name="capability-tech-text">
            <a:extLst xmlns:a="http://schemas.openxmlformats.org/drawingml/2006/main">
              <a:ext uri="{FF2B5EF4-FFF2-40B4-BE49-F238E27FC236}">
                <a16:creationId xmlns:a16="http://schemas.microsoft.com/office/drawing/2014/main" id="{A789BA83-BEE2-4D60-80BC-6239BCAB3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6" name="capability-collaboration-text">
            <a:extLst xmlns:a="http://schemas.openxmlformats.org/drawingml/2006/main">
              <a:ext uri="{FF2B5EF4-FFF2-40B4-BE49-F238E27FC236}">
                <a16:creationId xmlns:a16="http://schemas.microsoft.com/office/drawing/2014/main" id="{D085A46E-BB95-4E44-A140-3211DC950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8" name="capability-cohesion-text">
            <a:extLst xmlns:a="http://schemas.openxmlformats.org/drawingml/2006/main">
              <a:ext uri="{FF2B5EF4-FFF2-40B4-BE49-F238E27FC236}">
                <a16:creationId xmlns:a16="http://schemas.microsoft.com/office/drawing/2014/main" id="{31E7FE61-7CF7-4BF1-B351-6E8BC2ABB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21" name="journey-top-rule">
            <a:extLst xmlns:a="http://schemas.openxmlformats.org/drawingml/2006/main">
              <a:ext uri="{FF2B5EF4-FFF2-40B4-BE49-F238E27FC236}">
                <a16:creationId xmlns:a16="http://schemas.microsoft.com/office/drawing/2014/main" id="{3F7D1C62-8DF5-4E48-9864-9C17DDEE1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2" name="journey-label">
            <a:extLst xmlns:a="http://schemas.openxmlformats.org/drawingml/2006/main">
              <a:ext uri="{FF2B5EF4-FFF2-40B4-BE49-F238E27FC236}">
                <a16:creationId xmlns:a16="http://schemas.microsoft.com/office/drawing/2014/main" id="{8E7E41EF-B0E6-4678-B07F-0EBF826CF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总开关允许部分成功；模式切换、新增规则和 DNS 编辑需要不同的补偿策略。</a:t>
            </a:r>
          </a:p>
        </p:txBody>
      </p:sp>
      <p:sp>
        <p:nvSpPr>
          <p:cNvPr id="26" name="stage-01-number">
            <a:extLst xmlns:a="http://schemas.openxmlformats.org/drawingml/2006/main">
              <a:ext uri="{FF2B5EF4-FFF2-40B4-BE49-F238E27FC236}">
                <a16:creationId xmlns:a16="http://schemas.microsoft.com/office/drawing/2014/main" id="{4225D723-AF17-46CE-8F57-EF6385A30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27" name="stage-01-title">
            <a:extLst xmlns:a="http://schemas.openxmlformats.org/drawingml/2006/main">
              <a:ext uri="{FF2B5EF4-FFF2-40B4-BE49-F238E27FC236}">
                <a16:creationId xmlns:a16="http://schemas.microsoft.com/office/drawing/2014/main" id="{A080687F-349A-4D96-8B9B-B15D9284C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28" name="stage-01-body">
            <a:extLst xmlns:a="http://schemas.openxmlformats.org/drawingml/2006/main">
              <a:ext uri="{FF2B5EF4-FFF2-40B4-BE49-F238E27FC236}">
                <a16:creationId xmlns:a16="http://schemas.microsoft.com/office/drawing/2014/main" id="{35DB16DD-F51B-49F2-B81F-24E50A16B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36" name="stage-03-number">
            <a:extLst xmlns:a="http://schemas.openxmlformats.org/drawingml/2006/main">
              <a:ext uri="{FF2B5EF4-FFF2-40B4-BE49-F238E27FC236}">
                <a16:creationId xmlns:a16="http://schemas.microsoft.com/office/drawing/2014/main" id="{C0286EEE-76D7-4C3D-959B-C1A40C2DE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37" name="stage-03-title">
            <a:extLst xmlns:a="http://schemas.openxmlformats.org/drawingml/2006/main">
              <a:ext uri="{FF2B5EF4-FFF2-40B4-BE49-F238E27FC236}">
                <a16:creationId xmlns:a16="http://schemas.microsoft.com/office/drawing/2014/main" id="{B27EC97C-4E04-4513-B0CF-9ED410CD8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38" name="stage-03-body">
            <a:extLst xmlns:a="http://schemas.openxmlformats.org/drawingml/2006/main">
              <a:ext uri="{FF2B5EF4-FFF2-40B4-BE49-F238E27FC236}">
                <a16:creationId xmlns:a16="http://schemas.microsoft.com/office/drawing/2014/main" id="{9E912F49-5FAE-4B6A-9826-0EE1EFB7F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46" name="stage-05-number">
            <a:extLst xmlns:a="http://schemas.openxmlformats.org/drawingml/2006/main">
              <a:ext uri="{FF2B5EF4-FFF2-40B4-BE49-F238E27FC236}">
                <a16:creationId xmlns:a16="http://schemas.microsoft.com/office/drawing/2014/main" id="{AA36F8DB-73A8-47E8-A962-56FE8DE85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47" name="stage-05-title">
            <a:extLst xmlns:a="http://schemas.openxmlformats.org/drawingml/2006/main">
              <a:ext uri="{FF2B5EF4-FFF2-40B4-BE49-F238E27FC236}">
                <a16:creationId xmlns:a16="http://schemas.microsoft.com/office/drawing/2014/main" id="{E55E05DE-AFC6-4422-9A2F-AD9E27F89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48" name="stage-05-body">
            <a:extLst xmlns:a="http://schemas.openxmlformats.org/drawingml/2006/main">
              <a:ext uri="{FF2B5EF4-FFF2-40B4-BE49-F238E27FC236}">
                <a16:creationId xmlns:a16="http://schemas.microsoft.com/office/drawing/2014/main" id="{F938BB63-05FA-4699-B9B6-45CD5A0C9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0" name="rail-flow-label">
            <a:extLst xmlns:a="http://schemas.openxmlformats.org/drawingml/2006/main">
              <a:ext uri="{FF2B5EF4-FFF2-40B4-BE49-F238E27FC236}">
                <a16:creationId xmlns:a16="http://schemas.microsoft.com/office/drawing/2014/main" id="{FF5EAC43-B84B-4541-B2F4-61336FAA9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8585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858585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1" name="rail-flow-line">
            <a:extLst xmlns:a="http://schemas.openxmlformats.org/drawingml/2006/main">
              <a:ext uri="{FF2B5EF4-FFF2-40B4-BE49-F238E27FC236}">
                <a16:creationId xmlns:a16="http://schemas.microsoft.com/office/drawing/2014/main" id="{AF9A8871-2B22-4386-A390-72752FB38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3" name="rail-flow-idea-label">
            <a:extLst xmlns:a="http://schemas.openxmlformats.org/drawingml/2006/main">
              <a:ext uri="{FF2B5EF4-FFF2-40B4-BE49-F238E27FC236}">
                <a16:creationId xmlns:a16="http://schemas.microsoft.com/office/drawing/2014/main" id="{72E1E745-7177-4B95-A3C2-46F9EE067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5" name="rail-flow-attack-label">
            <a:extLst xmlns:a="http://schemas.openxmlformats.org/drawingml/2006/main">
              <a:ext uri="{FF2B5EF4-FFF2-40B4-BE49-F238E27FC236}">
                <a16:creationId xmlns:a16="http://schemas.microsoft.com/office/drawing/2014/main" id="{1CD5E551-A644-4209-8B85-C43D55DAD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7" name="rail-flow-delivery-label">
            <a:extLst xmlns:a="http://schemas.openxmlformats.org/drawingml/2006/main">
              <a:ext uri="{FF2B5EF4-FFF2-40B4-BE49-F238E27FC236}">
                <a16:creationId xmlns:a16="http://schemas.microsoft.com/office/drawing/2014/main" id="{41242F25-AB1D-4FEC-AA44-0C6A2FA72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8" name="rail-result-box">
            <a:extLst xmlns:a="http://schemas.openxmlformats.org/drawingml/2006/main">
              <a:ext uri="{FF2B5EF4-FFF2-40B4-BE49-F238E27FC236}">
                <a16:creationId xmlns:a16="http://schemas.microsoft.com/office/drawing/2014/main" id="{F7117D08-254C-4F26-B6DD-8B03EB047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0" name="rail-result-text">
            <a:extLst xmlns:a="http://schemas.openxmlformats.org/drawingml/2006/main">
              <a:ext uri="{FF2B5EF4-FFF2-40B4-BE49-F238E27FC236}">
                <a16:creationId xmlns:a16="http://schemas.microsoft.com/office/drawing/2014/main" id="{34A8EF6F-28E9-4F9F-8CFD-1BF6F2603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63" b="1">
                <a:solidFill>
                  <a:srgbClr val="9C000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9C000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61" name="grid-top-rule">
            <a:extLst xmlns:a="http://schemas.openxmlformats.org/drawingml/2006/main">
              <a:ext uri="{FF2B5EF4-FFF2-40B4-BE49-F238E27FC236}">
                <a16:creationId xmlns:a16="http://schemas.microsoft.com/office/drawing/2014/main" id="{0F39FBDF-9E3B-4D49-B005-6B5B93FED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2" name="grid-middle-rule">
            <a:extLst xmlns:a="http://schemas.openxmlformats.org/drawingml/2006/main">
              <a:ext uri="{FF2B5EF4-FFF2-40B4-BE49-F238E27FC236}">
                <a16:creationId xmlns:a16="http://schemas.microsoft.com/office/drawing/2014/main" id="{BBC7B45A-19EF-4696-97BA-CE5C123E4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3" name="grid-vertical-rule">
            <a:extLst xmlns:a="http://schemas.openxmlformats.org/drawingml/2006/main">
              <a:ext uri="{FF2B5EF4-FFF2-40B4-BE49-F238E27FC236}">
                <a16:creationId xmlns:a16="http://schemas.microsoft.com/office/drawing/2014/main" id="{9513784B-DF55-42B5-ACF2-4EF87CE54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4" name="capability-top-rule">
            <a:extLst xmlns:a="http://schemas.openxmlformats.org/drawingml/2006/main">
              <a:ext uri="{FF2B5EF4-FFF2-40B4-BE49-F238E27FC236}">
                <a16:creationId xmlns:a16="http://schemas.microsoft.com/office/drawing/2014/main" id="{9013330B-53F2-4C98-B459-B7BC45073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5" name="module-01-icon-background">
            <a:extLst xmlns:a="http://schemas.openxmlformats.org/drawingml/2006/main">
              <a:ext uri="{FF2B5EF4-FFF2-40B4-BE49-F238E27FC236}">
                <a16:creationId xmlns:a16="http://schemas.microsoft.com/office/drawing/2014/main" id="{6BB7565D-24EF-47D6-BBB0-E18B6DE76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24050"/>
            <a:ext cx="4762500" cy="3124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B"/>
          </a:solidFill>
          <a:ln xmlns:a="http://schemas.openxmlformats.org/drawingml/2006/main" w="0">
            <a:solidFill>
              <a:srgbClr val="EAF2FB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7" name="module-02-icon-background">
            <a:extLst xmlns:a="http://schemas.openxmlformats.org/drawingml/2006/main">
              <a:ext uri="{FF2B5EF4-FFF2-40B4-BE49-F238E27FC236}">
                <a16:creationId xmlns:a16="http://schemas.microsoft.com/office/drawing/2014/main" id="{80C31D3C-F758-4BBC-A10E-E9C339D14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24050"/>
            <a:ext cx="4762500" cy="3124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FA"/>
          </a:solidFill>
          <a:ln xmlns:a="http://schemas.openxmlformats.org/drawingml/2006/main" w="0">
            <a:solidFill>
              <a:srgbClr val="F1ECF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9" name="module-03-icon-background">
            <a:extLst xmlns:a="http://schemas.openxmlformats.org/drawingml/2006/main">
              <a:ext uri="{FF2B5EF4-FFF2-40B4-BE49-F238E27FC236}">
                <a16:creationId xmlns:a16="http://schemas.microsoft.com/office/drawing/2014/main" id="{78E97F08-D68A-43EC-A2D0-7C3051E07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1" name="module-04-icon-background">
            <a:extLst xmlns:a="http://schemas.openxmlformats.org/drawingml/2006/main">
              <a:ext uri="{FF2B5EF4-FFF2-40B4-BE49-F238E27FC236}">
                <a16:creationId xmlns:a16="http://schemas.microsoft.com/office/drawing/2014/main" id="{C303905D-0287-4B86-92D4-33F0EB3B9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3" name="module-04-number">
            <a:extLst xmlns:a="http://schemas.openxmlformats.org/drawingml/2006/main">
              <a:ext uri="{FF2B5EF4-FFF2-40B4-BE49-F238E27FC236}">
                <a16:creationId xmlns:a16="http://schemas.microsoft.com/office/drawing/2014/main" id="{644EFF2E-DC9B-4D41-84F4-10582B446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4" name="module-04-title">
            <a:extLst xmlns:a="http://schemas.openxmlformats.org/drawingml/2006/main">
              <a:ext uri="{FF2B5EF4-FFF2-40B4-BE49-F238E27FC236}">
                <a16:creationId xmlns:a16="http://schemas.microsoft.com/office/drawing/2014/main" id="{9C3B8801-0886-4C35-A421-9571B2595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5" name="module-04-body">
            <a:extLst xmlns:a="http://schemas.openxmlformats.org/drawingml/2006/main">
              <a:ext uri="{FF2B5EF4-FFF2-40B4-BE49-F238E27FC236}">
                <a16:creationId xmlns:a16="http://schemas.microsoft.com/office/drawing/2014/main" id="{815AB31E-77DC-41EF-9FDD-2104B3529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6" name="capability-goal-icon-background">
            <a:extLst xmlns:a="http://schemas.openxmlformats.org/drawingml/2006/main">
              <a:ext uri="{FF2B5EF4-FFF2-40B4-BE49-F238E27FC236}">
                <a16:creationId xmlns:a16="http://schemas.microsoft.com/office/drawing/2014/main" id="{ACC8CF6A-83B8-4CA8-B500-7FCD1FE49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8" name="capability-tech-icon-background">
            <a:extLst xmlns:a="http://schemas.openxmlformats.org/drawingml/2006/main">
              <a:ext uri="{FF2B5EF4-FFF2-40B4-BE49-F238E27FC236}">
                <a16:creationId xmlns:a16="http://schemas.microsoft.com/office/drawing/2014/main" id="{1FBC427F-E57C-45DB-9CCE-FEBB0D899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0" name="capability-collaboration-icon-background">
            <a:extLst xmlns:a="http://schemas.openxmlformats.org/drawingml/2006/main">
              <a:ext uri="{FF2B5EF4-FFF2-40B4-BE49-F238E27FC236}">
                <a16:creationId xmlns:a16="http://schemas.microsoft.com/office/drawing/2014/main" id="{6E13DFB3-20F1-4890-9CA4-4556205A7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2" name="capability-cohesion-icon-background">
            <a:extLst xmlns:a="http://schemas.openxmlformats.org/drawingml/2006/main">
              <a:ext uri="{FF2B5EF4-FFF2-40B4-BE49-F238E27FC236}">
                <a16:creationId xmlns:a16="http://schemas.microsoft.com/office/drawing/2014/main" id="{6D6CB4E0-0BEB-4D63-8FF5-DCEBE4D95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4" name="competitiveness-result-box">
            <a:extLst xmlns:a="http://schemas.openxmlformats.org/drawingml/2006/main">
              <a:ext uri="{FF2B5EF4-FFF2-40B4-BE49-F238E27FC236}">
                <a16:creationId xmlns:a16="http://schemas.microsoft.com/office/drawing/2014/main" id="{F216EF67-2742-4E3A-81AE-9DA7A0133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6" name="competitiveness-result-text">
            <a:extLst xmlns:a="http://schemas.openxmlformats.org/drawingml/2006/main">
              <a:ext uri="{FF2B5EF4-FFF2-40B4-BE49-F238E27FC236}">
                <a16:creationId xmlns:a16="http://schemas.microsoft.com/office/drawing/2014/main" id="{5EF20348-951F-48D4-9F42-3FB89748A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276850"/>
            <a:ext cx="733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38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rPr>
              <a:t>同一个“失败”在不同操作中，可以拥有完全不同的业务语义。</a:t>
            </a:r>
          </a:p>
        </p:txBody>
      </p:sp>
      <p:pic>
        <p:nvPicPr>
          <p:cNvPr id="20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2cc24f12424f79"/>
          <a:stretch xmlns:a="http://schemas.openxmlformats.org/drawingml/2006/main"/>
        </p:blipFill>
        <p:spPr>
          <a:xfrm xmlns:a="http://schemas.openxmlformats.org/drawingml/2006/main">
            <a:off x="400050" y="257175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88" name="case-header-rule">
            <a:extLst xmlns:a="http://schemas.openxmlformats.org/drawingml/2006/main">
              <a:ext uri="{FF2B5EF4-FFF2-40B4-BE49-F238E27FC236}">
                <a16:creationId xmlns:a16="http://schemas.microsoft.com/office/drawing/2014/main" id="{BAC1EAF4-B798-4F81-B3D8-E711C771E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0020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7D7"/>
          </a:solidFill>
          <a:ln xmlns:a="http://schemas.openxmlformats.org/drawingml/2006/main" w="0">
            <a:solidFill>
              <a:srgbClr val="D7D7D7"/>
            </a:solidFill>
            <a:prstDash val="solid"/>
          </a:ln>
        </p:spPr>
      </p:sp>
      <p:pic>
        <p:nvPicPr>
          <p:cNvPr id="20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9c36470eb04642"/>
          <a:stretch xmlns:a="http://schemas.openxmlformats.org/drawingml/2006/main"/>
        </p:blipFill>
        <p:spPr>
          <a:xfrm xmlns:a="http://schemas.openxmlformats.org/drawingml/2006/main">
            <a:off x="666750" y="2190750"/>
            <a:ext cx="438150" cy="438150"/>
          </a:xfrm>
          <a:prstGeom xmlns:a="http://schemas.openxmlformats.org/drawingml/2006/main" prst="rect">
            <a:avLst/>
          </a:prstGeom>
        </p:spPr>
      </p:pic>
      <p:pic>
        <p:nvPicPr>
          <p:cNvPr id="20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68254dacb149c6"/>
          <a:stretch xmlns:a="http://schemas.openxmlformats.org/drawingml/2006/main"/>
        </p:blipFill>
        <p:spPr>
          <a:xfrm xmlns:a="http://schemas.openxmlformats.org/drawingml/2006/main">
            <a:off x="6838950" y="2190750"/>
            <a:ext cx="438150" cy="438150"/>
          </a:xfrm>
          <a:prstGeom xmlns:a="http://schemas.openxmlformats.org/drawingml/2006/main" prst="rect">
            <a:avLst/>
          </a:prstGeom>
        </p:spPr>
      </p:pic>
      <p:sp>
        <p:nvSpPr>
          <p:cNvPr id="91" name="case-one-number">
            <a:extLst xmlns:a="http://schemas.openxmlformats.org/drawingml/2006/main">
              <a:ext uri="{FF2B5EF4-FFF2-40B4-BE49-F238E27FC236}">
                <a16:creationId xmlns:a16="http://schemas.microsoft.com/office/drawing/2014/main" id="{80F689AD-6F88-4A35-AE85-A26AC3B82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1526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rPr>
              <a:t>CASE 19</a:t>
            </a:r>
          </a:p>
        </p:txBody>
      </p:sp>
      <p:sp>
        <p:nvSpPr>
          <p:cNvPr id="92" name="case-two-number">
            <a:extLst xmlns:a="http://schemas.openxmlformats.org/drawingml/2006/main">
              <a:ext uri="{FF2B5EF4-FFF2-40B4-BE49-F238E27FC236}">
                <a16:creationId xmlns:a16="http://schemas.microsoft.com/office/drawing/2014/main" id="{0A6698CA-AC0B-41F4-85BA-082BCE6B8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1526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>CONTRAST</a:t>
            </a:r>
          </a:p>
        </p:txBody>
      </p:sp>
      <p:sp>
        <p:nvSpPr>
          <p:cNvPr id="93" name="case-one-title">
            <a:extLst xmlns:a="http://schemas.openxmlformats.org/drawingml/2006/main">
              <a:ext uri="{FF2B5EF4-FFF2-40B4-BE49-F238E27FC236}">
                <a16:creationId xmlns:a16="http://schemas.microsoft.com/office/drawing/2014/main" id="{EE710BA8-D19C-4963-AFB4-4F3C1F99D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3622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允许部分成功</a:t>
            </a:r>
          </a:p>
        </p:txBody>
      </p:sp>
      <p:sp>
        <p:nvSpPr>
          <p:cNvPr id="94" name="case-two-title">
            <a:extLst xmlns:a="http://schemas.openxmlformats.org/drawingml/2006/main">
              <a:ext uri="{FF2B5EF4-FFF2-40B4-BE49-F238E27FC236}">
                <a16:creationId xmlns:a16="http://schemas.microsoft.com/office/drawing/2014/main" id="{318AF84A-C84B-43B2-BA7D-1800772BA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3622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必须补偿</a:t>
            </a:r>
          </a:p>
        </p:txBody>
      </p:sp>
      <p:sp>
        <p:nvSpPr>
          <p:cNvPr id="95" name="case-one-method">
            <a:extLst xmlns:a="http://schemas.openxmlformats.org/drawingml/2006/main">
              <a:ext uri="{FF2B5EF4-FFF2-40B4-BE49-F238E27FC236}">
                <a16:creationId xmlns:a16="http://schemas.microsoft.com/office/drawing/2014/main" id="{D641B88F-BC38-42A3-A4BB-5C0A78563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rPr>
              <a:t>BEST-EFFORT</a:t>
            </a:r>
          </a:p>
        </p:txBody>
      </p:sp>
      <p:sp>
        <p:nvSpPr>
          <p:cNvPr id="96" name="case-two-method">
            <a:extLst xmlns:a="http://schemas.openxmlformats.org/drawingml/2006/main">
              <a:ext uri="{FF2B5EF4-FFF2-40B4-BE49-F238E27FC236}">
                <a16:creationId xmlns:a16="http://schemas.microsoft.com/office/drawing/2014/main" id="{138671CA-C122-4895-8836-E45A6FC58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575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>TRANSACTIONAL</a:t>
            </a:r>
          </a:p>
        </p:txBody>
      </p:sp>
      <p:sp>
        <p:nvSpPr>
          <p:cNvPr id="97" name="case-left-rule-0">
            <a:extLst xmlns:a="http://schemas.openxmlformats.org/drawingml/2006/main">
              <a:ext uri="{FF2B5EF4-FFF2-40B4-BE49-F238E27FC236}">
                <a16:creationId xmlns:a16="http://schemas.microsoft.com/office/drawing/2014/main" id="{A9E0F7F1-556E-496E-816D-C112F9654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813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98" name="case-right-rule-0">
            <a:extLst xmlns:a="http://schemas.openxmlformats.org/drawingml/2006/main">
              <a:ext uri="{FF2B5EF4-FFF2-40B4-BE49-F238E27FC236}">
                <a16:creationId xmlns:a16="http://schemas.microsoft.com/office/drawing/2014/main" id="{F698392D-CBD9-4BDB-A31B-B374CB008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1813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99" name="case-label-left-0">
            <a:extLst xmlns:a="http://schemas.openxmlformats.org/drawingml/2006/main">
              <a:ext uri="{FF2B5EF4-FFF2-40B4-BE49-F238E27FC236}">
                <a16:creationId xmlns:a16="http://schemas.microsoft.com/office/drawing/2014/main" id="{1AFF2D59-C41A-4DA2-B654-8554618F8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操作</a:t>
            </a:r>
          </a:p>
        </p:txBody>
      </p:sp>
      <p:sp>
        <p:nvSpPr>
          <p:cNvPr id="100" name="case-value-left-0">
            <a:extLst xmlns:a="http://schemas.openxmlformats.org/drawingml/2006/main">
              <a:ext uri="{FF2B5EF4-FFF2-40B4-BE49-F238E27FC236}">
                <a16:creationId xmlns:a16="http://schemas.microsoft.com/office/drawing/2014/main" id="{17B95C37-E670-4E76-804D-E304F37CD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2385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总开关</a:t>
            </a:r>
          </a:p>
        </p:txBody>
      </p:sp>
      <p:sp>
        <p:nvSpPr>
          <p:cNvPr id="101" name="case-label-right-0">
            <a:extLst xmlns:a="http://schemas.openxmlformats.org/drawingml/2006/main">
              <a:ext uri="{FF2B5EF4-FFF2-40B4-BE49-F238E27FC236}">
                <a16:creationId xmlns:a16="http://schemas.microsoft.com/office/drawing/2014/main" id="{18A46C20-C188-49D9-98C2-BA5F1F298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2385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模式切换</a:t>
            </a:r>
          </a:p>
        </p:txBody>
      </p:sp>
      <p:sp>
        <p:nvSpPr>
          <p:cNvPr id="102" name="case-value-right-0">
            <a:extLst xmlns:a="http://schemas.openxmlformats.org/drawingml/2006/main">
              <a:ext uri="{FF2B5EF4-FFF2-40B4-BE49-F238E27FC236}">
                <a16:creationId xmlns:a16="http://schemas.microsoft.com/office/drawing/2014/main" id="{7B7E08BA-BD87-441F-B3DB-2BCCF3B9A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2385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失败后恢复旧快照</a:t>
            </a:r>
          </a:p>
        </p:txBody>
      </p:sp>
      <p:sp>
        <p:nvSpPr>
          <p:cNvPr id="103" name="case-left-rule-1">
            <a:extLst xmlns:a="http://schemas.openxmlformats.org/drawingml/2006/main">
              <a:ext uri="{FF2B5EF4-FFF2-40B4-BE49-F238E27FC236}">
                <a16:creationId xmlns:a16="http://schemas.microsoft.com/office/drawing/2014/main" id="{659D7CC2-4EC3-4F7C-BF89-3A07EE6C3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004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04" name="case-right-rule-1">
            <a:extLst xmlns:a="http://schemas.openxmlformats.org/drawingml/2006/main">
              <a:ext uri="{FF2B5EF4-FFF2-40B4-BE49-F238E27FC236}">
                <a16:creationId xmlns:a16="http://schemas.microsoft.com/office/drawing/2014/main" id="{B37D164D-5E44-46FA-ADF5-91601117C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6004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05" name="case-label-left-1">
            <a:extLst xmlns:a="http://schemas.openxmlformats.org/drawingml/2006/main">
              <a:ext uri="{FF2B5EF4-FFF2-40B4-BE49-F238E27FC236}">
                <a16:creationId xmlns:a16="http://schemas.microsoft.com/office/drawing/2014/main" id="{796BAB44-29A4-4469-8C56-2DD29EAB6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576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失败后</a:t>
            </a:r>
          </a:p>
        </p:txBody>
      </p:sp>
      <p:sp>
        <p:nvSpPr>
          <p:cNvPr id="106" name="case-value-left-1">
            <a:extLst xmlns:a="http://schemas.openxmlformats.org/drawingml/2006/main">
              <a:ext uri="{FF2B5EF4-FFF2-40B4-BE49-F238E27FC236}">
                <a16:creationId xmlns:a16="http://schemas.microsoft.com/office/drawing/2014/main" id="{E2585E34-D692-44BF-BE1E-7329CBA4B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576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成功账号保持</a:t>
            </a:r>
          </a:p>
        </p:txBody>
      </p:sp>
      <p:sp>
        <p:nvSpPr>
          <p:cNvPr id="107" name="case-label-right-1">
            <a:extLst xmlns:a="http://schemas.openxmlformats.org/drawingml/2006/main">
              <a:ext uri="{FF2B5EF4-FFF2-40B4-BE49-F238E27FC236}">
                <a16:creationId xmlns:a16="http://schemas.microsoft.com/office/drawing/2014/main" id="{40591D54-6B8B-4336-9EA6-38AC4E705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6576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新增规则</a:t>
            </a:r>
          </a:p>
        </p:txBody>
      </p:sp>
      <p:sp>
        <p:nvSpPr>
          <p:cNvPr id="108" name="case-value-right-1">
            <a:extLst xmlns:a="http://schemas.openxmlformats.org/drawingml/2006/main">
              <a:ext uri="{FF2B5EF4-FFF2-40B4-BE49-F238E27FC236}">
                <a16:creationId xmlns:a16="http://schemas.microsoft.com/office/drawing/2014/main" id="{3E0F325A-0686-4039-ACBE-35AD57BC2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6576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删除已成功 deployment</a:t>
            </a:r>
          </a:p>
        </p:txBody>
      </p:sp>
      <p:sp>
        <p:nvSpPr>
          <p:cNvPr id="109" name="case-left-rule-2">
            <a:extLst xmlns:a="http://schemas.openxmlformats.org/drawingml/2006/main">
              <a:ext uri="{FF2B5EF4-FFF2-40B4-BE49-F238E27FC236}">
                <a16:creationId xmlns:a16="http://schemas.microsoft.com/office/drawing/2014/main" id="{B431DC1D-7996-47F7-B716-B4104C061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195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0" name="case-right-rule-2">
            <a:extLst xmlns:a="http://schemas.openxmlformats.org/drawingml/2006/main">
              <a:ext uri="{FF2B5EF4-FFF2-40B4-BE49-F238E27FC236}">
                <a16:creationId xmlns:a16="http://schemas.microsoft.com/office/drawing/2014/main" id="{8A9990CB-8F45-4A02-86D6-E10EE0E9F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0195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1" name="case-label-left-2">
            <a:extLst xmlns:a="http://schemas.openxmlformats.org/drawingml/2006/main">
              <a:ext uri="{FF2B5EF4-FFF2-40B4-BE49-F238E27FC236}">
                <a16:creationId xmlns:a16="http://schemas.microsoft.com/office/drawing/2014/main" id="{2BEDC775-5045-4471-AF1B-C0AD01484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767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本地提交</a:t>
            </a:r>
          </a:p>
        </p:txBody>
      </p:sp>
      <p:sp>
        <p:nvSpPr>
          <p:cNvPr id="112" name="case-value-left-2">
            <a:extLst xmlns:a="http://schemas.openxmlformats.org/drawingml/2006/main">
              <a:ext uri="{FF2B5EF4-FFF2-40B4-BE49-F238E27FC236}">
                <a16:creationId xmlns:a16="http://schemas.microsoft.com/office/drawing/2014/main" id="{EA218FAD-D644-4FFB-BE95-C64F04C7F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767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不写 desired</a:t>
            </a:r>
          </a:p>
        </p:txBody>
      </p:sp>
      <p:sp>
        <p:nvSpPr>
          <p:cNvPr id="113" name="case-label-right-2">
            <a:extLst xmlns:a="http://schemas.openxmlformats.org/drawingml/2006/main">
              <a:ext uri="{FF2B5EF4-FFF2-40B4-BE49-F238E27FC236}">
                <a16:creationId xmlns:a16="http://schemas.microsoft.com/office/drawing/2014/main" id="{577C7B67-0F67-44A6-9DDD-559EFF9DC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0767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DNS 编辑</a:t>
            </a:r>
          </a:p>
        </p:txBody>
      </p:sp>
      <p:sp>
        <p:nvSpPr>
          <p:cNvPr id="114" name="case-value-right-2">
            <a:extLst xmlns:a="http://schemas.openxmlformats.org/drawingml/2006/main">
              <a:ext uri="{FF2B5EF4-FFF2-40B4-BE49-F238E27FC236}">
                <a16:creationId xmlns:a16="http://schemas.microsoft.com/office/drawing/2014/main" id="{563E56E8-30B3-435F-846A-BBF723B44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0767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重建旧 DNS</a:t>
            </a:r>
          </a:p>
        </p:txBody>
      </p:sp>
      <p:sp>
        <p:nvSpPr>
          <p:cNvPr id="115" name="case-left-rule-3">
            <a:extLst xmlns:a="http://schemas.openxmlformats.org/drawingml/2006/main">
              <a:ext uri="{FF2B5EF4-FFF2-40B4-BE49-F238E27FC236}">
                <a16:creationId xmlns:a16="http://schemas.microsoft.com/office/drawing/2014/main" id="{73F1F4EA-AE10-4C4D-BA07-7CC8DAE70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386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6" name="case-right-rule-3">
            <a:extLst xmlns:a="http://schemas.openxmlformats.org/drawingml/2006/main">
              <a:ext uri="{FF2B5EF4-FFF2-40B4-BE49-F238E27FC236}">
                <a16:creationId xmlns:a16="http://schemas.microsoft.com/office/drawing/2014/main" id="{54F3B591-F56B-4DB3-A065-BC6E7BCF2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4386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7" name="case-label-left-3">
            <a:extLst xmlns:a="http://schemas.openxmlformats.org/drawingml/2006/main">
              <a:ext uri="{FF2B5EF4-FFF2-40B4-BE49-F238E27FC236}">
                <a16:creationId xmlns:a16="http://schemas.microsoft.com/office/drawing/2014/main" id="{678E3CF7-1438-4AC3-A0C1-5353F3F2F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958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证据</a:t>
            </a:r>
          </a:p>
        </p:txBody>
      </p:sp>
      <p:sp>
        <p:nvSpPr>
          <p:cNvPr id="118" name="case-value-left-3">
            <a:extLst xmlns:a="http://schemas.openxmlformats.org/drawingml/2006/main">
              <a:ext uri="{FF2B5EF4-FFF2-40B4-BE49-F238E27FC236}">
                <a16:creationId xmlns:a16="http://schemas.microsoft.com/office/drawing/2014/main" id="{63677797-5DC0-45FD-9D3E-4D98A65D1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4958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逐账号原始结果</a:t>
            </a:r>
          </a:p>
        </p:txBody>
      </p:sp>
      <p:sp>
        <p:nvSpPr>
          <p:cNvPr id="119" name="case-label-right-3">
            <a:extLst xmlns:a="http://schemas.openxmlformats.org/drawingml/2006/main">
              <a:ext uri="{FF2B5EF4-FFF2-40B4-BE49-F238E27FC236}">
                <a16:creationId xmlns:a16="http://schemas.microsoft.com/office/drawing/2014/main" id="{796CDBCF-DEAC-47B8-9C7D-BBC794C33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4958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identity</a:t>
            </a:r>
          </a:p>
        </p:txBody>
      </p:sp>
      <p:sp>
        <p:nvSpPr>
          <p:cNvPr id="120" name="case-value-right-3">
            <a:extLst xmlns:a="http://schemas.openxmlformats.org/drawingml/2006/main">
              <a:ext uri="{FF2B5EF4-FFF2-40B4-BE49-F238E27FC236}">
                <a16:creationId xmlns:a16="http://schemas.microsoft.com/office/drawing/2014/main" id="{1212E204-1B9F-477E-80DD-961E203DC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4958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保存恢复后的新 ID</a:t>
            </a:r>
          </a:p>
        </p:txBody>
      </p:sp>
      <p:sp>
        <p:nvSpPr>
          <p:cNvPr id="121" name="case-transfer-circle">
            <a:extLst xmlns:a="http://schemas.openxmlformats.org/drawingml/2006/main">
              <a:ext uri="{FF2B5EF4-FFF2-40B4-BE49-F238E27FC236}">
                <a16:creationId xmlns:a16="http://schemas.microsoft.com/office/drawing/2014/main" id="{FF6A693F-DADF-434A-A7E7-B5831EE8E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95275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7000B"/>
            </a:solidFill>
            <a:prstDash val="solid"/>
          </a:ln>
        </p:spPr>
      </p:sp>
      <p:pic>
        <p:nvPicPr>
          <p:cNvPr id="2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61397ad6354c9a"/>
          <a:stretch xmlns:a="http://schemas.openxmlformats.org/drawingml/2006/main"/>
        </p:blipFill>
        <p:spPr>
          <a:xfrm xmlns:a="http://schemas.openxmlformats.org/drawingml/2006/main">
            <a:off x="5667375" y="3105150"/>
            <a:ext cx="400050" cy="400050"/>
          </a:xfrm>
          <a:prstGeom xmlns:a="http://schemas.openxmlformats.org/drawingml/2006/main" prst="rect">
            <a:avLst/>
          </a:prstGeom>
        </p:spPr>
      </p:pic>
      <p:sp>
        <p:nvSpPr>
          <p:cNvPr id="123" name="case-transfer-text">
            <a:extLst xmlns:a="http://schemas.openxmlformats.org/drawingml/2006/main">
              <a:ext uri="{FF2B5EF4-FFF2-40B4-BE49-F238E27FC236}">
                <a16:creationId xmlns:a16="http://schemas.microsoft.com/office/drawing/2014/main" id="{48A38601-6EA4-43E6-9D6F-38C449733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524250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88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对照</a:t>
            </a:r>
          </a:p>
        </p:txBody>
      </p:sp>
      <p:sp>
        <p:nvSpPr>
          <p:cNvPr id="124" name="case-left-arrow">
            <a:extLst xmlns:a="http://schemas.openxmlformats.org/drawingml/2006/main">
              <a:ext uri="{FF2B5EF4-FFF2-40B4-BE49-F238E27FC236}">
                <a16:creationId xmlns:a16="http://schemas.microsoft.com/office/drawing/2014/main" id="{03A1806C-B519-4A4A-9980-2434DFAFD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21945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22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←</a:t>
            </a:r>
          </a:p>
        </p:txBody>
      </p:sp>
      <p:sp>
        <p:nvSpPr>
          <p:cNvPr id="125" name="case-right-arrow">
            <a:extLst xmlns:a="http://schemas.openxmlformats.org/drawingml/2006/main">
              <a:ext uri="{FF2B5EF4-FFF2-40B4-BE49-F238E27FC236}">
                <a16:creationId xmlns:a16="http://schemas.microsoft.com/office/drawing/2014/main" id="{E8FB34F1-A4F6-406E-85FD-21A5A0934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21945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22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26" name="timeline-rule">
            <a:extLst xmlns:a="http://schemas.openxmlformats.org/drawingml/2006/main">
              <a:ext uri="{FF2B5EF4-FFF2-40B4-BE49-F238E27FC236}">
                <a16:creationId xmlns:a16="http://schemas.microsoft.com/office/drawing/2014/main" id="{46F26517-8D14-4ED8-B91E-154EEEC9A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81700"/>
            <a:ext cx="10934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7D7"/>
          </a:solidFill>
          <a:ln xmlns:a="http://schemas.openxmlformats.org/drawingml/2006/main" w="0">
            <a:solidFill>
              <a:srgbClr val="D7D7D7"/>
            </a:solidFill>
            <a:prstDash val="solid"/>
          </a:ln>
        </p:spPr>
      </p:sp>
      <p:sp>
        <p:nvSpPr>
          <p:cNvPr id="127" name="timeline-dot-0">
            <a:extLst xmlns:a="http://schemas.openxmlformats.org/drawingml/2006/main">
              <a:ext uri="{FF2B5EF4-FFF2-40B4-BE49-F238E27FC236}">
                <a16:creationId xmlns:a16="http://schemas.microsoft.com/office/drawing/2014/main" id="{B1B2265D-D326-40FF-A60F-C0FBE9741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674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128" name="timeline-card-0">
            <a:extLst xmlns:a="http://schemas.openxmlformats.org/drawingml/2006/main">
              <a:ext uri="{FF2B5EF4-FFF2-40B4-BE49-F238E27FC236}">
                <a16:creationId xmlns:a16="http://schemas.microsoft.com/office/drawing/2014/main" id="{E06F85EB-4FA9-4043-8BE1-A3CF40B5C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72200"/>
            <a:ext cx="2000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EC"/>
          </a:solidFill>
          <a:ln xmlns:a="http://schemas.openxmlformats.org/drawingml/2006/main" w="0">
            <a:solidFill>
              <a:srgbClr val="FBEAEC"/>
            </a:solidFill>
            <a:prstDash val="solid"/>
          </a:ln>
        </p:spPr>
      </p:sp>
      <p:pic>
        <p:nvPicPr>
          <p:cNvPr id="2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439b25dc7748a3"/>
          <a:stretch xmlns:a="http://schemas.openxmlformats.org/drawingml/2006/main"/>
        </p:blipFill>
        <p:spPr>
          <a:xfrm xmlns:a="http://schemas.openxmlformats.org/drawingml/2006/main">
            <a:off x="514350" y="63055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30" name="timeline-text-0">
            <a:extLst xmlns:a="http://schemas.openxmlformats.org/drawingml/2006/main">
              <a:ext uri="{FF2B5EF4-FFF2-40B4-BE49-F238E27FC236}">
                <a16:creationId xmlns:a16="http://schemas.microsoft.com/office/drawing/2014/main" id="{3B912A19-9FE5-4187-98C5-1F80D3054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210300"/>
            <a:ext cx="1543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RED</a:t>
            </a:r>
          </a:p>
        </p:txBody>
      </p:sp>
      <p:sp>
        <p:nvSpPr>
          <p:cNvPr id="131" name="timeline-dot-1">
            <a:extLst xmlns:a="http://schemas.openxmlformats.org/drawingml/2006/main">
              <a:ext uri="{FF2B5EF4-FFF2-40B4-BE49-F238E27FC236}">
                <a16:creationId xmlns:a16="http://schemas.microsoft.com/office/drawing/2014/main" id="{7D872788-C8C9-4D53-BCFB-3EE338664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58674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45C7"/>
          </a:solidFill>
          <a:ln xmlns:a="http://schemas.openxmlformats.org/drawingml/2006/main" w="0">
            <a:solidFill>
              <a:srgbClr val="6D45C7"/>
            </a:solidFill>
            <a:prstDash val="solid"/>
          </a:ln>
        </p:spPr>
      </p:sp>
      <p:sp>
        <p:nvSpPr>
          <p:cNvPr id="132" name="timeline-card-1">
            <a:extLst xmlns:a="http://schemas.openxmlformats.org/drawingml/2006/main">
              <a:ext uri="{FF2B5EF4-FFF2-40B4-BE49-F238E27FC236}">
                <a16:creationId xmlns:a16="http://schemas.microsoft.com/office/drawing/2014/main" id="{07574872-6C46-4DCB-998F-DE9FCE105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6172200"/>
            <a:ext cx="3048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FA"/>
          </a:solidFill>
          <a:ln xmlns:a="http://schemas.openxmlformats.org/drawingml/2006/main" w="0">
            <a:solidFill>
              <a:srgbClr val="F1ECFA"/>
            </a:solidFill>
            <a:prstDash val="solid"/>
          </a:ln>
        </p:spPr>
      </p:sp>
      <p:pic>
        <p:nvPicPr>
          <p:cNvPr id="2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8c51a9cf7c4ab6"/>
          <a:stretch xmlns:a="http://schemas.openxmlformats.org/drawingml/2006/main"/>
        </p:blipFill>
        <p:spPr>
          <a:xfrm xmlns:a="http://schemas.openxmlformats.org/drawingml/2006/main">
            <a:off x="2705100" y="63055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34" name="timeline-text-1">
            <a:extLst xmlns:a="http://schemas.openxmlformats.org/drawingml/2006/main">
              <a:ext uri="{FF2B5EF4-FFF2-40B4-BE49-F238E27FC236}">
                <a16:creationId xmlns:a16="http://schemas.microsoft.com/office/drawing/2014/main" id="{4A727200-EA29-4361-9862-418A0DE95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6210300"/>
            <a:ext cx="2590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>最小实现</a:t>
            </a:r>
          </a:p>
        </p:txBody>
      </p:sp>
      <p:sp>
        <p:nvSpPr>
          <p:cNvPr id="135" name="timeline-dot-2">
            <a:extLst xmlns:a="http://schemas.openxmlformats.org/drawingml/2006/main">
              <a:ext uri="{FF2B5EF4-FFF2-40B4-BE49-F238E27FC236}">
                <a16:creationId xmlns:a16="http://schemas.microsoft.com/office/drawing/2014/main" id="{3F1EC896-E46F-4384-894B-3DDEC4776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58674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136" name="timeline-card-2">
            <a:extLst xmlns:a="http://schemas.openxmlformats.org/drawingml/2006/main">
              <a:ext uri="{FF2B5EF4-FFF2-40B4-BE49-F238E27FC236}">
                <a16:creationId xmlns:a16="http://schemas.microsoft.com/office/drawing/2014/main" id="{F4FEA41C-C58A-4D35-9F21-95E1FD4ED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6172200"/>
            <a:ext cx="1428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EC"/>
          </a:solidFill>
          <a:ln xmlns:a="http://schemas.openxmlformats.org/drawingml/2006/main" w="0">
            <a:solidFill>
              <a:srgbClr val="FBEAEC"/>
            </a:solidFill>
            <a:prstDash val="solid"/>
          </a:ln>
        </p:spPr>
      </p:sp>
      <p:pic>
        <p:nvPicPr>
          <p:cNvPr id="2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97b09545664223"/>
          <a:stretch xmlns:a="http://schemas.openxmlformats.org/drawingml/2006/main"/>
        </p:blipFill>
        <p:spPr>
          <a:xfrm xmlns:a="http://schemas.openxmlformats.org/drawingml/2006/main">
            <a:off x="5943600" y="63055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38" name="timeline-text-2">
            <a:extLst xmlns:a="http://schemas.openxmlformats.org/drawingml/2006/main">
              <a:ext uri="{FF2B5EF4-FFF2-40B4-BE49-F238E27FC236}">
                <a16:creationId xmlns:a16="http://schemas.microsoft.com/office/drawing/2014/main" id="{75A6DFD3-381A-4508-A88C-74D03EE63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6210300"/>
            <a:ext cx="971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progress</a:t>
            </a:r>
          </a:p>
        </p:txBody>
      </p:sp>
      <p:sp>
        <p:nvSpPr>
          <p:cNvPr id="139" name="timeline-dot-3">
            <a:extLst xmlns:a="http://schemas.openxmlformats.org/drawingml/2006/main">
              <a:ext uri="{FF2B5EF4-FFF2-40B4-BE49-F238E27FC236}">
                <a16:creationId xmlns:a16="http://schemas.microsoft.com/office/drawing/2014/main" id="{EE23DBD8-AF98-46BF-B5EA-9A5764E71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8674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45C7"/>
          </a:solidFill>
          <a:ln xmlns:a="http://schemas.openxmlformats.org/drawingml/2006/main" w="0">
            <a:solidFill>
              <a:srgbClr val="6D45C7"/>
            </a:solidFill>
            <a:prstDash val="solid"/>
          </a:ln>
        </p:spPr>
      </p:sp>
      <p:sp>
        <p:nvSpPr>
          <p:cNvPr id="140" name="timeline-card-3">
            <a:extLst xmlns:a="http://schemas.openxmlformats.org/drawingml/2006/main">
              <a:ext uri="{FF2B5EF4-FFF2-40B4-BE49-F238E27FC236}">
                <a16:creationId xmlns:a16="http://schemas.microsoft.com/office/drawing/2014/main" id="{705D6FCE-1ACC-445B-943D-DD93AE12E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72200"/>
            <a:ext cx="2571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FA"/>
          </a:solidFill>
          <a:ln xmlns:a="http://schemas.openxmlformats.org/drawingml/2006/main" w="0">
            <a:solidFill>
              <a:srgbClr val="F1ECFA"/>
            </a:solidFill>
            <a:prstDash val="solid"/>
          </a:ln>
        </p:spPr>
      </p:sp>
      <p:pic>
        <p:nvPicPr>
          <p:cNvPr id="25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393755f7c043c1"/>
          <a:stretch xmlns:a="http://schemas.openxmlformats.org/drawingml/2006/main"/>
        </p:blipFill>
        <p:spPr>
          <a:xfrm xmlns:a="http://schemas.openxmlformats.org/drawingml/2006/main">
            <a:off x="7562850" y="63055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42" name="timeline-text-3">
            <a:extLst xmlns:a="http://schemas.openxmlformats.org/drawingml/2006/main">
              <a:ext uri="{FF2B5EF4-FFF2-40B4-BE49-F238E27FC236}">
                <a16:creationId xmlns:a16="http://schemas.microsoft.com/office/drawing/2014/main" id="{D8BB6B58-07F6-42CB-AD15-5ADC5CB98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6210300"/>
            <a:ext cx="2114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>DEBUG</a:t>
            </a:r>
          </a:p>
        </p:txBody>
      </p:sp>
      <p:sp>
        <p:nvSpPr>
          <p:cNvPr id="143" name="timeline-dot-4">
            <a:extLst xmlns:a="http://schemas.openxmlformats.org/drawingml/2006/main">
              <a:ext uri="{FF2B5EF4-FFF2-40B4-BE49-F238E27FC236}">
                <a16:creationId xmlns:a16="http://schemas.microsoft.com/office/drawing/2014/main" id="{42256876-971C-44C3-B36A-A2A5DC337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58674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F5B"/>
          </a:solidFill>
          <a:ln xmlns:a="http://schemas.openxmlformats.org/drawingml/2006/main" w="0">
            <a:solidFill>
              <a:srgbClr val="2F8F5B"/>
            </a:solidFill>
            <a:prstDash val="solid"/>
          </a:ln>
        </p:spPr>
      </p:sp>
      <p:sp>
        <p:nvSpPr>
          <p:cNvPr id="144" name="timeline-card-4">
            <a:extLst xmlns:a="http://schemas.openxmlformats.org/drawingml/2006/main">
              <a:ext uri="{FF2B5EF4-FFF2-40B4-BE49-F238E27FC236}">
                <a16:creationId xmlns:a16="http://schemas.microsoft.com/office/drawing/2014/main" id="{B406802C-BB49-4241-9BAC-E9752EDB4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6172200"/>
            <a:ext cx="10287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E"/>
          </a:solidFill>
          <a:ln xmlns:a="http://schemas.openxmlformats.org/drawingml/2006/main" w="0">
            <a:solidFill>
              <a:srgbClr val="EAF5EE"/>
            </a:solidFill>
            <a:prstDash val="solid"/>
          </a:ln>
        </p:spPr>
      </p:sp>
      <p:pic>
        <p:nvPicPr>
          <p:cNvPr id="26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ed14da199f4644"/>
          <a:stretch xmlns:a="http://schemas.openxmlformats.org/drawingml/2006/main"/>
        </p:blipFill>
        <p:spPr>
          <a:xfrm xmlns:a="http://schemas.openxmlformats.org/drawingml/2006/main">
            <a:off x="10325100" y="63055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46" name="timeline-text-4">
            <a:extLst xmlns:a="http://schemas.openxmlformats.org/drawingml/2006/main">
              <a:ext uri="{FF2B5EF4-FFF2-40B4-BE49-F238E27FC236}">
                <a16:creationId xmlns:a16="http://schemas.microsoft.com/office/drawing/2014/main" id="{B28B3A76-07CD-44BF-8BCF-942072BDE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6210300"/>
            <a:ext cx="57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rPr>
              <a:t>事务/回滚</a:t>
            </a:r>
          </a:p>
        </p:txBody>
      </p:sp>
      <p:pic>
        <p:nvPicPr>
          <p:cNvPr id="26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5f83ef00af4a70"/>
          <a:stretch xmlns:a="http://schemas.openxmlformats.org/drawingml/2006/main"/>
        </p:blipFill>
        <p:spPr>
          <a:xfrm xmlns:a="http://schemas.openxmlformats.org/drawingml/2006/main">
            <a:off x="10382250" y="268813"/>
            <a:ext cx="952500" cy="2148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980598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9937CBA2-7E4F-43F3-9EBA-CFD6BD1B5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38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>20 · 第三幕｜两轮 Ralph 与故障定位</a:t>
            </a:r>
          </a:p>
        </p:txBody>
      </p:sp>
      <p:sp>
        <p:nvSpPr>
          <p:cNvPr id="5" name="team-name">
            <a:extLst xmlns:a="http://schemas.openxmlformats.org/drawingml/2006/main">
              <a:ext uri="{FF2B5EF4-FFF2-40B4-BE49-F238E27FC236}">
                <a16:creationId xmlns:a16="http://schemas.microsoft.com/office/drawing/2014/main" id="{DF70FBB6-5F6E-4537-9090-0CBE67318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6" name="business-direction">
            <a:extLst xmlns:a="http://schemas.openxmlformats.org/drawingml/2006/main">
              <a:ext uri="{FF2B5EF4-FFF2-40B4-BE49-F238E27FC236}">
                <a16:creationId xmlns:a16="http://schemas.microsoft.com/office/drawing/2014/main" id="{264209F6-E82F-4B7F-97F5-9E0C8215D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72200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结论出口</a:t>
            </a:r>
          </a:p>
        </p:txBody>
      </p:sp>
      <p:sp>
        <p:nvSpPr>
          <p:cNvPr id="7" name="storyline-lead">
            <a:extLst xmlns:a="http://schemas.openxmlformats.org/drawingml/2006/main">
              <a:ext uri="{FF2B5EF4-FFF2-40B4-BE49-F238E27FC236}">
                <a16:creationId xmlns:a16="http://schemas.microsoft.com/office/drawing/2014/main" id="{513D4A51-8337-4FB4-B56E-8172C046E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8" name="storyline-outcome">
            <a:extLst xmlns:a="http://schemas.openxmlformats.org/drawingml/2006/main">
              <a:ext uri="{FF2B5EF4-FFF2-40B4-BE49-F238E27FC236}">
                <a16:creationId xmlns:a16="http://schemas.microsoft.com/office/drawing/2014/main" id="{BB1932BF-7915-4685-850E-EE30D779E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9" name="origin-story">
            <a:extLst xmlns:a="http://schemas.openxmlformats.org/drawingml/2006/main">
              <a:ext uri="{FF2B5EF4-FFF2-40B4-BE49-F238E27FC236}">
                <a16:creationId xmlns:a16="http://schemas.microsoft.com/office/drawing/2014/main" id="{4F383126-75F9-4A95-9DFA-12133DB4A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1104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210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成功路径先锁住唯一 commit point</a:t>
            </a:r>
          </a:p>
        </p:txBody>
      </p:sp>
      <p:sp>
        <p:nvSpPr>
          <p:cNvPr id="10" name="capability-label">
            <a:extLst xmlns:a="http://schemas.openxmlformats.org/drawingml/2006/main">
              <a:ext uri="{FF2B5EF4-FFF2-40B4-BE49-F238E27FC236}">
                <a16:creationId xmlns:a16="http://schemas.microsoft.com/office/drawing/2014/main" id="{6618DDA6-5320-4544-A67A-4138E5DF0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92405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EVIDENCE OUTPUT</a:t>
            </a:r>
          </a:p>
        </p:txBody>
      </p:sp>
      <p:sp>
        <p:nvSpPr>
          <p:cNvPr id="12" name="capability-goal-text">
            <a:extLst xmlns:a="http://schemas.openxmlformats.org/drawingml/2006/main">
              <a:ext uri="{FF2B5EF4-FFF2-40B4-BE49-F238E27FC236}">
                <a16:creationId xmlns:a16="http://schemas.microsoft.com/office/drawing/2014/main" id="{A9BB6ADF-6F5A-486E-9828-9BB90056D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228850"/>
            <a:ext cx="123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SNAPSHOT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15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VALID</a:t>
            </a:r>
          </a:p>
        </p:txBody>
      </p:sp>
      <p:sp>
        <p:nvSpPr>
          <p:cNvPr id="14" name="capability-tech-text">
            <a:extLst xmlns:a="http://schemas.openxmlformats.org/drawingml/2006/main">
              <a:ext uri="{FF2B5EF4-FFF2-40B4-BE49-F238E27FC236}">
                <a16:creationId xmlns:a16="http://schemas.microsoft.com/office/drawing/2014/main" id="{A789BA83-BEE2-4D60-80BC-6239BCAB3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819400"/>
            <a:ext cx="123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POLICY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15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ALL OK</a:t>
            </a:r>
          </a:p>
        </p:txBody>
      </p:sp>
      <p:sp>
        <p:nvSpPr>
          <p:cNvPr id="16" name="capability-collaboration-text">
            <a:extLst xmlns:a="http://schemas.openxmlformats.org/drawingml/2006/main">
              <a:ext uri="{FF2B5EF4-FFF2-40B4-BE49-F238E27FC236}">
                <a16:creationId xmlns:a16="http://schemas.microsoft.com/office/drawing/2014/main" id="{D085A46E-BB95-4E44-A140-3211DC950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409950"/>
            <a:ext cx="123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RULES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15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ALL OK</a:t>
            </a:r>
          </a:p>
        </p:txBody>
      </p:sp>
      <p:sp>
        <p:nvSpPr>
          <p:cNvPr id="18" name="capability-cohesion-text">
            <a:extLst xmlns:a="http://schemas.openxmlformats.org/drawingml/2006/main">
              <a:ext uri="{FF2B5EF4-FFF2-40B4-BE49-F238E27FC236}">
                <a16:creationId xmlns:a16="http://schemas.microsoft.com/office/drawing/2014/main" id="{31E7FE61-7CF7-4BF1-B351-6E8BC2ABB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4000500"/>
            <a:ext cx="123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FAILURES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15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EMPTY</a:t>
            </a:r>
          </a:p>
        </p:txBody>
      </p:sp>
      <p:sp>
        <p:nvSpPr>
          <p:cNvPr id="21" name="journey-top-rule">
            <a:extLst xmlns:a="http://schemas.openxmlformats.org/drawingml/2006/main">
              <a:ext uri="{FF2B5EF4-FFF2-40B4-BE49-F238E27FC236}">
                <a16:creationId xmlns:a16="http://schemas.microsoft.com/office/drawing/2014/main" id="{3F7D1C62-8DF5-4E48-9864-9C17DDEE1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2" name="journey-label">
            <a:extLst xmlns:a="http://schemas.openxmlformats.org/drawingml/2006/main">
              <a:ext uri="{FF2B5EF4-FFF2-40B4-BE49-F238E27FC236}">
                <a16:creationId xmlns:a16="http://schemas.microsoft.com/office/drawing/2014/main" id="{8E7E41EF-B0E6-4678-B07F-0EBF826CF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只有系统 policy 与预置 rules 全部成功，目标 mode 和 signature 才能持久化。</a:t>
            </a:r>
          </a:p>
        </p:txBody>
      </p:sp>
      <p:sp>
        <p:nvSpPr>
          <p:cNvPr id="26" name="stage-01-number">
            <a:extLst xmlns:a="http://schemas.openxmlformats.org/drawingml/2006/main">
              <a:ext uri="{FF2B5EF4-FFF2-40B4-BE49-F238E27FC236}">
                <a16:creationId xmlns:a16="http://schemas.microsoft.com/office/drawing/2014/main" id="{4225D723-AF17-46CE-8F57-EF6385A30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27" name="stage-01-title">
            <a:extLst xmlns:a="http://schemas.openxmlformats.org/drawingml/2006/main">
              <a:ext uri="{FF2B5EF4-FFF2-40B4-BE49-F238E27FC236}">
                <a16:creationId xmlns:a16="http://schemas.microsoft.com/office/drawing/2014/main" id="{A080687F-349A-4D96-8B9B-B15D9284C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28" name="stage-01-body">
            <a:extLst xmlns:a="http://schemas.openxmlformats.org/drawingml/2006/main">
              <a:ext uri="{FF2B5EF4-FFF2-40B4-BE49-F238E27FC236}">
                <a16:creationId xmlns:a16="http://schemas.microsoft.com/office/drawing/2014/main" id="{35DB16DD-F51B-49F2-B81F-24E50A16B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36" name="stage-03-number">
            <a:extLst xmlns:a="http://schemas.openxmlformats.org/drawingml/2006/main">
              <a:ext uri="{FF2B5EF4-FFF2-40B4-BE49-F238E27FC236}">
                <a16:creationId xmlns:a16="http://schemas.microsoft.com/office/drawing/2014/main" id="{C0286EEE-76D7-4C3D-959B-C1A40C2DE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37" name="stage-03-title">
            <a:extLst xmlns:a="http://schemas.openxmlformats.org/drawingml/2006/main">
              <a:ext uri="{FF2B5EF4-FFF2-40B4-BE49-F238E27FC236}">
                <a16:creationId xmlns:a16="http://schemas.microsoft.com/office/drawing/2014/main" id="{B27EC97C-4E04-4513-B0CF-9ED410CD8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38" name="stage-03-body">
            <a:extLst xmlns:a="http://schemas.openxmlformats.org/drawingml/2006/main">
              <a:ext uri="{FF2B5EF4-FFF2-40B4-BE49-F238E27FC236}">
                <a16:creationId xmlns:a16="http://schemas.microsoft.com/office/drawing/2014/main" id="{9E912F49-5FAE-4B6A-9826-0EE1EFB7F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46" name="stage-05-number">
            <a:extLst xmlns:a="http://schemas.openxmlformats.org/drawingml/2006/main">
              <a:ext uri="{FF2B5EF4-FFF2-40B4-BE49-F238E27FC236}">
                <a16:creationId xmlns:a16="http://schemas.microsoft.com/office/drawing/2014/main" id="{AA36F8DB-73A8-47E8-A962-56FE8DE85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47" name="stage-05-title">
            <a:extLst xmlns:a="http://schemas.openxmlformats.org/drawingml/2006/main">
              <a:ext uri="{FF2B5EF4-FFF2-40B4-BE49-F238E27FC236}">
                <a16:creationId xmlns:a16="http://schemas.microsoft.com/office/drawing/2014/main" id="{E55E05DE-AFC6-4422-9A2F-AD9E27F89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48" name="stage-05-body">
            <a:extLst xmlns:a="http://schemas.openxmlformats.org/drawingml/2006/main">
              <a:ext uri="{FF2B5EF4-FFF2-40B4-BE49-F238E27FC236}">
                <a16:creationId xmlns:a16="http://schemas.microsoft.com/office/drawing/2014/main" id="{F938BB63-05FA-4699-B9B6-45CD5A0C9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0" name="rail-flow-label">
            <a:extLst xmlns:a="http://schemas.openxmlformats.org/drawingml/2006/main">
              <a:ext uri="{FF2B5EF4-FFF2-40B4-BE49-F238E27FC236}">
                <a16:creationId xmlns:a16="http://schemas.microsoft.com/office/drawing/2014/main" id="{FF5EAC43-B84B-4541-B2F4-61336FAA9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8585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858585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1" name="rail-flow-line">
            <a:extLst xmlns:a="http://schemas.openxmlformats.org/drawingml/2006/main">
              <a:ext uri="{FF2B5EF4-FFF2-40B4-BE49-F238E27FC236}">
                <a16:creationId xmlns:a16="http://schemas.microsoft.com/office/drawing/2014/main" id="{AF9A8871-2B22-4386-A390-72752FB38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3" name="rail-flow-idea-label">
            <a:extLst xmlns:a="http://schemas.openxmlformats.org/drawingml/2006/main">
              <a:ext uri="{FF2B5EF4-FFF2-40B4-BE49-F238E27FC236}">
                <a16:creationId xmlns:a16="http://schemas.microsoft.com/office/drawing/2014/main" id="{72E1E745-7177-4B95-A3C2-46F9EE067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5" name="rail-flow-attack-label">
            <a:extLst xmlns:a="http://schemas.openxmlformats.org/drawingml/2006/main">
              <a:ext uri="{FF2B5EF4-FFF2-40B4-BE49-F238E27FC236}">
                <a16:creationId xmlns:a16="http://schemas.microsoft.com/office/drawing/2014/main" id="{1CD5E551-A644-4209-8B85-C43D55DAD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7" name="rail-flow-delivery-label">
            <a:extLst xmlns:a="http://schemas.openxmlformats.org/drawingml/2006/main">
              <a:ext uri="{FF2B5EF4-FFF2-40B4-BE49-F238E27FC236}">
                <a16:creationId xmlns:a16="http://schemas.microsoft.com/office/drawing/2014/main" id="{41242F25-AB1D-4FEC-AA44-0C6A2FA72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8" name="rail-result-box">
            <a:extLst xmlns:a="http://schemas.openxmlformats.org/drawingml/2006/main">
              <a:ext uri="{FF2B5EF4-FFF2-40B4-BE49-F238E27FC236}">
                <a16:creationId xmlns:a16="http://schemas.microsoft.com/office/drawing/2014/main" id="{F7117D08-254C-4F26-B6DD-8B03EB047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62150"/>
            <a:ext cx="2724150" cy="3219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FA"/>
          </a:solidFill>
          <a:ln xmlns:a="http://schemas.openxmlformats.org/drawingml/2006/main" w="0">
            <a:solidFill>
              <a:srgbClr val="F1ECF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0" name="rail-result-text">
            <a:extLst xmlns:a="http://schemas.openxmlformats.org/drawingml/2006/main">
              <a:ext uri="{FF2B5EF4-FFF2-40B4-BE49-F238E27FC236}">
                <a16:creationId xmlns:a16="http://schemas.microsoft.com/office/drawing/2014/main" id="{34A8EF6F-28E9-4F9F-8CFD-1BF6F2603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63" b="1">
                <a:solidFill>
                  <a:srgbClr val="9C000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9C000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61" name="grid-top-rule">
            <a:extLst xmlns:a="http://schemas.openxmlformats.org/drawingml/2006/main">
              <a:ext uri="{FF2B5EF4-FFF2-40B4-BE49-F238E27FC236}">
                <a16:creationId xmlns:a16="http://schemas.microsoft.com/office/drawing/2014/main" id="{0F39FBDF-9E3B-4D49-B005-6B5B93FED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2" name="grid-middle-rule">
            <a:extLst xmlns:a="http://schemas.openxmlformats.org/drawingml/2006/main">
              <a:ext uri="{FF2B5EF4-FFF2-40B4-BE49-F238E27FC236}">
                <a16:creationId xmlns:a16="http://schemas.microsoft.com/office/drawing/2014/main" id="{BBC7B45A-19EF-4696-97BA-CE5C123E4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3" name="grid-vertical-rule">
            <a:extLst xmlns:a="http://schemas.openxmlformats.org/drawingml/2006/main">
              <a:ext uri="{FF2B5EF4-FFF2-40B4-BE49-F238E27FC236}">
                <a16:creationId xmlns:a16="http://schemas.microsoft.com/office/drawing/2014/main" id="{9513784B-DF55-42B5-ACF2-4EF87CE54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4" name="capability-top-rule">
            <a:extLst xmlns:a="http://schemas.openxmlformats.org/drawingml/2006/main">
              <a:ext uri="{FF2B5EF4-FFF2-40B4-BE49-F238E27FC236}">
                <a16:creationId xmlns:a16="http://schemas.microsoft.com/office/drawing/2014/main" id="{9013330B-53F2-4C98-B459-B7BC45073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5" name="module-01-icon-background">
            <a:extLst xmlns:a="http://schemas.openxmlformats.org/drawingml/2006/main">
              <a:ext uri="{FF2B5EF4-FFF2-40B4-BE49-F238E27FC236}">
                <a16:creationId xmlns:a16="http://schemas.microsoft.com/office/drawing/2014/main" id="{6BB7565D-24EF-47D6-BBB0-E18B6DE76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847850"/>
            <a:ext cx="22669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FA"/>
          </a:solidFill>
          <a:ln xmlns:a="http://schemas.openxmlformats.org/drawingml/2006/main" w="0">
            <a:solidFill>
              <a:srgbClr val="F1ECF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7" name="module-02-icon-background">
            <a:extLst xmlns:a="http://schemas.openxmlformats.org/drawingml/2006/main">
              <a:ext uri="{FF2B5EF4-FFF2-40B4-BE49-F238E27FC236}">
                <a16:creationId xmlns:a16="http://schemas.microsoft.com/office/drawing/2014/main" id="{80C31D3C-F758-4BBC-A10E-E9C339D14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1847850"/>
            <a:ext cx="22669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EC"/>
          </a:solidFill>
          <a:ln xmlns:a="http://schemas.openxmlformats.org/drawingml/2006/main" w="0">
            <a:solidFill>
              <a:srgbClr val="FBEAEC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9" name="module-03-icon-background">
            <a:extLst xmlns:a="http://schemas.openxmlformats.org/drawingml/2006/main">
              <a:ext uri="{FF2B5EF4-FFF2-40B4-BE49-F238E27FC236}">
                <a16:creationId xmlns:a16="http://schemas.microsoft.com/office/drawing/2014/main" id="{78E97F08-D68A-43EC-A2D0-7C3051E07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438650"/>
            <a:ext cx="22669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E"/>
          </a:solidFill>
          <a:ln xmlns:a="http://schemas.openxmlformats.org/drawingml/2006/main" w="0">
            <a:solidFill>
              <a:srgbClr val="EAF5EE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1" name="module-04-icon-background">
            <a:extLst xmlns:a="http://schemas.openxmlformats.org/drawingml/2006/main">
              <a:ext uri="{FF2B5EF4-FFF2-40B4-BE49-F238E27FC236}">
                <a16:creationId xmlns:a16="http://schemas.microsoft.com/office/drawing/2014/main" id="{C303905D-0287-4B86-92D4-33F0EB3B9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438650"/>
            <a:ext cx="22669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FA"/>
          </a:solidFill>
          <a:ln xmlns:a="http://schemas.openxmlformats.org/drawingml/2006/main" w="0">
            <a:solidFill>
              <a:srgbClr val="F1ECF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3" name="module-04-number">
            <a:extLst xmlns:a="http://schemas.openxmlformats.org/drawingml/2006/main">
              <a:ext uri="{FF2B5EF4-FFF2-40B4-BE49-F238E27FC236}">
                <a16:creationId xmlns:a16="http://schemas.microsoft.com/office/drawing/2014/main" id="{644EFF2E-DC9B-4D41-84F4-10582B446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4" name="module-04-title">
            <a:extLst xmlns:a="http://schemas.openxmlformats.org/drawingml/2006/main">
              <a:ext uri="{FF2B5EF4-FFF2-40B4-BE49-F238E27FC236}">
                <a16:creationId xmlns:a16="http://schemas.microsoft.com/office/drawing/2014/main" id="{9C3B8801-0886-4C35-A421-9571B2595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5" name="module-04-body">
            <a:extLst xmlns:a="http://schemas.openxmlformats.org/drawingml/2006/main">
              <a:ext uri="{FF2B5EF4-FFF2-40B4-BE49-F238E27FC236}">
                <a16:creationId xmlns:a16="http://schemas.microsoft.com/office/drawing/2014/main" id="{815AB31E-77DC-41EF-9FDD-2104B3529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6" name="capability-goal-icon-background">
            <a:extLst xmlns:a="http://schemas.openxmlformats.org/drawingml/2006/main">
              <a:ext uri="{FF2B5EF4-FFF2-40B4-BE49-F238E27FC236}">
                <a16:creationId xmlns:a16="http://schemas.microsoft.com/office/drawing/2014/main" id="{ACC8CF6A-83B8-4CA8-B500-7FCD1FE49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26695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EC"/>
          </a:solidFill>
          <a:ln xmlns:a="http://schemas.openxmlformats.org/drawingml/2006/main" w="0">
            <a:solidFill>
              <a:srgbClr val="FBEAEC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8" name="capability-tech-icon-background">
            <a:extLst xmlns:a="http://schemas.openxmlformats.org/drawingml/2006/main">
              <a:ext uri="{FF2B5EF4-FFF2-40B4-BE49-F238E27FC236}">
                <a16:creationId xmlns:a16="http://schemas.microsoft.com/office/drawing/2014/main" id="{1FBC427F-E57C-45DB-9CCE-FEBB0D899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85750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E"/>
          </a:solidFill>
          <a:ln xmlns:a="http://schemas.openxmlformats.org/drawingml/2006/main" w="0">
            <a:solidFill>
              <a:srgbClr val="EAF5EE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0" name="capability-collaboration-icon-background">
            <a:extLst xmlns:a="http://schemas.openxmlformats.org/drawingml/2006/main">
              <a:ext uri="{FF2B5EF4-FFF2-40B4-BE49-F238E27FC236}">
                <a16:creationId xmlns:a16="http://schemas.microsoft.com/office/drawing/2014/main" id="{6E13DFB3-20F1-4890-9CA4-4556205A7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44805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B"/>
          </a:solidFill>
          <a:ln xmlns:a="http://schemas.openxmlformats.org/drawingml/2006/main" w="0">
            <a:solidFill>
              <a:srgbClr val="EAF2FB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2" name="capability-cohesion-icon-background">
            <a:extLst xmlns:a="http://schemas.openxmlformats.org/drawingml/2006/main">
              <a:ext uri="{FF2B5EF4-FFF2-40B4-BE49-F238E27FC236}">
                <a16:creationId xmlns:a16="http://schemas.microsoft.com/office/drawing/2014/main" id="{6D6CB4E0-0BEB-4D63-8FF5-DCEBE4D95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03860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solidFill>
              <a:srgbClr val="F6F6F6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4" name="competitiveness-result-box">
            <a:extLst xmlns:a="http://schemas.openxmlformats.org/drawingml/2006/main">
              <a:ext uri="{FF2B5EF4-FFF2-40B4-BE49-F238E27FC236}">
                <a16:creationId xmlns:a16="http://schemas.microsoft.com/office/drawing/2014/main" id="{F216EF67-2742-4E3A-81AE-9DA7A0133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62915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FA"/>
          </a:solidFill>
          <a:ln xmlns:a="http://schemas.openxmlformats.org/drawingml/2006/main" w="0">
            <a:solidFill>
              <a:srgbClr val="F1ECF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6" name="competitiveness-result-text">
            <a:extLst xmlns:a="http://schemas.openxmlformats.org/drawingml/2006/main">
              <a:ext uri="{FF2B5EF4-FFF2-40B4-BE49-F238E27FC236}">
                <a16:creationId xmlns:a16="http://schemas.microsoft.com/office/drawing/2014/main" id="{5EF20348-951F-48D4-9F42-3FB89748A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4591050"/>
            <a:ext cx="123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15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STATE</a:t>
            </a:r>
          </a:p>
          <a:p xmlns:a="http://schemas.openxmlformats.org/drawingml/2006/main">
            <a:pPr algn="l">
              <a:buNone/>
              <a:defRPr sz="915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COMMITTED</a:t>
            </a:r>
          </a:p>
        </p:txBody>
      </p:sp>
      <p:pic>
        <p:nvPicPr>
          <p:cNvPr id="18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e1cbd9310e420d"/>
          <a:stretch xmlns:a="http://schemas.openxmlformats.org/drawingml/2006/main"/>
        </p:blipFill>
        <p:spPr>
          <a:xfrm xmlns:a="http://schemas.openxmlformats.org/drawingml/2006/main">
            <a:off x="400050" y="257175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88" name="concept-header-rule">
            <a:extLst xmlns:a="http://schemas.openxmlformats.org/drawingml/2006/main">
              <a:ext uri="{FF2B5EF4-FFF2-40B4-BE49-F238E27FC236}">
                <a16:creationId xmlns:a16="http://schemas.microsoft.com/office/drawing/2014/main" id="{DD7C09CC-1556-4B60-A092-1B1E81490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0020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7D7"/>
          </a:solidFill>
          <a:ln xmlns:a="http://schemas.openxmlformats.org/drawingml/2006/main" w="0">
            <a:solidFill>
              <a:srgbClr val="D7D7D7"/>
            </a:solidFill>
            <a:prstDash val="solid"/>
          </a:ln>
        </p:spPr>
      </p:sp>
      <p:sp>
        <p:nvSpPr>
          <p:cNvPr id="89" name="concept-key-title">
            <a:extLst xmlns:a="http://schemas.openxmlformats.org/drawingml/2006/main">
              <a:ext uri="{FF2B5EF4-FFF2-40B4-BE49-F238E27FC236}">
                <a16:creationId xmlns:a16="http://schemas.microsoft.com/office/drawing/2014/main" id="{20763748-8857-41C1-A46C-B729125A1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098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>提交前必须同时成立</a:t>
            </a:r>
          </a:p>
        </p:txBody>
      </p:sp>
      <p:sp>
        <p:nvSpPr>
          <p:cNvPr id="90" name="concept-key-body">
            <a:extLst xmlns:a="http://schemas.openxmlformats.org/drawingml/2006/main">
              <a:ext uri="{FF2B5EF4-FFF2-40B4-BE49-F238E27FC236}">
                <a16:creationId xmlns:a16="http://schemas.microsoft.com/office/drawing/2014/main" id="{25B41D1C-66AA-42FB-918D-58E2A779D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24150"/>
            <a:ext cx="2095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账号快照有效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05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所有系统写入成功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05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没有未处理失败</a:t>
            </a:r>
          </a:p>
          <a:p xmlns:a="http://schemas.openxmlformats.org/drawingml/2006/main">
            <a:pPr algn="l">
              <a:buNone/>
              <a:defRPr sz="105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 xmlns:a="http://schemas.openxmlformats.org/drawingml/2006/main">
            <a:pPr algn="l">
              <a:buNone/>
              <a:defRPr sz="105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补偿路径可执行</a:t>
            </a:r>
          </a:p>
        </p:txBody>
      </p:sp>
      <p:sp>
        <p:nvSpPr>
          <p:cNvPr id="91" name="concept-key-result">
            <a:extLst xmlns:a="http://schemas.openxmlformats.org/drawingml/2006/main">
              <a:ext uri="{FF2B5EF4-FFF2-40B4-BE49-F238E27FC236}">
                <a16:creationId xmlns:a16="http://schemas.microsoft.com/office/drawing/2014/main" id="{D555AA78-42B7-4C5C-9DFD-48DD14213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3390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63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>绿色节点之前</a:t>
            </a:r>
          </a:p>
          <a:p xmlns:a="http://schemas.openxmlformats.org/drawingml/2006/main">
            <a:pPr algn="l">
              <a:buNone/>
              <a:defRPr sz="1163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>禁止持久化目标 apply state</a:t>
            </a:r>
          </a:p>
        </p:txBody>
      </p:sp>
      <p:sp>
        <p:nvSpPr>
          <p:cNvPr id="92" name="ralph-core">
            <a:extLst xmlns:a="http://schemas.openxmlformats.org/drawingml/2006/main">
              <a:ext uri="{FF2B5EF4-FFF2-40B4-BE49-F238E27FC236}">
                <a16:creationId xmlns:a16="http://schemas.microsoft.com/office/drawing/2014/main" id="{E51B9C1A-5DA6-438E-9F5F-C111D86EB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628900"/>
            <a:ext cx="1676400" cy="1676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6D45C7"/>
            </a:solidFill>
            <a:prstDash val="solid"/>
          </a:ln>
        </p:spPr>
      </p:sp>
      <p:pic>
        <p:nvPicPr>
          <p:cNvPr id="19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ed68a75cad4a41"/>
          <a:stretch xmlns:a="http://schemas.openxmlformats.org/drawingml/2006/main"/>
        </p:blipFill>
        <p:spPr>
          <a:xfrm xmlns:a="http://schemas.openxmlformats.org/drawingml/2006/main">
            <a:off x="5924550" y="2914650"/>
            <a:ext cx="647700" cy="647700"/>
          </a:xfrm>
          <a:prstGeom xmlns:a="http://schemas.openxmlformats.org/drawingml/2006/main" prst="rect">
            <a:avLst/>
          </a:prstGeom>
        </p:spPr>
      </p:pic>
      <p:sp>
        <p:nvSpPr>
          <p:cNvPr id="94" name="ralph-core-title">
            <a:extLst xmlns:a="http://schemas.openxmlformats.org/drawingml/2006/main">
              <a:ext uri="{FF2B5EF4-FFF2-40B4-BE49-F238E27FC236}">
                <a16:creationId xmlns:a16="http://schemas.microsoft.com/office/drawing/2014/main" id="{F331D5CC-1CBB-42C1-A7D7-30ED70757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638550"/>
            <a:ext cx="1066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>RALPH</a:t>
            </a:r>
          </a:p>
        </p:txBody>
      </p:sp>
      <p:sp>
        <p:nvSpPr>
          <p:cNvPr id="95" name="ralph-core-sub">
            <a:extLst xmlns:a="http://schemas.openxmlformats.org/drawingml/2006/main">
              <a:ext uri="{FF2B5EF4-FFF2-40B4-BE49-F238E27FC236}">
                <a16:creationId xmlns:a16="http://schemas.microsoft.com/office/drawing/2014/main" id="{4BB17387-D193-4637-AA15-6D61F04C8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943350"/>
            <a:ext cx="1066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63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证据闭环</a:t>
            </a:r>
          </a:p>
        </p:txBody>
      </p:sp>
      <p:sp>
        <p:nvSpPr>
          <p:cNvPr id="96" name="loop-title-0">
            <a:extLst xmlns:a="http://schemas.openxmlformats.org/drawingml/2006/main">
              <a:ext uri="{FF2B5EF4-FFF2-40B4-BE49-F238E27FC236}">
                <a16:creationId xmlns:a16="http://schemas.microsoft.com/office/drawing/2014/main" id="{50F8C196-82D3-4733-A5E3-554229E7B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990725"/>
            <a:ext cx="1485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63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>SNAPSHOT</a:t>
            </a:r>
          </a:p>
        </p:txBody>
      </p:sp>
      <p:sp>
        <p:nvSpPr>
          <p:cNvPr id="97" name="loop-body-0">
            <a:extLst xmlns:a="http://schemas.openxmlformats.org/drawingml/2006/main">
              <a:ext uri="{FF2B5EF4-FFF2-40B4-BE49-F238E27FC236}">
                <a16:creationId xmlns:a16="http://schemas.microsoft.com/office/drawing/2014/main" id="{58A4AA6E-C932-44C0-82B4-8405B70A4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257425"/>
            <a:ext cx="1485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23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23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读取有效账号集合</a:t>
            </a:r>
          </a:p>
        </p:txBody>
      </p:sp>
      <p:pic>
        <p:nvPicPr>
          <p:cNvPr id="19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2b816b4ea04c2c"/>
          <a:stretch xmlns:a="http://schemas.openxmlformats.org/drawingml/2006/main"/>
        </p:blipFill>
        <p:spPr>
          <a:xfrm xmlns:a="http://schemas.openxmlformats.org/drawingml/2006/main">
            <a:off x="4267200" y="2114550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99" name="loop-title-1">
            <a:extLst xmlns:a="http://schemas.openxmlformats.org/drawingml/2006/main">
              <a:ext uri="{FF2B5EF4-FFF2-40B4-BE49-F238E27FC236}">
                <a16:creationId xmlns:a16="http://schemas.microsoft.com/office/drawing/2014/main" id="{2CC6CAC9-7939-4337-96D7-CE7F99341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1990725"/>
            <a:ext cx="1485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63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POLICY</a:t>
            </a:r>
          </a:p>
        </p:txBody>
      </p:sp>
      <p:sp>
        <p:nvSpPr>
          <p:cNvPr id="100" name="loop-body-1">
            <a:extLst xmlns:a="http://schemas.openxmlformats.org/drawingml/2006/main">
              <a:ext uri="{FF2B5EF4-FFF2-40B4-BE49-F238E27FC236}">
                <a16:creationId xmlns:a16="http://schemas.microsoft.com/office/drawing/2014/main" id="{CC460966-AD76-4793-BEC3-32EE2582C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257425"/>
            <a:ext cx="1485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23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23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写各用户 Policy</a:t>
            </a:r>
          </a:p>
        </p:txBody>
      </p:sp>
      <p:pic>
        <p:nvPicPr>
          <p:cNvPr id="19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cd6d8404844554"/>
          <a:stretch xmlns:a="http://schemas.openxmlformats.org/drawingml/2006/main"/>
        </p:blipFill>
        <p:spPr>
          <a:xfrm xmlns:a="http://schemas.openxmlformats.org/drawingml/2006/main">
            <a:off x="7277100" y="2114550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102" name="loop-title-2">
            <a:extLst xmlns:a="http://schemas.openxmlformats.org/drawingml/2006/main">
              <a:ext uri="{FF2B5EF4-FFF2-40B4-BE49-F238E27FC236}">
                <a16:creationId xmlns:a16="http://schemas.microsoft.com/office/drawing/2014/main" id="{45ADCC81-4724-489A-8095-A9A92A2EF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581525"/>
            <a:ext cx="1485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63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rPr>
              <a:t>RULES</a:t>
            </a:r>
          </a:p>
        </p:txBody>
      </p:sp>
      <p:sp>
        <p:nvSpPr>
          <p:cNvPr id="103" name="loop-body-2">
            <a:extLst xmlns:a="http://schemas.openxmlformats.org/drawingml/2006/main">
              <a:ext uri="{FF2B5EF4-FFF2-40B4-BE49-F238E27FC236}">
                <a16:creationId xmlns:a16="http://schemas.microsoft.com/office/drawing/2014/main" id="{8356D5D8-EE6E-4070-B635-7A07E2FFD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848225"/>
            <a:ext cx="1485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23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23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下发预置 Rules</a:t>
            </a:r>
          </a:p>
        </p:txBody>
      </p:sp>
      <p:pic>
        <p:nvPicPr>
          <p:cNvPr id="20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765d104fe54a17"/>
          <a:stretch xmlns:a="http://schemas.openxmlformats.org/drawingml/2006/main"/>
        </p:blipFill>
        <p:spPr>
          <a:xfrm xmlns:a="http://schemas.openxmlformats.org/drawingml/2006/main">
            <a:off x="7277100" y="4705350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105" name="loop-title-3">
            <a:extLst xmlns:a="http://schemas.openxmlformats.org/drawingml/2006/main">
              <a:ext uri="{FF2B5EF4-FFF2-40B4-BE49-F238E27FC236}">
                <a16:creationId xmlns:a16="http://schemas.microsoft.com/office/drawing/2014/main" id="{763B993D-4843-41EB-A60C-5738C40ED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581525"/>
            <a:ext cx="1485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63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>COMMIT</a:t>
            </a:r>
          </a:p>
        </p:txBody>
      </p:sp>
      <p:sp>
        <p:nvSpPr>
          <p:cNvPr id="106" name="loop-body-3">
            <a:extLst xmlns:a="http://schemas.openxmlformats.org/drawingml/2006/main">
              <a:ext uri="{FF2B5EF4-FFF2-40B4-BE49-F238E27FC236}">
                <a16:creationId xmlns:a16="http://schemas.microsoft.com/office/drawing/2014/main" id="{6F3CB7A9-8AC5-4218-83B8-C7F3172B4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848225"/>
            <a:ext cx="1485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23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23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写 mode + signature</a:t>
            </a:r>
          </a:p>
        </p:txBody>
      </p:sp>
      <p:pic>
        <p:nvPicPr>
          <p:cNvPr id="20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b7736e82264dac"/>
          <a:stretch xmlns:a="http://schemas.openxmlformats.org/drawingml/2006/main"/>
        </p:blipFill>
        <p:spPr>
          <a:xfrm xmlns:a="http://schemas.openxmlformats.org/drawingml/2006/main">
            <a:off x="4267200" y="4705350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108" name="arrow-1">
            <a:extLst xmlns:a="http://schemas.openxmlformats.org/drawingml/2006/main">
              <a:ext uri="{FF2B5EF4-FFF2-40B4-BE49-F238E27FC236}">
                <a16:creationId xmlns:a16="http://schemas.microsoft.com/office/drawing/2014/main" id="{B640B3E9-5C2F-4120-AD7D-54B827C0B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076450"/>
            <a:ext cx="895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09" name="arrow-2">
            <a:extLst xmlns:a="http://schemas.openxmlformats.org/drawingml/2006/main">
              <a:ext uri="{FF2B5EF4-FFF2-40B4-BE49-F238E27FC236}">
                <a16:creationId xmlns:a16="http://schemas.microsoft.com/office/drawing/2014/main" id="{0B873460-8CD4-4BF5-A2BD-4E05145E8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409950"/>
            <a:ext cx="3238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↓</a:t>
            </a:r>
          </a:p>
        </p:txBody>
      </p:sp>
      <p:sp>
        <p:nvSpPr>
          <p:cNvPr id="110" name="arrow-3">
            <a:extLst xmlns:a="http://schemas.openxmlformats.org/drawingml/2006/main">
              <a:ext uri="{FF2B5EF4-FFF2-40B4-BE49-F238E27FC236}">
                <a16:creationId xmlns:a16="http://schemas.microsoft.com/office/drawing/2014/main" id="{FB06EAB6-2154-4588-9371-D5B5BCA06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876800"/>
            <a:ext cx="895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←</a:t>
            </a:r>
          </a:p>
        </p:txBody>
      </p:sp>
      <p:sp>
        <p:nvSpPr>
          <p:cNvPr id="111" name="arrow-4">
            <a:extLst xmlns:a="http://schemas.openxmlformats.org/drawingml/2006/main">
              <a:ext uri="{FF2B5EF4-FFF2-40B4-BE49-F238E27FC236}">
                <a16:creationId xmlns:a16="http://schemas.microsoft.com/office/drawing/2014/main" id="{7B0704B7-ADBD-4E1B-8D46-791C6FD7A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409950"/>
            <a:ext cx="3238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↑</a:t>
            </a:r>
          </a:p>
        </p:txBody>
      </p:sp>
      <p:pic>
        <p:nvPicPr>
          <p:cNvPr id="20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ba3616561f4e30"/>
          <a:stretch xmlns:a="http://schemas.openxmlformats.org/drawingml/2006/main"/>
        </p:blipFill>
        <p:spPr>
          <a:xfrm xmlns:a="http://schemas.openxmlformats.org/drawingml/2006/main">
            <a:off x="9505950" y="2343150"/>
            <a:ext cx="228600" cy="228600"/>
          </a:xfrm>
          <a:prstGeom xmlns:a="http://schemas.openxmlformats.org/drawingml/2006/main" prst="rect">
            <a:avLst/>
          </a:prstGeom>
        </p:spPr>
      </p:pic>
      <p:pic>
        <p:nvPicPr>
          <p:cNvPr id="2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730707755145f0"/>
          <a:stretch xmlns:a="http://schemas.openxmlformats.org/drawingml/2006/main"/>
        </p:blipFill>
        <p:spPr>
          <a:xfrm xmlns:a="http://schemas.openxmlformats.org/drawingml/2006/main">
            <a:off x="9505950" y="2933700"/>
            <a:ext cx="228600" cy="228600"/>
          </a:xfrm>
          <a:prstGeom xmlns:a="http://schemas.openxmlformats.org/drawingml/2006/main" prst="rect">
            <a:avLst/>
          </a:prstGeom>
        </p:spPr>
      </p:pic>
      <p:pic>
        <p:nvPicPr>
          <p:cNvPr id="2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5ff7a697b3458e"/>
          <a:stretch xmlns:a="http://schemas.openxmlformats.org/drawingml/2006/main"/>
        </p:blipFill>
        <p:spPr>
          <a:xfrm xmlns:a="http://schemas.openxmlformats.org/drawingml/2006/main">
            <a:off x="9505950" y="3524250"/>
            <a:ext cx="228600" cy="228600"/>
          </a:xfrm>
          <a:prstGeom xmlns:a="http://schemas.openxmlformats.org/drawingml/2006/main" prst="rect">
            <a:avLst/>
          </a:prstGeom>
        </p:spPr>
      </p:pic>
      <p:pic>
        <p:nvPicPr>
          <p:cNvPr id="2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ffdbc8195b462c"/>
          <a:stretch xmlns:a="http://schemas.openxmlformats.org/drawingml/2006/main"/>
        </p:blipFill>
        <p:spPr>
          <a:xfrm xmlns:a="http://schemas.openxmlformats.org/drawingml/2006/main">
            <a:off x="9505950" y="4114800"/>
            <a:ext cx="228600" cy="228600"/>
          </a:xfrm>
          <a:prstGeom xmlns:a="http://schemas.openxmlformats.org/drawingml/2006/main" prst="rect">
            <a:avLst/>
          </a:prstGeom>
        </p:spPr>
      </p:pic>
      <p:pic>
        <p:nvPicPr>
          <p:cNvPr id="2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cf0acee9704537"/>
          <a:stretch xmlns:a="http://schemas.openxmlformats.org/drawingml/2006/main"/>
        </p:blipFill>
        <p:spPr>
          <a:xfrm xmlns:a="http://schemas.openxmlformats.org/drawingml/2006/main">
            <a:off x="9505950" y="47053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17" name="screen-bg">
            <a:extLst xmlns:a="http://schemas.openxmlformats.org/drawingml/2006/main">
              <a:ext uri="{FF2B5EF4-FFF2-40B4-BE49-F238E27FC236}">
                <a16:creationId xmlns:a16="http://schemas.microsoft.com/office/drawing/2014/main" id="{AC06BAEA-F0D0-4A97-BF98-6C48E3A96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21970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E"/>
          </a:solidFill>
          <a:ln xmlns:a="http://schemas.openxmlformats.org/drawingml/2006/main" w="0">
            <a:solidFill>
              <a:srgbClr val="EAF5EE"/>
            </a:solidFill>
            <a:prstDash val="solid"/>
          </a:ln>
        </p:spPr>
      </p:sp>
      <p:sp>
        <p:nvSpPr>
          <p:cNvPr id="118" name="screen-text">
            <a:extLst xmlns:a="http://schemas.openxmlformats.org/drawingml/2006/main">
              <a:ext uri="{FF2B5EF4-FFF2-40B4-BE49-F238E27FC236}">
                <a16:creationId xmlns:a16="http://schemas.microsoft.com/office/drawing/2014/main" id="{EC11C59F-9922-4EDC-AB7A-5DD6F0F46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5181600"/>
            <a:ext cx="123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15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READBACK</a:t>
            </a:r>
          </a:p>
          <a:p xmlns:a="http://schemas.openxmlformats.org/drawingml/2006/main">
            <a:pPr algn="l">
              <a:buNone/>
              <a:defRPr sz="915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MATCH</a:t>
            </a:r>
          </a:p>
        </p:txBody>
      </p:sp>
      <p:pic>
        <p:nvPicPr>
          <p:cNvPr id="2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e5df1b83b44c69"/>
          <a:stretch xmlns:a="http://schemas.openxmlformats.org/drawingml/2006/main"/>
        </p:blipFill>
        <p:spPr>
          <a:xfrm xmlns:a="http://schemas.openxmlformats.org/drawingml/2006/main">
            <a:off x="9505950" y="529590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20" name="concept-bottom-rule">
            <a:extLst xmlns:a="http://schemas.openxmlformats.org/drawingml/2006/main">
              <a:ext uri="{FF2B5EF4-FFF2-40B4-BE49-F238E27FC236}">
                <a16:creationId xmlns:a16="http://schemas.microsoft.com/office/drawing/2014/main" id="{7069223A-AE63-41B9-A196-C4389F671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8170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7D7"/>
          </a:solidFill>
          <a:ln xmlns:a="http://schemas.openxmlformats.org/drawingml/2006/main" w="0">
            <a:solidFill>
              <a:srgbClr val="D7D7D7"/>
            </a:solidFill>
            <a:prstDash val="solid"/>
          </a:ln>
        </p:spPr>
      </p:sp>
      <p:sp>
        <p:nvSpPr>
          <p:cNvPr id="121" name="concept-pass">
            <a:extLst xmlns:a="http://schemas.openxmlformats.org/drawingml/2006/main">
              <a:ext uri="{FF2B5EF4-FFF2-40B4-BE49-F238E27FC236}">
                <a16:creationId xmlns:a16="http://schemas.microsoft.com/office/drawing/2014/main" id="{2E7B22D5-F78E-4B0D-87DC-6ACB11CD1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6115050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rPr>
              <a:t>PASS</a:t>
            </a:r>
          </a:p>
        </p:txBody>
      </p:sp>
      <p:sp>
        <p:nvSpPr>
          <p:cNvPr id="122" name="concept-fail">
            <a:extLst xmlns:a="http://schemas.openxmlformats.org/drawingml/2006/main">
              <a:ext uri="{FF2B5EF4-FFF2-40B4-BE49-F238E27FC236}">
                <a16:creationId xmlns:a16="http://schemas.microsoft.com/office/drawing/2014/main" id="{E6D3007E-BDF5-4D7F-8707-5E38FB04E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6115050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ROLLBACK</a:t>
            </a:r>
          </a:p>
        </p:txBody>
      </p:sp>
      <p:sp>
        <p:nvSpPr>
          <p:cNvPr id="123" name="concept-unknown">
            <a:extLst xmlns:a="http://schemas.openxmlformats.org/drawingml/2006/main">
              <a:ext uri="{FF2B5EF4-FFF2-40B4-BE49-F238E27FC236}">
                <a16:creationId xmlns:a16="http://schemas.microsoft.com/office/drawing/2014/main" id="{1B11EEB4-67DD-4EF4-8C7D-946DD832B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6115050"/>
            <a:ext cx="123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>UNKNOWN</a:t>
            </a:r>
          </a:p>
        </p:txBody>
      </p:sp>
      <p:sp>
        <p:nvSpPr>
          <p:cNvPr id="124" name="concept-result">
            <a:extLst xmlns:a="http://schemas.openxmlformats.org/drawingml/2006/main">
              <a:ext uri="{FF2B5EF4-FFF2-40B4-BE49-F238E27FC236}">
                <a16:creationId xmlns:a16="http://schemas.microsoft.com/office/drawing/2014/main" id="{31A51CA8-3037-43BC-A1A5-C32A431E8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611505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任何一个系统动作失败，都先补偿旧快照再判断</a:t>
            </a:r>
          </a:p>
        </p:txBody>
      </p:sp>
      <p:pic>
        <p:nvPicPr>
          <p:cNvPr id="2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95cd78c664422f"/>
          <a:stretch xmlns:a="http://schemas.openxmlformats.org/drawingml/2006/main"/>
        </p:blipFill>
        <p:spPr>
          <a:xfrm xmlns:a="http://schemas.openxmlformats.org/drawingml/2006/main">
            <a:off x="10382250" y="268813"/>
            <a:ext cx="952500" cy="2148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9805989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9937CBA2-7E4F-43F3-9EBA-CFD6BD1B5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38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rPr>
              <a:t>21 · 第三幕｜两轮 Ralph 与故障定位</a:t>
            </a:r>
          </a:p>
        </p:txBody>
      </p:sp>
      <p:sp>
        <p:nvSpPr>
          <p:cNvPr id="5" name="team-name">
            <a:extLst xmlns:a="http://schemas.openxmlformats.org/drawingml/2006/main">
              <a:ext uri="{FF2B5EF4-FFF2-40B4-BE49-F238E27FC236}">
                <a16:creationId xmlns:a16="http://schemas.microsoft.com/office/drawing/2014/main" id="{DF70FBB6-5F6E-4537-9090-0CBE67318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6" name="business-direction">
            <a:extLst xmlns:a="http://schemas.openxmlformats.org/drawingml/2006/main">
              <a:ext uri="{FF2B5EF4-FFF2-40B4-BE49-F238E27FC236}">
                <a16:creationId xmlns:a16="http://schemas.microsoft.com/office/drawing/2014/main" id="{264209F6-E82F-4B7F-97F5-9E0C8215D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" name="storyline-lead">
            <a:extLst xmlns:a="http://schemas.openxmlformats.org/drawingml/2006/main">
              <a:ext uri="{FF2B5EF4-FFF2-40B4-BE49-F238E27FC236}">
                <a16:creationId xmlns:a16="http://schemas.microsoft.com/office/drawing/2014/main" id="{513D4A51-8337-4FB4-B56E-8172C046E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8" name="storyline-outcome">
            <a:extLst xmlns:a="http://schemas.openxmlformats.org/drawingml/2006/main">
              <a:ext uri="{FF2B5EF4-FFF2-40B4-BE49-F238E27FC236}">
                <a16:creationId xmlns:a16="http://schemas.microsoft.com/office/drawing/2014/main" id="{BB1932BF-7915-4685-850E-EE30D779E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9" name="origin-story">
            <a:extLst xmlns:a="http://schemas.openxmlformats.org/drawingml/2006/main">
              <a:ext uri="{FF2B5EF4-FFF2-40B4-BE49-F238E27FC236}">
                <a16:creationId xmlns:a16="http://schemas.microsoft.com/office/drawing/2014/main" id="{4F383126-75F9-4A95-9DFA-12133DB4A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1104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210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Round 2：在账号 123 的第 2 条规则注入失败</a:t>
            </a:r>
          </a:p>
        </p:txBody>
      </p:sp>
      <p:sp>
        <p:nvSpPr>
          <p:cNvPr id="10" name="capability-label">
            <a:extLst xmlns:a="http://schemas.openxmlformats.org/drawingml/2006/main">
              <a:ext uri="{FF2B5EF4-FFF2-40B4-BE49-F238E27FC236}">
                <a16:creationId xmlns:a16="http://schemas.microsoft.com/office/drawing/2014/main" id="{6618DDA6-5320-4544-A67A-4138E5DF0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9115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SLIDE 21 · WORKSHOP</a:t>
            </a:r>
          </a:p>
        </p:txBody>
      </p:sp>
      <p:sp>
        <p:nvSpPr>
          <p:cNvPr id="12" name="capability-goal-text">
            <a:extLst xmlns:a="http://schemas.openxmlformats.org/drawingml/2006/main">
              <a:ext uri="{FF2B5EF4-FFF2-40B4-BE49-F238E27FC236}">
                <a16:creationId xmlns:a16="http://schemas.microsoft.com/office/drawing/2014/main" id="{A9BB6ADF-6F5A-486E-9828-9BB90056D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4" name="capability-tech-text">
            <a:extLst xmlns:a="http://schemas.openxmlformats.org/drawingml/2006/main">
              <a:ext uri="{FF2B5EF4-FFF2-40B4-BE49-F238E27FC236}">
                <a16:creationId xmlns:a16="http://schemas.microsoft.com/office/drawing/2014/main" id="{A789BA83-BEE2-4D60-80BC-6239BCAB3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6" name="capability-collaboration-text">
            <a:extLst xmlns:a="http://schemas.openxmlformats.org/drawingml/2006/main">
              <a:ext uri="{FF2B5EF4-FFF2-40B4-BE49-F238E27FC236}">
                <a16:creationId xmlns:a16="http://schemas.microsoft.com/office/drawing/2014/main" id="{D085A46E-BB95-4E44-A140-3211DC950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8" name="capability-cohesion-text">
            <a:extLst xmlns:a="http://schemas.openxmlformats.org/drawingml/2006/main">
              <a:ext uri="{FF2B5EF4-FFF2-40B4-BE49-F238E27FC236}">
                <a16:creationId xmlns:a16="http://schemas.microsoft.com/office/drawing/2014/main" id="{31E7FE61-7CF7-4BF1-B351-6E8BC2ABB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21" name="journey-top-rule">
            <a:extLst xmlns:a="http://schemas.openxmlformats.org/drawingml/2006/main">
              <a:ext uri="{FF2B5EF4-FFF2-40B4-BE49-F238E27FC236}">
                <a16:creationId xmlns:a16="http://schemas.microsoft.com/office/drawing/2014/main" id="{3F7D1C62-8DF5-4E48-9864-9C17DDEE1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2" name="journey-label">
            <a:extLst xmlns:a="http://schemas.openxmlformats.org/drawingml/2006/main">
              <a:ext uri="{FF2B5EF4-FFF2-40B4-BE49-F238E27FC236}">
                <a16:creationId xmlns:a16="http://schemas.microsoft.com/office/drawing/2014/main" id="{8E7E41EF-B0E6-4678-B07F-0EBF826CF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确定性故障注入用来验证事务语义，不伪装成历史 Session 的原始事件。</a:t>
            </a:r>
          </a:p>
        </p:txBody>
      </p:sp>
      <p:sp>
        <p:nvSpPr>
          <p:cNvPr id="26" name="stage-01-number">
            <a:extLst xmlns:a="http://schemas.openxmlformats.org/drawingml/2006/main">
              <a:ext uri="{FF2B5EF4-FFF2-40B4-BE49-F238E27FC236}">
                <a16:creationId xmlns:a16="http://schemas.microsoft.com/office/drawing/2014/main" id="{4225D723-AF17-46CE-8F57-EF6385A30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27" name="stage-01-title">
            <a:extLst xmlns:a="http://schemas.openxmlformats.org/drawingml/2006/main">
              <a:ext uri="{FF2B5EF4-FFF2-40B4-BE49-F238E27FC236}">
                <a16:creationId xmlns:a16="http://schemas.microsoft.com/office/drawing/2014/main" id="{A080687F-349A-4D96-8B9B-B15D9284C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28" name="stage-01-body">
            <a:extLst xmlns:a="http://schemas.openxmlformats.org/drawingml/2006/main">
              <a:ext uri="{FF2B5EF4-FFF2-40B4-BE49-F238E27FC236}">
                <a16:creationId xmlns:a16="http://schemas.microsoft.com/office/drawing/2014/main" id="{35DB16DD-F51B-49F2-B81F-24E50A16B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36" name="stage-03-number">
            <a:extLst xmlns:a="http://schemas.openxmlformats.org/drawingml/2006/main">
              <a:ext uri="{FF2B5EF4-FFF2-40B4-BE49-F238E27FC236}">
                <a16:creationId xmlns:a16="http://schemas.microsoft.com/office/drawing/2014/main" id="{C0286EEE-76D7-4C3D-959B-C1A40C2DE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37" name="stage-03-title">
            <a:extLst xmlns:a="http://schemas.openxmlformats.org/drawingml/2006/main">
              <a:ext uri="{FF2B5EF4-FFF2-40B4-BE49-F238E27FC236}">
                <a16:creationId xmlns:a16="http://schemas.microsoft.com/office/drawing/2014/main" id="{B27EC97C-4E04-4513-B0CF-9ED410CD8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38" name="stage-03-body">
            <a:extLst xmlns:a="http://schemas.openxmlformats.org/drawingml/2006/main">
              <a:ext uri="{FF2B5EF4-FFF2-40B4-BE49-F238E27FC236}">
                <a16:creationId xmlns:a16="http://schemas.microsoft.com/office/drawing/2014/main" id="{9E912F49-5FAE-4B6A-9826-0EE1EFB7F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46" name="stage-05-number">
            <a:extLst xmlns:a="http://schemas.openxmlformats.org/drawingml/2006/main">
              <a:ext uri="{FF2B5EF4-FFF2-40B4-BE49-F238E27FC236}">
                <a16:creationId xmlns:a16="http://schemas.microsoft.com/office/drawing/2014/main" id="{AA36F8DB-73A8-47E8-A962-56FE8DE85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47" name="stage-05-title">
            <a:extLst xmlns:a="http://schemas.openxmlformats.org/drawingml/2006/main">
              <a:ext uri="{FF2B5EF4-FFF2-40B4-BE49-F238E27FC236}">
                <a16:creationId xmlns:a16="http://schemas.microsoft.com/office/drawing/2014/main" id="{E55E05DE-AFC6-4422-9A2F-AD9E27F89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48" name="stage-05-body">
            <a:extLst xmlns:a="http://schemas.openxmlformats.org/drawingml/2006/main">
              <a:ext uri="{FF2B5EF4-FFF2-40B4-BE49-F238E27FC236}">
                <a16:creationId xmlns:a16="http://schemas.microsoft.com/office/drawing/2014/main" id="{F938BB63-05FA-4699-B9B6-45CD5A0C9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0" name="rail-flow-label">
            <a:extLst xmlns:a="http://schemas.openxmlformats.org/drawingml/2006/main">
              <a:ext uri="{FF2B5EF4-FFF2-40B4-BE49-F238E27FC236}">
                <a16:creationId xmlns:a16="http://schemas.microsoft.com/office/drawing/2014/main" id="{FF5EAC43-B84B-4541-B2F4-61336FAA9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8585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858585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1" name="rail-flow-line">
            <a:extLst xmlns:a="http://schemas.openxmlformats.org/drawingml/2006/main">
              <a:ext uri="{FF2B5EF4-FFF2-40B4-BE49-F238E27FC236}">
                <a16:creationId xmlns:a16="http://schemas.microsoft.com/office/drawing/2014/main" id="{AF9A8871-2B22-4386-A390-72752FB38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3" name="rail-flow-idea-label">
            <a:extLst xmlns:a="http://schemas.openxmlformats.org/drawingml/2006/main">
              <a:ext uri="{FF2B5EF4-FFF2-40B4-BE49-F238E27FC236}">
                <a16:creationId xmlns:a16="http://schemas.microsoft.com/office/drawing/2014/main" id="{72E1E745-7177-4B95-A3C2-46F9EE067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5" name="rail-flow-attack-label">
            <a:extLst xmlns:a="http://schemas.openxmlformats.org/drawingml/2006/main">
              <a:ext uri="{FF2B5EF4-FFF2-40B4-BE49-F238E27FC236}">
                <a16:creationId xmlns:a16="http://schemas.microsoft.com/office/drawing/2014/main" id="{1CD5E551-A644-4209-8B85-C43D55DAD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7" name="rail-flow-delivery-label">
            <a:extLst xmlns:a="http://schemas.openxmlformats.org/drawingml/2006/main">
              <a:ext uri="{FF2B5EF4-FFF2-40B4-BE49-F238E27FC236}">
                <a16:creationId xmlns:a16="http://schemas.microsoft.com/office/drawing/2014/main" id="{41242F25-AB1D-4FEC-AA44-0C6A2FA72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8" name="rail-result-box">
            <a:extLst xmlns:a="http://schemas.openxmlformats.org/drawingml/2006/main">
              <a:ext uri="{FF2B5EF4-FFF2-40B4-BE49-F238E27FC236}">
                <a16:creationId xmlns:a16="http://schemas.microsoft.com/office/drawing/2014/main" id="{F7117D08-254C-4F26-B6DD-8B03EB047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0" name="rail-result-text">
            <a:extLst xmlns:a="http://schemas.openxmlformats.org/drawingml/2006/main">
              <a:ext uri="{FF2B5EF4-FFF2-40B4-BE49-F238E27FC236}">
                <a16:creationId xmlns:a16="http://schemas.microsoft.com/office/drawing/2014/main" id="{34A8EF6F-28E9-4F9F-8CFD-1BF6F2603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63" b="1">
                <a:solidFill>
                  <a:srgbClr val="9C000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9C000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61" name="grid-top-rule">
            <a:extLst xmlns:a="http://schemas.openxmlformats.org/drawingml/2006/main">
              <a:ext uri="{FF2B5EF4-FFF2-40B4-BE49-F238E27FC236}">
                <a16:creationId xmlns:a16="http://schemas.microsoft.com/office/drawing/2014/main" id="{0F39FBDF-9E3B-4D49-B005-6B5B93FED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2" name="grid-middle-rule">
            <a:extLst xmlns:a="http://schemas.openxmlformats.org/drawingml/2006/main">
              <a:ext uri="{FF2B5EF4-FFF2-40B4-BE49-F238E27FC236}">
                <a16:creationId xmlns:a16="http://schemas.microsoft.com/office/drawing/2014/main" id="{BBC7B45A-19EF-4696-97BA-CE5C123E4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3" name="grid-vertical-rule">
            <a:extLst xmlns:a="http://schemas.openxmlformats.org/drawingml/2006/main">
              <a:ext uri="{FF2B5EF4-FFF2-40B4-BE49-F238E27FC236}">
                <a16:creationId xmlns:a16="http://schemas.microsoft.com/office/drawing/2014/main" id="{9513784B-DF55-42B5-ACF2-4EF87CE54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4" name="capability-top-rule">
            <a:extLst xmlns:a="http://schemas.openxmlformats.org/drawingml/2006/main">
              <a:ext uri="{FF2B5EF4-FFF2-40B4-BE49-F238E27FC236}">
                <a16:creationId xmlns:a16="http://schemas.microsoft.com/office/drawing/2014/main" id="{9013330B-53F2-4C98-B459-B7BC45073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5" name="module-01-icon-background">
            <a:extLst xmlns:a="http://schemas.openxmlformats.org/drawingml/2006/main">
              <a:ext uri="{FF2B5EF4-FFF2-40B4-BE49-F238E27FC236}">
                <a16:creationId xmlns:a16="http://schemas.microsoft.com/office/drawing/2014/main" id="{6BB7565D-24EF-47D6-BBB0-E18B6DE76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24050"/>
            <a:ext cx="4762500" cy="3124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B"/>
          </a:solidFill>
          <a:ln xmlns:a="http://schemas.openxmlformats.org/drawingml/2006/main" w="0">
            <a:solidFill>
              <a:srgbClr val="EAF2FB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7" name="module-02-icon-background">
            <a:extLst xmlns:a="http://schemas.openxmlformats.org/drawingml/2006/main">
              <a:ext uri="{FF2B5EF4-FFF2-40B4-BE49-F238E27FC236}">
                <a16:creationId xmlns:a16="http://schemas.microsoft.com/office/drawing/2014/main" id="{80C31D3C-F758-4BBC-A10E-E9C339D14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24050"/>
            <a:ext cx="4762500" cy="3124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FA"/>
          </a:solidFill>
          <a:ln xmlns:a="http://schemas.openxmlformats.org/drawingml/2006/main" w="0">
            <a:solidFill>
              <a:srgbClr val="F1ECF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9" name="module-03-icon-background">
            <a:extLst xmlns:a="http://schemas.openxmlformats.org/drawingml/2006/main">
              <a:ext uri="{FF2B5EF4-FFF2-40B4-BE49-F238E27FC236}">
                <a16:creationId xmlns:a16="http://schemas.microsoft.com/office/drawing/2014/main" id="{78E97F08-D68A-43EC-A2D0-7C3051E07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1" name="module-04-icon-background">
            <a:extLst xmlns:a="http://schemas.openxmlformats.org/drawingml/2006/main">
              <a:ext uri="{FF2B5EF4-FFF2-40B4-BE49-F238E27FC236}">
                <a16:creationId xmlns:a16="http://schemas.microsoft.com/office/drawing/2014/main" id="{C303905D-0287-4B86-92D4-33F0EB3B9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3" name="module-04-number">
            <a:extLst xmlns:a="http://schemas.openxmlformats.org/drawingml/2006/main">
              <a:ext uri="{FF2B5EF4-FFF2-40B4-BE49-F238E27FC236}">
                <a16:creationId xmlns:a16="http://schemas.microsoft.com/office/drawing/2014/main" id="{644EFF2E-DC9B-4D41-84F4-10582B446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4" name="module-04-title">
            <a:extLst xmlns:a="http://schemas.openxmlformats.org/drawingml/2006/main">
              <a:ext uri="{FF2B5EF4-FFF2-40B4-BE49-F238E27FC236}">
                <a16:creationId xmlns:a16="http://schemas.microsoft.com/office/drawing/2014/main" id="{9C3B8801-0886-4C35-A421-9571B2595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5" name="module-04-body">
            <a:extLst xmlns:a="http://schemas.openxmlformats.org/drawingml/2006/main">
              <a:ext uri="{FF2B5EF4-FFF2-40B4-BE49-F238E27FC236}">
                <a16:creationId xmlns:a16="http://schemas.microsoft.com/office/drawing/2014/main" id="{815AB31E-77DC-41EF-9FDD-2104B3529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6" name="capability-goal-icon-background">
            <a:extLst xmlns:a="http://schemas.openxmlformats.org/drawingml/2006/main">
              <a:ext uri="{FF2B5EF4-FFF2-40B4-BE49-F238E27FC236}">
                <a16:creationId xmlns:a16="http://schemas.microsoft.com/office/drawing/2014/main" id="{ACC8CF6A-83B8-4CA8-B500-7FCD1FE49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8" name="capability-tech-icon-background">
            <a:extLst xmlns:a="http://schemas.openxmlformats.org/drawingml/2006/main">
              <a:ext uri="{FF2B5EF4-FFF2-40B4-BE49-F238E27FC236}">
                <a16:creationId xmlns:a16="http://schemas.microsoft.com/office/drawing/2014/main" id="{1FBC427F-E57C-45DB-9CCE-FEBB0D899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0" name="capability-collaboration-icon-background">
            <a:extLst xmlns:a="http://schemas.openxmlformats.org/drawingml/2006/main">
              <a:ext uri="{FF2B5EF4-FFF2-40B4-BE49-F238E27FC236}">
                <a16:creationId xmlns:a16="http://schemas.microsoft.com/office/drawing/2014/main" id="{6E13DFB3-20F1-4890-9CA4-4556205A7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2" name="capability-cohesion-icon-background">
            <a:extLst xmlns:a="http://schemas.openxmlformats.org/drawingml/2006/main">
              <a:ext uri="{FF2B5EF4-FFF2-40B4-BE49-F238E27FC236}">
                <a16:creationId xmlns:a16="http://schemas.microsoft.com/office/drawing/2014/main" id="{6D6CB4E0-0BEB-4D63-8FF5-DCEBE4D95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4" name="competitiveness-result-box">
            <a:extLst xmlns:a="http://schemas.openxmlformats.org/drawingml/2006/main">
              <a:ext uri="{FF2B5EF4-FFF2-40B4-BE49-F238E27FC236}">
                <a16:creationId xmlns:a16="http://schemas.microsoft.com/office/drawing/2014/main" id="{F216EF67-2742-4E3A-81AE-9DA7A0133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6" name="competitiveness-result-text">
            <a:extLst xmlns:a="http://schemas.openxmlformats.org/drawingml/2006/main">
              <a:ext uri="{FF2B5EF4-FFF2-40B4-BE49-F238E27FC236}">
                <a16:creationId xmlns:a16="http://schemas.microsoft.com/office/drawing/2014/main" id="{5EF20348-951F-48D4-9F42-3FB89748A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276850"/>
            <a:ext cx="733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38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rPr>
              <a:t>故障注入必须稳定、可重复，并与冻结的失败语义一一对应。</a:t>
            </a:r>
          </a:p>
        </p:txBody>
      </p:sp>
      <p:pic>
        <p:nvPicPr>
          <p:cNvPr id="20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f0199152fc4e09"/>
          <a:stretch xmlns:a="http://schemas.openxmlformats.org/drawingml/2006/main"/>
        </p:blipFill>
        <p:spPr>
          <a:xfrm xmlns:a="http://schemas.openxmlformats.org/drawingml/2006/main">
            <a:off x="400050" y="257175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88" name="case-header-rule">
            <a:extLst xmlns:a="http://schemas.openxmlformats.org/drawingml/2006/main">
              <a:ext uri="{FF2B5EF4-FFF2-40B4-BE49-F238E27FC236}">
                <a16:creationId xmlns:a16="http://schemas.microsoft.com/office/drawing/2014/main" id="{BAC1EAF4-B798-4F81-B3D8-E711C771E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0020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7D7"/>
          </a:solidFill>
          <a:ln xmlns:a="http://schemas.openxmlformats.org/drawingml/2006/main" w="0">
            <a:solidFill>
              <a:srgbClr val="D7D7D7"/>
            </a:solidFill>
            <a:prstDash val="solid"/>
          </a:ln>
        </p:spPr>
      </p:sp>
      <p:pic>
        <p:nvPicPr>
          <p:cNvPr id="20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2ccbb6282346b2"/>
          <a:stretch xmlns:a="http://schemas.openxmlformats.org/drawingml/2006/main"/>
        </p:blipFill>
        <p:spPr>
          <a:xfrm xmlns:a="http://schemas.openxmlformats.org/drawingml/2006/main">
            <a:off x="666750" y="2190750"/>
            <a:ext cx="438150" cy="438150"/>
          </a:xfrm>
          <a:prstGeom xmlns:a="http://schemas.openxmlformats.org/drawingml/2006/main" prst="rect">
            <a:avLst/>
          </a:prstGeom>
        </p:spPr>
      </p:pic>
      <p:pic>
        <p:nvPicPr>
          <p:cNvPr id="20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41d6ca03d2499e"/>
          <a:stretch xmlns:a="http://schemas.openxmlformats.org/drawingml/2006/main"/>
        </p:blipFill>
        <p:spPr>
          <a:xfrm xmlns:a="http://schemas.openxmlformats.org/drawingml/2006/main">
            <a:off x="6838950" y="2190750"/>
            <a:ext cx="438150" cy="438150"/>
          </a:xfrm>
          <a:prstGeom xmlns:a="http://schemas.openxmlformats.org/drawingml/2006/main" prst="rect">
            <a:avLst/>
          </a:prstGeom>
        </p:spPr>
      </p:pic>
      <p:sp>
        <p:nvSpPr>
          <p:cNvPr id="91" name="case-one-number">
            <a:extLst xmlns:a="http://schemas.openxmlformats.org/drawingml/2006/main">
              <a:ext uri="{FF2B5EF4-FFF2-40B4-BE49-F238E27FC236}">
                <a16:creationId xmlns:a16="http://schemas.microsoft.com/office/drawing/2014/main" id="{80F689AD-6F88-4A35-AE85-A26AC3B82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1526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rPr>
              <a:t>CASE 21</a:t>
            </a:r>
          </a:p>
        </p:txBody>
      </p:sp>
      <p:sp>
        <p:nvSpPr>
          <p:cNvPr id="92" name="case-two-number">
            <a:extLst xmlns:a="http://schemas.openxmlformats.org/drawingml/2006/main">
              <a:ext uri="{FF2B5EF4-FFF2-40B4-BE49-F238E27FC236}">
                <a16:creationId xmlns:a16="http://schemas.microsoft.com/office/drawing/2014/main" id="{0A6698CA-AC0B-41F4-85BA-082BCE6B8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1526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>CONTRAST</a:t>
            </a:r>
          </a:p>
        </p:txBody>
      </p:sp>
      <p:sp>
        <p:nvSpPr>
          <p:cNvPr id="93" name="case-one-title">
            <a:extLst xmlns:a="http://schemas.openxmlformats.org/drawingml/2006/main">
              <a:ext uri="{FF2B5EF4-FFF2-40B4-BE49-F238E27FC236}">
                <a16:creationId xmlns:a16="http://schemas.microsoft.com/office/drawing/2014/main" id="{EE710BA8-D19C-4963-AFB4-4F3C1F99D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3622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故障注入场景</a:t>
            </a:r>
          </a:p>
        </p:txBody>
      </p:sp>
      <p:sp>
        <p:nvSpPr>
          <p:cNvPr id="94" name="case-two-title">
            <a:extLst xmlns:a="http://schemas.openxmlformats.org/drawingml/2006/main">
              <a:ext uri="{FF2B5EF4-FFF2-40B4-BE49-F238E27FC236}">
                <a16:creationId xmlns:a16="http://schemas.microsoft.com/office/drawing/2014/main" id="{318AF84A-C84B-43B2-BA7D-1800772BA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3622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四个核心断言</a:t>
            </a:r>
          </a:p>
        </p:txBody>
      </p:sp>
      <p:sp>
        <p:nvSpPr>
          <p:cNvPr id="95" name="case-one-method">
            <a:extLst xmlns:a="http://schemas.openxmlformats.org/drawingml/2006/main">
              <a:ext uri="{FF2B5EF4-FFF2-40B4-BE49-F238E27FC236}">
                <a16:creationId xmlns:a16="http://schemas.microsoft.com/office/drawing/2014/main" id="{D641B88F-BC38-42A3-A4BB-5C0A78563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rPr>
              <a:t>TEACHING COMPOSITE</a:t>
            </a:r>
          </a:p>
        </p:txBody>
      </p:sp>
      <p:sp>
        <p:nvSpPr>
          <p:cNvPr id="96" name="case-two-method">
            <a:extLst xmlns:a="http://schemas.openxmlformats.org/drawingml/2006/main">
              <a:ext uri="{FF2B5EF4-FFF2-40B4-BE49-F238E27FC236}">
                <a16:creationId xmlns:a16="http://schemas.microsoft.com/office/drawing/2014/main" id="{138671CA-C122-4895-8836-E45A6FC58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575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>OUTCOME</a:t>
            </a:r>
          </a:p>
        </p:txBody>
      </p:sp>
      <p:sp>
        <p:nvSpPr>
          <p:cNvPr id="97" name="case-left-rule-0">
            <a:extLst xmlns:a="http://schemas.openxmlformats.org/drawingml/2006/main">
              <a:ext uri="{FF2B5EF4-FFF2-40B4-BE49-F238E27FC236}">
                <a16:creationId xmlns:a16="http://schemas.microsoft.com/office/drawing/2014/main" id="{A9E0F7F1-556E-496E-816D-C112F9654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813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98" name="case-right-rule-0">
            <a:extLst xmlns:a="http://schemas.openxmlformats.org/drawingml/2006/main">
              <a:ext uri="{FF2B5EF4-FFF2-40B4-BE49-F238E27FC236}">
                <a16:creationId xmlns:a16="http://schemas.microsoft.com/office/drawing/2014/main" id="{F698392D-CBD9-4BDB-A31B-B374CB008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1813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99" name="case-label-left-0">
            <a:extLst xmlns:a="http://schemas.openxmlformats.org/drawingml/2006/main">
              <a:ext uri="{FF2B5EF4-FFF2-40B4-BE49-F238E27FC236}">
                <a16:creationId xmlns:a16="http://schemas.microsoft.com/office/drawing/2014/main" id="{1AFF2D59-C41A-4DA2-B654-8554618F8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初始</a:t>
            </a:r>
          </a:p>
        </p:txBody>
      </p:sp>
      <p:sp>
        <p:nvSpPr>
          <p:cNvPr id="100" name="case-value-left-0">
            <a:extLst xmlns:a="http://schemas.openxmlformats.org/drawingml/2006/main">
              <a:ext uri="{FF2B5EF4-FFF2-40B4-BE49-F238E27FC236}">
                <a16:creationId xmlns:a16="http://schemas.microsoft.com/office/drawing/2014/main" id="{17B95C37-E670-4E76-804D-E304F37CD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2385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public + enabled + [100,112]</a:t>
            </a:r>
          </a:p>
        </p:txBody>
      </p:sp>
      <p:sp>
        <p:nvSpPr>
          <p:cNvPr id="101" name="case-label-right-0">
            <a:extLst xmlns:a="http://schemas.openxmlformats.org/drawingml/2006/main">
              <a:ext uri="{FF2B5EF4-FFF2-40B4-BE49-F238E27FC236}">
                <a16:creationId xmlns:a16="http://schemas.microsoft.com/office/drawing/2014/main" id="{18A46C20-C188-49D9-98C2-BA5F1F298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2385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提交</a:t>
            </a:r>
          </a:p>
        </p:txBody>
      </p:sp>
      <p:sp>
        <p:nvSpPr>
          <p:cNvPr id="102" name="case-value-right-0">
            <a:extLst xmlns:a="http://schemas.openxmlformats.org/drawingml/2006/main">
              <a:ext uri="{FF2B5EF4-FFF2-40B4-BE49-F238E27FC236}">
                <a16:creationId xmlns:a16="http://schemas.microsoft.com/office/drawing/2014/main" id="{7B7E08BA-BD87-441F-B3DB-2BCCF3B9A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2385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目标 mode/signature 不提交</a:t>
            </a:r>
          </a:p>
        </p:txBody>
      </p:sp>
      <p:sp>
        <p:nvSpPr>
          <p:cNvPr id="103" name="case-left-rule-1">
            <a:extLst xmlns:a="http://schemas.openxmlformats.org/drawingml/2006/main">
              <a:ext uri="{FF2B5EF4-FFF2-40B4-BE49-F238E27FC236}">
                <a16:creationId xmlns:a16="http://schemas.microsoft.com/office/drawing/2014/main" id="{659D7CC2-4EC3-4F7C-BF89-3A07EE6C3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004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04" name="case-right-rule-1">
            <a:extLst xmlns:a="http://schemas.openxmlformats.org/drawingml/2006/main">
              <a:ext uri="{FF2B5EF4-FFF2-40B4-BE49-F238E27FC236}">
                <a16:creationId xmlns:a16="http://schemas.microsoft.com/office/drawing/2014/main" id="{B37D164D-5E44-46FA-ADF5-91601117C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6004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05" name="case-label-left-1">
            <a:extLst xmlns:a="http://schemas.openxmlformats.org/drawingml/2006/main">
              <a:ext uri="{FF2B5EF4-FFF2-40B4-BE49-F238E27FC236}">
                <a16:creationId xmlns:a16="http://schemas.microsoft.com/office/drawing/2014/main" id="{796BAB44-29A4-4469-8C56-2DD29EAB6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576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目标</a:t>
            </a:r>
          </a:p>
        </p:txBody>
      </p:sp>
      <p:sp>
        <p:nvSpPr>
          <p:cNvPr id="106" name="case-value-left-1">
            <a:extLst xmlns:a="http://schemas.openxmlformats.org/drawingml/2006/main">
              <a:ext uri="{FF2B5EF4-FFF2-40B4-BE49-F238E27FC236}">
                <a16:creationId xmlns:a16="http://schemas.microsoft.com/office/drawing/2014/main" id="{E2585E34-D692-44BF-BE1E-7329CBA4B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576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重放到 [100,112,123]</a:t>
            </a:r>
          </a:p>
        </p:txBody>
      </p:sp>
      <p:sp>
        <p:nvSpPr>
          <p:cNvPr id="107" name="case-label-right-1">
            <a:extLst xmlns:a="http://schemas.openxmlformats.org/drawingml/2006/main">
              <a:ext uri="{FF2B5EF4-FFF2-40B4-BE49-F238E27FC236}">
                <a16:creationId xmlns:a16="http://schemas.microsoft.com/office/drawing/2014/main" id="{40591D54-6B8B-4336-9EA6-38AC4E705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6576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恢复</a:t>
            </a:r>
          </a:p>
        </p:txBody>
      </p:sp>
      <p:sp>
        <p:nvSpPr>
          <p:cNvPr id="108" name="case-value-right-1">
            <a:extLst xmlns:a="http://schemas.openxmlformats.org/drawingml/2006/main">
              <a:ext uri="{FF2B5EF4-FFF2-40B4-BE49-F238E27FC236}">
                <a16:creationId xmlns:a16="http://schemas.microsoft.com/office/drawing/2014/main" id="{3E0F325A-0686-4039-ACBE-35AD57BC2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6576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旧 policy/rules 被尝试恢复</a:t>
            </a:r>
          </a:p>
        </p:txBody>
      </p:sp>
      <p:sp>
        <p:nvSpPr>
          <p:cNvPr id="109" name="case-left-rule-2">
            <a:extLst xmlns:a="http://schemas.openxmlformats.org/drawingml/2006/main">
              <a:ext uri="{FF2B5EF4-FFF2-40B4-BE49-F238E27FC236}">
                <a16:creationId xmlns:a16="http://schemas.microsoft.com/office/drawing/2014/main" id="{B431DC1D-7996-47F7-B716-B4104C061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195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0" name="case-right-rule-2">
            <a:extLst xmlns:a="http://schemas.openxmlformats.org/drawingml/2006/main">
              <a:ext uri="{FF2B5EF4-FFF2-40B4-BE49-F238E27FC236}">
                <a16:creationId xmlns:a16="http://schemas.microsoft.com/office/drawing/2014/main" id="{8A9990CB-8F45-4A02-86D6-E10EE0E9F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0195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1" name="case-label-left-2">
            <a:extLst xmlns:a="http://schemas.openxmlformats.org/drawingml/2006/main">
              <a:ext uri="{FF2B5EF4-FFF2-40B4-BE49-F238E27FC236}">
                <a16:creationId xmlns:a16="http://schemas.microsoft.com/office/drawing/2014/main" id="{2BEDC775-5045-4471-AF1B-C0AD01484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767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注入</a:t>
            </a:r>
          </a:p>
        </p:txBody>
      </p:sp>
      <p:sp>
        <p:nvSpPr>
          <p:cNvPr id="112" name="case-value-left-2">
            <a:extLst xmlns:a="http://schemas.openxmlformats.org/drawingml/2006/main">
              <a:ext uri="{FF2B5EF4-FFF2-40B4-BE49-F238E27FC236}">
                <a16:creationId xmlns:a16="http://schemas.microsoft.com/office/drawing/2014/main" id="{EA218FAD-D644-4FFB-BE95-C64F04C7F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767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123 的第 2 次 addRule 失败</a:t>
            </a:r>
          </a:p>
        </p:txBody>
      </p:sp>
      <p:sp>
        <p:nvSpPr>
          <p:cNvPr id="113" name="case-label-right-2">
            <a:extLst xmlns:a="http://schemas.openxmlformats.org/drawingml/2006/main">
              <a:ext uri="{FF2B5EF4-FFF2-40B4-BE49-F238E27FC236}">
                <a16:creationId xmlns:a16="http://schemas.microsoft.com/office/drawing/2014/main" id="{577C7B67-0F67-44A6-9DDD-559EFF9DC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0767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残留</a:t>
            </a:r>
          </a:p>
        </p:txBody>
      </p:sp>
      <p:sp>
        <p:nvSpPr>
          <p:cNvPr id="114" name="case-value-right-2">
            <a:extLst xmlns:a="http://schemas.openxmlformats.org/drawingml/2006/main">
              <a:ext uri="{FF2B5EF4-FFF2-40B4-BE49-F238E27FC236}">
                <a16:creationId xmlns:a16="http://schemas.microsoft.com/office/drawing/2014/main" id="{563E56E8-30B3-435F-846A-BBF723B44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0767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目标规则不得残留</a:t>
            </a:r>
          </a:p>
        </p:txBody>
      </p:sp>
      <p:sp>
        <p:nvSpPr>
          <p:cNvPr id="115" name="case-left-rule-3">
            <a:extLst xmlns:a="http://schemas.openxmlformats.org/drawingml/2006/main">
              <a:ext uri="{FF2B5EF4-FFF2-40B4-BE49-F238E27FC236}">
                <a16:creationId xmlns:a16="http://schemas.microsoft.com/office/drawing/2014/main" id="{73F1F4EA-AE10-4C4D-BA07-7CC8DAE70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386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6" name="case-right-rule-3">
            <a:extLst xmlns:a="http://schemas.openxmlformats.org/drawingml/2006/main">
              <a:ext uri="{FF2B5EF4-FFF2-40B4-BE49-F238E27FC236}">
                <a16:creationId xmlns:a16="http://schemas.microsoft.com/office/drawing/2014/main" id="{54F3B591-F56B-4DB3-A065-BC6E7BCF2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4386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7" name="case-label-left-3">
            <a:extLst xmlns:a="http://schemas.openxmlformats.org/drawingml/2006/main">
              <a:ext uri="{FF2B5EF4-FFF2-40B4-BE49-F238E27FC236}">
                <a16:creationId xmlns:a16="http://schemas.microsoft.com/office/drawing/2014/main" id="{678E3CF7-1438-4AC3-A0C1-5353F3F2F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958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要求</a:t>
            </a:r>
          </a:p>
        </p:txBody>
      </p:sp>
      <p:sp>
        <p:nvSpPr>
          <p:cNvPr id="118" name="case-value-left-3">
            <a:extLst xmlns:a="http://schemas.openxmlformats.org/drawingml/2006/main">
              <a:ext uri="{FF2B5EF4-FFF2-40B4-BE49-F238E27FC236}">
                <a16:creationId xmlns:a16="http://schemas.microsoft.com/office/drawing/2014/main" id="{63677797-5DC0-45FD-9D3E-4D98A65D1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4958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留下可回读的补偿证据</a:t>
            </a:r>
          </a:p>
        </p:txBody>
      </p:sp>
      <p:sp>
        <p:nvSpPr>
          <p:cNvPr id="119" name="case-label-right-3">
            <a:extLst xmlns:a="http://schemas.openxmlformats.org/drawingml/2006/main">
              <a:ext uri="{FF2B5EF4-FFF2-40B4-BE49-F238E27FC236}">
                <a16:creationId xmlns:a16="http://schemas.microsoft.com/office/drawing/2014/main" id="{796CDBCF-DEAC-47B8-9C7D-BBC794C33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4958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mapping</a:t>
            </a:r>
          </a:p>
        </p:txBody>
      </p:sp>
      <p:sp>
        <p:nvSpPr>
          <p:cNvPr id="120" name="case-value-right-3">
            <a:extLst xmlns:a="http://schemas.openxmlformats.org/drawingml/2006/main">
              <a:ext uri="{FF2B5EF4-FFF2-40B4-BE49-F238E27FC236}">
                <a16:creationId xmlns:a16="http://schemas.microsoft.com/office/drawing/2014/main" id="{1212E204-1B9F-477E-80DD-961E203DC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4958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指向恢复后新 systemRuleId</a:t>
            </a:r>
          </a:p>
        </p:txBody>
      </p:sp>
      <p:sp>
        <p:nvSpPr>
          <p:cNvPr id="121" name="case-transfer-circle">
            <a:extLst xmlns:a="http://schemas.openxmlformats.org/drawingml/2006/main">
              <a:ext uri="{FF2B5EF4-FFF2-40B4-BE49-F238E27FC236}">
                <a16:creationId xmlns:a16="http://schemas.microsoft.com/office/drawing/2014/main" id="{FF6A693F-DADF-434A-A7E7-B5831EE8E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95275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7000B"/>
            </a:solidFill>
            <a:prstDash val="solid"/>
          </a:ln>
        </p:spPr>
      </p:sp>
      <p:pic>
        <p:nvPicPr>
          <p:cNvPr id="2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2a3a96c4f042f0"/>
          <a:stretch xmlns:a="http://schemas.openxmlformats.org/drawingml/2006/main"/>
        </p:blipFill>
        <p:spPr>
          <a:xfrm xmlns:a="http://schemas.openxmlformats.org/drawingml/2006/main">
            <a:off x="5667375" y="3105150"/>
            <a:ext cx="400050" cy="400050"/>
          </a:xfrm>
          <a:prstGeom xmlns:a="http://schemas.openxmlformats.org/drawingml/2006/main" prst="rect">
            <a:avLst/>
          </a:prstGeom>
        </p:spPr>
      </p:pic>
      <p:sp>
        <p:nvSpPr>
          <p:cNvPr id="123" name="case-transfer-text">
            <a:extLst xmlns:a="http://schemas.openxmlformats.org/drawingml/2006/main">
              <a:ext uri="{FF2B5EF4-FFF2-40B4-BE49-F238E27FC236}">
                <a16:creationId xmlns:a16="http://schemas.microsoft.com/office/drawing/2014/main" id="{48A38601-6EA4-43E6-9D6F-38C449733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524250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88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对照</a:t>
            </a:r>
          </a:p>
        </p:txBody>
      </p:sp>
      <p:sp>
        <p:nvSpPr>
          <p:cNvPr id="124" name="case-left-arrow">
            <a:extLst xmlns:a="http://schemas.openxmlformats.org/drawingml/2006/main">
              <a:ext uri="{FF2B5EF4-FFF2-40B4-BE49-F238E27FC236}">
                <a16:creationId xmlns:a16="http://schemas.microsoft.com/office/drawing/2014/main" id="{03A1806C-B519-4A4A-9980-2434DFAFD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21945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22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←</a:t>
            </a:r>
          </a:p>
        </p:txBody>
      </p:sp>
      <p:sp>
        <p:nvSpPr>
          <p:cNvPr id="125" name="case-right-arrow">
            <a:extLst xmlns:a="http://schemas.openxmlformats.org/drawingml/2006/main">
              <a:ext uri="{FF2B5EF4-FFF2-40B4-BE49-F238E27FC236}">
                <a16:creationId xmlns:a16="http://schemas.microsoft.com/office/drawing/2014/main" id="{E8FB34F1-A4F6-406E-85FD-21A5A0934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21945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22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26" name="timeline-rule">
            <a:extLst xmlns:a="http://schemas.openxmlformats.org/drawingml/2006/main">
              <a:ext uri="{FF2B5EF4-FFF2-40B4-BE49-F238E27FC236}">
                <a16:creationId xmlns:a16="http://schemas.microsoft.com/office/drawing/2014/main" id="{46F26517-8D14-4ED8-B91E-154EEEC9A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81700"/>
            <a:ext cx="10934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7D7"/>
          </a:solidFill>
          <a:ln xmlns:a="http://schemas.openxmlformats.org/drawingml/2006/main" w="0">
            <a:solidFill>
              <a:srgbClr val="D7D7D7"/>
            </a:solidFill>
            <a:prstDash val="solid"/>
          </a:ln>
        </p:spPr>
      </p:sp>
      <p:sp>
        <p:nvSpPr>
          <p:cNvPr id="127" name="timeline-dot-0">
            <a:extLst xmlns:a="http://schemas.openxmlformats.org/drawingml/2006/main">
              <a:ext uri="{FF2B5EF4-FFF2-40B4-BE49-F238E27FC236}">
                <a16:creationId xmlns:a16="http://schemas.microsoft.com/office/drawing/2014/main" id="{B1B2265D-D326-40FF-A60F-C0FBE9741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674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128" name="timeline-card-0">
            <a:extLst xmlns:a="http://schemas.openxmlformats.org/drawingml/2006/main">
              <a:ext uri="{FF2B5EF4-FFF2-40B4-BE49-F238E27FC236}">
                <a16:creationId xmlns:a16="http://schemas.microsoft.com/office/drawing/2014/main" id="{E06F85EB-4FA9-4043-8BE1-A3CF40B5C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72200"/>
            <a:ext cx="2000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EC"/>
          </a:solidFill>
          <a:ln xmlns:a="http://schemas.openxmlformats.org/drawingml/2006/main" w="0">
            <a:solidFill>
              <a:srgbClr val="FBEAEC"/>
            </a:solidFill>
            <a:prstDash val="solid"/>
          </a:ln>
        </p:spPr>
      </p:sp>
      <p:pic>
        <p:nvPicPr>
          <p:cNvPr id="2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22c19c64404914"/>
          <a:stretch xmlns:a="http://schemas.openxmlformats.org/drawingml/2006/main"/>
        </p:blipFill>
        <p:spPr>
          <a:xfrm xmlns:a="http://schemas.openxmlformats.org/drawingml/2006/main">
            <a:off x="514350" y="63055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30" name="timeline-text-0">
            <a:extLst xmlns:a="http://schemas.openxmlformats.org/drawingml/2006/main">
              <a:ext uri="{FF2B5EF4-FFF2-40B4-BE49-F238E27FC236}">
                <a16:creationId xmlns:a16="http://schemas.microsoft.com/office/drawing/2014/main" id="{3B912A19-9FE5-4187-98C5-1F80D3054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210300"/>
            <a:ext cx="1543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RED</a:t>
            </a:r>
          </a:p>
        </p:txBody>
      </p:sp>
      <p:sp>
        <p:nvSpPr>
          <p:cNvPr id="131" name="timeline-dot-1">
            <a:extLst xmlns:a="http://schemas.openxmlformats.org/drawingml/2006/main">
              <a:ext uri="{FF2B5EF4-FFF2-40B4-BE49-F238E27FC236}">
                <a16:creationId xmlns:a16="http://schemas.microsoft.com/office/drawing/2014/main" id="{7D872788-C8C9-4D53-BCFB-3EE338664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58674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45C7"/>
          </a:solidFill>
          <a:ln xmlns:a="http://schemas.openxmlformats.org/drawingml/2006/main" w="0">
            <a:solidFill>
              <a:srgbClr val="6D45C7"/>
            </a:solidFill>
            <a:prstDash val="solid"/>
          </a:ln>
        </p:spPr>
      </p:sp>
      <p:sp>
        <p:nvSpPr>
          <p:cNvPr id="132" name="timeline-card-1">
            <a:extLst xmlns:a="http://schemas.openxmlformats.org/drawingml/2006/main">
              <a:ext uri="{FF2B5EF4-FFF2-40B4-BE49-F238E27FC236}">
                <a16:creationId xmlns:a16="http://schemas.microsoft.com/office/drawing/2014/main" id="{07574872-6C46-4DCB-998F-DE9FCE105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6172200"/>
            <a:ext cx="3048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FA"/>
          </a:solidFill>
          <a:ln xmlns:a="http://schemas.openxmlformats.org/drawingml/2006/main" w="0">
            <a:solidFill>
              <a:srgbClr val="F1ECFA"/>
            </a:solidFill>
            <a:prstDash val="solid"/>
          </a:ln>
        </p:spPr>
      </p:sp>
      <p:pic>
        <p:nvPicPr>
          <p:cNvPr id="2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84e0e5761f4e3c"/>
          <a:stretch xmlns:a="http://schemas.openxmlformats.org/drawingml/2006/main"/>
        </p:blipFill>
        <p:spPr>
          <a:xfrm xmlns:a="http://schemas.openxmlformats.org/drawingml/2006/main">
            <a:off x="2705100" y="63055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34" name="timeline-text-1">
            <a:extLst xmlns:a="http://schemas.openxmlformats.org/drawingml/2006/main">
              <a:ext uri="{FF2B5EF4-FFF2-40B4-BE49-F238E27FC236}">
                <a16:creationId xmlns:a16="http://schemas.microsoft.com/office/drawing/2014/main" id="{4A727200-EA29-4361-9862-418A0DE95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6210300"/>
            <a:ext cx="2590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>最小实现</a:t>
            </a:r>
          </a:p>
        </p:txBody>
      </p:sp>
      <p:sp>
        <p:nvSpPr>
          <p:cNvPr id="135" name="timeline-dot-2">
            <a:extLst xmlns:a="http://schemas.openxmlformats.org/drawingml/2006/main">
              <a:ext uri="{FF2B5EF4-FFF2-40B4-BE49-F238E27FC236}">
                <a16:creationId xmlns:a16="http://schemas.microsoft.com/office/drawing/2014/main" id="{3F1EC896-E46F-4384-894B-3DDEC4776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58674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136" name="timeline-card-2">
            <a:extLst xmlns:a="http://schemas.openxmlformats.org/drawingml/2006/main">
              <a:ext uri="{FF2B5EF4-FFF2-40B4-BE49-F238E27FC236}">
                <a16:creationId xmlns:a16="http://schemas.microsoft.com/office/drawing/2014/main" id="{F4FEA41C-C58A-4D35-9F21-95E1FD4ED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6172200"/>
            <a:ext cx="1428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EC"/>
          </a:solidFill>
          <a:ln xmlns:a="http://schemas.openxmlformats.org/drawingml/2006/main" w="0">
            <a:solidFill>
              <a:srgbClr val="FBEAEC"/>
            </a:solidFill>
            <a:prstDash val="solid"/>
          </a:ln>
        </p:spPr>
      </p:sp>
      <p:pic>
        <p:nvPicPr>
          <p:cNvPr id="2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5689992f3f407d"/>
          <a:stretch xmlns:a="http://schemas.openxmlformats.org/drawingml/2006/main"/>
        </p:blipFill>
        <p:spPr>
          <a:xfrm xmlns:a="http://schemas.openxmlformats.org/drawingml/2006/main">
            <a:off x="5943600" y="63055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38" name="timeline-text-2">
            <a:extLst xmlns:a="http://schemas.openxmlformats.org/drawingml/2006/main">
              <a:ext uri="{FF2B5EF4-FFF2-40B4-BE49-F238E27FC236}">
                <a16:creationId xmlns:a16="http://schemas.microsoft.com/office/drawing/2014/main" id="{75A6DFD3-381A-4508-A88C-74D03EE63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6210300"/>
            <a:ext cx="971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progress</a:t>
            </a:r>
          </a:p>
        </p:txBody>
      </p:sp>
      <p:sp>
        <p:nvSpPr>
          <p:cNvPr id="139" name="timeline-dot-3">
            <a:extLst xmlns:a="http://schemas.openxmlformats.org/drawingml/2006/main">
              <a:ext uri="{FF2B5EF4-FFF2-40B4-BE49-F238E27FC236}">
                <a16:creationId xmlns:a16="http://schemas.microsoft.com/office/drawing/2014/main" id="{EE23DBD8-AF98-46BF-B5EA-9A5764E71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8674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45C7"/>
          </a:solidFill>
          <a:ln xmlns:a="http://schemas.openxmlformats.org/drawingml/2006/main" w="0">
            <a:solidFill>
              <a:srgbClr val="6D45C7"/>
            </a:solidFill>
            <a:prstDash val="solid"/>
          </a:ln>
        </p:spPr>
      </p:sp>
      <p:sp>
        <p:nvSpPr>
          <p:cNvPr id="140" name="timeline-card-3">
            <a:extLst xmlns:a="http://schemas.openxmlformats.org/drawingml/2006/main">
              <a:ext uri="{FF2B5EF4-FFF2-40B4-BE49-F238E27FC236}">
                <a16:creationId xmlns:a16="http://schemas.microsoft.com/office/drawing/2014/main" id="{705D6FCE-1ACC-445B-943D-DD93AE12E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72200"/>
            <a:ext cx="2571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FA"/>
          </a:solidFill>
          <a:ln xmlns:a="http://schemas.openxmlformats.org/drawingml/2006/main" w="0">
            <a:solidFill>
              <a:srgbClr val="F1ECFA"/>
            </a:solidFill>
            <a:prstDash val="solid"/>
          </a:ln>
        </p:spPr>
      </p:sp>
      <p:pic>
        <p:nvPicPr>
          <p:cNvPr id="25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e36f1043164d4e"/>
          <a:stretch xmlns:a="http://schemas.openxmlformats.org/drawingml/2006/main"/>
        </p:blipFill>
        <p:spPr>
          <a:xfrm xmlns:a="http://schemas.openxmlformats.org/drawingml/2006/main">
            <a:off x="7562850" y="63055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42" name="timeline-text-3">
            <a:extLst xmlns:a="http://schemas.openxmlformats.org/drawingml/2006/main">
              <a:ext uri="{FF2B5EF4-FFF2-40B4-BE49-F238E27FC236}">
                <a16:creationId xmlns:a16="http://schemas.microsoft.com/office/drawing/2014/main" id="{D8BB6B58-07F6-42CB-AD15-5ADC5CB98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6210300"/>
            <a:ext cx="2114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>DEBUG</a:t>
            </a:r>
          </a:p>
        </p:txBody>
      </p:sp>
      <p:sp>
        <p:nvSpPr>
          <p:cNvPr id="143" name="timeline-dot-4">
            <a:extLst xmlns:a="http://schemas.openxmlformats.org/drawingml/2006/main">
              <a:ext uri="{FF2B5EF4-FFF2-40B4-BE49-F238E27FC236}">
                <a16:creationId xmlns:a16="http://schemas.microsoft.com/office/drawing/2014/main" id="{42256876-971C-44C3-B36A-A2A5DC337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58674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F5B"/>
          </a:solidFill>
          <a:ln xmlns:a="http://schemas.openxmlformats.org/drawingml/2006/main" w="0">
            <a:solidFill>
              <a:srgbClr val="2F8F5B"/>
            </a:solidFill>
            <a:prstDash val="solid"/>
          </a:ln>
        </p:spPr>
      </p:sp>
      <p:sp>
        <p:nvSpPr>
          <p:cNvPr id="144" name="timeline-card-4">
            <a:extLst xmlns:a="http://schemas.openxmlformats.org/drawingml/2006/main">
              <a:ext uri="{FF2B5EF4-FFF2-40B4-BE49-F238E27FC236}">
                <a16:creationId xmlns:a16="http://schemas.microsoft.com/office/drawing/2014/main" id="{B406802C-BB49-4241-9BAC-E9752EDB4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6172200"/>
            <a:ext cx="10287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E"/>
          </a:solidFill>
          <a:ln xmlns:a="http://schemas.openxmlformats.org/drawingml/2006/main" w="0">
            <a:solidFill>
              <a:srgbClr val="EAF5EE"/>
            </a:solidFill>
            <a:prstDash val="solid"/>
          </a:ln>
        </p:spPr>
      </p:sp>
      <p:pic>
        <p:nvPicPr>
          <p:cNvPr id="26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25366e68514071"/>
          <a:stretch xmlns:a="http://schemas.openxmlformats.org/drawingml/2006/main"/>
        </p:blipFill>
        <p:spPr>
          <a:xfrm xmlns:a="http://schemas.openxmlformats.org/drawingml/2006/main">
            <a:off x="10325100" y="63055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46" name="timeline-text-4">
            <a:extLst xmlns:a="http://schemas.openxmlformats.org/drawingml/2006/main">
              <a:ext uri="{FF2B5EF4-FFF2-40B4-BE49-F238E27FC236}">
                <a16:creationId xmlns:a16="http://schemas.microsoft.com/office/drawing/2014/main" id="{B28B3A76-07CD-44BF-8BCF-942072BDE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6210300"/>
            <a:ext cx="57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rPr>
              <a:t>事务/回滚</a:t>
            </a:r>
          </a:p>
        </p:txBody>
      </p:sp>
      <p:pic>
        <p:nvPicPr>
          <p:cNvPr id="26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0bcdfc3e9143f9"/>
          <a:stretch xmlns:a="http://schemas.openxmlformats.org/drawingml/2006/main"/>
        </p:blipFill>
        <p:spPr>
          <a:xfrm xmlns:a="http://schemas.openxmlformats.org/drawingml/2006/main">
            <a:off x="10382250" y="268813"/>
            <a:ext cx="952500" cy="2148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9805989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9937CBA2-7E4F-43F3-9EBA-CFD6BD1B5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38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rPr>
              <a:t>22 · 第三幕｜两轮 Ralph 与故障定位</a:t>
            </a:r>
          </a:p>
        </p:txBody>
      </p:sp>
      <p:sp>
        <p:nvSpPr>
          <p:cNvPr id="5" name="team-name">
            <a:extLst xmlns:a="http://schemas.openxmlformats.org/drawingml/2006/main">
              <a:ext uri="{FF2B5EF4-FFF2-40B4-BE49-F238E27FC236}">
                <a16:creationId xmlns:a16="http://schemas.microsoft.com/office/drawing/2014/main" id="{DF70FBB6-5F6E-4537-9090-0CBE67318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6" name="business-direction">
            <a:extLst xmlns:a="http://schemas.openxmlformats.org/drawingml/2006/main">
              <a:ext uri="{FF2B5EF4-FFF2-40B4-BE49-F238E27FC236}">
                <a16:creationId xmlns:a16="http://schemas.microsoft.com/office/drawing/2014/main" id="{264209F6-E82F-4B7F-97F5-9E0C8215D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" name="storyline-lead">
            <a:extLst xmlns:a="http://schemas.openxmlformats.org/drawingml/2006/main">
              <a:ext uri="{FF2B5EF4-FFF2-40B4-BE49-F238E27FC236}">
                <a16:creationId xmlns:a16="http://schemas.microsoft.com/office/drawing/2014/main" id="{513D4A51-8337-4FB4-B56E-8172C046E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8" name="storyline-outcome">
            <a:extLst xmlns:a="http://schemas.openxmlformats.org/drawingml/2006/main">
              <a:ext uri="{FF2B5EF4-FFF2-40B4-BE49-F238E27FC236}">
                <a16:creationId xmlns:a16="http://schemas.microsoft.com/office/drawing/2014/main" id="{BB1932BF-7915-4685-850E-EE30D779E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9" name="origin-story">
            <a:extLst xmlns:a="http://schemas.openxmlformats.org/drawingml/2006/main">
              <a:ext uri="{FF2B5EF4-FFF2-40B4-BE49-F238E27FC236}">
                <a16:creationId xmlns:a16="http://schemas.microsoft.com/office/drawing/2014/main" id="{4F383126-75F9-4A95-9DFA-12133DB4A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1104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210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回滚最难的是 identity，不是把旧对象写回去</a:t>
            </a:r>
          </a:p>
        </p:txBody>
      </p:sp>
      <p:sp>
        <p:nvSpPr>
          <p:cNvPr id="10" name="capability-label">
            <a:extLst xmlns:a="http://schemas.openxmlformats.org/drawingml/2006/main">
              <a:ext uri="{FF2B5EF4-FFF2-40B4-BE49-F238E27FC236}">
                <a16:creationId xmlns:a16="http://schemas.microsoft.com/office/drawing/2014/main" id="{6618DDA6-5320-4544-A67A-4138E5DF0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9115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SLIDE 22 · WORKSHOP</a:t>
            </a:r>
          </a:p>
        </p:txBody>
      </p:sp>
      <p:sp>
        <p:nvSpPr>
          <p:cNvPr id="12" name="capability-goal-text">
            <a:extLst xmlns:a="http://schemas.openxmlformats.org/drawingml/2006/main">
              <a:ext uri="{FF2B5EF4-FFF2-40B4-BE49-F238E27FC236}">
                <a16:creationId xmlns:a16="http://schemas.microsoft.com/office/drawing/2014/main" id="{A9BB6ADF-6F5A-486E-9828-9BB90056D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4" name="capability-tech-text">
            <a:extLst xmlns:a="http://schemas.openxmlformats.org/drawingml/2006/main">
              <a:ext uri="{FF2B5EF4-FFF2-40B4-BE49-F238E27FC236}">
                <a16:creationId xmlns:a16="http://schemas.microsoft.com/office/drawing/2014/main" id="{A789BA83-BEE2-4D60-80BC-6239BCAB3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6" name="capability-collaboration-text">
            <a:extLst xmlns:a="http://schemas.openxmlformats.org/drawingml/2006/main">
              <a:ext uri="{FF2B5EF4-FFF2-40B4-BE49-F238E27FC236}">
                <a16:creationId xmlns:a16="http://schemas.microsoft.com/office/drawing/2014/main" id="{D085A46E-BB95-4E44-A140-3211DC950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8" name="capability-cohesion-text">
            <a:extLst xmlns:a="http://schemas.openxmlformats.org/drawingml/2006/main">
              <a:ext uri="{FF2B5EF4-FFF2-40B4-BE49-F238E27FC236}">
                <a16:creationId xmlns:a16="http://schemas.microsoft.com/office/drawing/2014/main" id="{31E7FE61-7CF7-4BF1-B351-6E8BC2ABB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21" name="journey-top-rule">
            <a:extLst xmlns:a="http://schemas.openxmlformats.org/drawingml/2006/main">
              <a:ext uri="{FF2B5EF4-FFF2-40B4-BE49-F238E27FC236}">
                <a16:creationId xmlns:a16="http://schemas.microsoft.com/office/drawing/2014/main" id="{3F7D1C62-8DF5-4E48-9864-9C17DDEE1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2" name="journey-label">
            <a:extLst xmlns:a="http://schemas.openxmlformats.org/drawingml/2006/main">
              <a:ext uri="{FF2B5EF4-FFF2-40B4-BE49-F238E27FC236}">
                <a16:creationId xmlns:a16="http://schemas.microsoft.com/office/drawing/2014/main" id="{8E7E41EF-B0E6-4678-B07F-0EBF826CF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业务 intent 保持稳定，但系统资源重建后会获得新的 systemRuleId。</a:t>
            </a:r>
          </a:p>
        </p:txBody>
      </p:sp>
      <p:sp>
        <p:nvSpPr>
          <p:cNvPr id="26" name="stage-01-number">
            <a:extLst xmlns:a="http://schemas.openxmlformats.org/drawingml/2006/main">
              <a:ext uri="{FF2B5EF4-FFF2-40B4-BE49-F238E27FC236}">
                <a16:creationId xmlns:a16="http://schemas.microsoft.com/office/drawing/2014/main" id="{4225D723-AF17-46CE-8F57-EF6385A30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27" name="stage-01-title">
            <a:extLst xmlns:a="http://schemas.openxmlformats.org/drawingml/2006/main">
              <a:ext uri="{FF2B5EF4-FFF2-40B4-BE49-F238E27FC236}">
                <a16:creationId xmlns:a16="http://schemas.microsoft.com/office/drawing/2014/main" id="{A080687F-349A-4D96-8B9B-B15D9284C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28" name="stage-01-body">
            <a:extLst xmlns:a="http://schemas.openxmlformats.org/drawingml/2006/main">
              <a:ext uri="{FF2B5EF4-FFF2-40B4-BE49-F238E27FC236}">
                <a16:creationId xmlns:a16="http://schemas.microsoft.com/office/drawing/2014/main" id="{35DB16DD-F51B-49F2-B81F-24E50A16B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36" name="stage-03-number">
            <a:extLst xmlns:a="http://schemas.openxmlformats.org/drawingml/2006/main">
              <a:ext uri="{FF2B5EF4-FFF2-40B4-BE49-F238E27FC236}">
                <a16:creationId xmlns:a16="http://schemas.microsoft.com/office/drawing/2014/main" id="{C0286EEE-76D7-4C3D-959B-C1A40C2DE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37" name="stage-03-title">
            <a:extLst xmlns:a="http://schemas.openxmlformats.org/drawingml/2006/main">
              <a:ext uri="{FF2B5EF4-FFF2-40B4-BE49-F238E27FC236}">
                <a16:creationId xmlns:a16="http://schemas.microsoft.com/office/drawing/2014/main" id="{B27EC97C-4E04-4513-B0CF-9ED410CD8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38" name="stage-03-body">
            <a:extLst xmlns:a="http://schemas.openxmlformats.org/drawingml/2006/main">
              <a:ext uri="{FF2B5EF4-FFF2-40B4-BE49-F238E27FC236}">
                <a16:creationId xmlns:a16="http://schemas.microsoft.com/office/drawing/2014/main" id="{9E912F49-5FAE-4B6A-9826-0EE1EFB7F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46" name="stage-05-number">
            <a:extLst xmlns:a="http://schemas.openxmlformats.org/drawingml/2006/main">
              <a:ext uri="{FF2B5EF4-FFF2-40B4-BE49-F238E27FC236}">
                <a16:creationId xmlns:a16="http://schemas.microsoft.com/office/drawing/2014/main" id="{AA36F8DB-73A8-47E8-A962-56FE8DE85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47" name="stage-05-title">
            <a:extLst xmlns:a="http://schemas.openxmlformats.org/drawingml/2006/main">
              <a:ext uri="{FF2B5EF4-FFF2-40B4-BE49-F238E27FC236}">
                <a16:creationId xmlns:a16="http://schemas.microsoft.com/office/drawing/2014/main" id="{E55E05DE-AFC6-4422-9A2F-AD9E27F89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48" name="stage-05-body">
            <a:extLst xmlns:a="http://schemas.openxmlformats.org/drawingml/2006/main">
              <a:ext uri="{FF2B5EF4-FFF2-40B4-BE49-F238E27FC236}">
                <a16:creationId xmlns:a16="http://schemas.microsoft.com/office/drawing/2014/main" id="{F938BB63-05FA-4699-B9B6-45CD5A0C9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0" name="rail-flow-label">
            <a:extLst xmlns:a="http://schemas.openxmlformats.org/drawingml/2006/main">
              <a:ext uri="{FF2B5EF4-FFF2-40B4-BE49-F238E27FC236}">
                <a16:creationId xmlns:a16="http://schemas.microsoft.com/office/drawing/2014/main" id="{FF5EAC43-B84B-4541-B2F4-61336FAA9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8585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858585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1" name="rail-flow-line">
            <a:extLst xmlns:a="http://schemas.openxmlformats.org/drawingml/2006/main">
              <a:ext uri="{FF2B5EF4-FFF2-40B4-BE49-F238E27FC236}">
                <a16:creationId xmlns:a16="http://schemas.microsoft.com/office/drawing/2014/main" id="{AF9A8871-2B22-4386-A390-72752FB38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3" name="rail-flow-idea-label">
            <a:extLst xmlns:a="http://schemas.openxmlformats.org/drawingml/2006/main">
              <a:ext uri="{FF2B5EF4-FFF2-40B4-BE49-F238E27FC236}">
                <a16:creationId xmlns:a16="http://schemas.microsoft.com/office/drawing/2014/main" id="{72E1E745-7177-4B95-A3C2-46F9EE067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5" name="rail-flow-attack-label">
            <a:extLst xmlns:a="http://schemas.openxmlformats.org/drawingml/2006/main">
              <a:ext uri="{FF2B5EF4-FFF2-40B4-BE49-F238E27FC236}">
                <a16:creationId xmlns:a16="http://schemas.microsoft.com/office/drawing/2014/main" id="{1CD5E551-A644-4209-8B85-C43D55DAD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7" name="rail-flow-delivery-label">
            <a:extLst xmlns:a="http://schemas.openxmlformats.org/drawingml/2006/main">
              <a:ext uri="{FF2B5EF4-FFF2-40B4-BE49-F238E27FC236}">
                <a16:creationId xmlns:a16="http://schemas.microsoft.com/office/drawing/2014/main" id="{41242F25-AB1D-4FEC-AA44-0C6A2FA72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8" name="rail-result-box">
            <a:extLst xmlns:a="http://schemas.openxmlformats.org/drawingml/2006/main">
              <a:ext uri="{FF2B5EF4-FFF2-40B4-BE49-F238E27FC236}">
                <a16:creationId xmlns:a16="http://schemas.microsoft.com/office/drawing/2014/main" id="{F7117D08-254C-4F26-B6DD-8B03EB047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0" name="rail-result-text">
            <a:extLst xmlns:a="http://schemas.openxmlformats.org/drawingml/2006/main">
              <a:ext uri="{FF2B5EF4-FFF2-40B4-BE49-F238E27FC236}">
                <a16:creationId xmlns:a16="http://schemas.microsoft.com/office/drawing/2014/main" id="{34A8EF6F-28E9-4F9F-8CFD-1BF6F2603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63" b="1">
                <a:solidFill>
                  <a:srgbClr val="9C000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9C000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61" name="grid-top-rule">
            <a:extLst xmlns:a="http://schemas.openxmlformats.org/drawingml/2006/main">
              <a:ext uri="{FF2B5EF4-FFF2-40B4-BE49-F238E27FC236}">
                <a16:creationId xmlns:a16="http://schemas.microsoft.com/office/drawing/2014/main" id="{0F39FBDF-9E3B-4D49-B005-6B5B93FED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2" name="grid-middle-rule">
            <a:extLst xmlns:a="http://schemas.openxmlformats.org/drawingml/2006/main">
              <a:ext uri="{FF2B5EF4-FFF2-40B4-BE49-F238E27FC236}">
                <a16:creationId xmlns:a16="http://schemas.microsoft.com/office/drawing/2014/main" id="{BBC7B45A-19EF-4696-97BA-CE5C123E4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3" name="grid-vertical-rule">
            <a:extLst xmlns:a="http://schemas.openxmlformats.org/drawingml/2006/main">
              <a:ext uri="{FF2B5EF4-FFF2-40B4-BE49-F238E27FC236}">
                <a16:creationId xmlns:a16="http://schemas.microsoft.com/office/drawing/2014/main" id="{9513784B-DF55-42B5-ACF2-4EF87CE54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4" name="capability-top-rule">
            <a:extLst xmlns:a="http://schemas.openxmlformats.org/drawingml/2006/main">
              <a:ext uri="{FF2B5EF4-FFF2-40B4-BE49-F238E27FC236}">
                <a16:creationId xmlns:a16="http://schemas.microsoft.com/office/drawing/2014/main" id="{9013330B-53F2-4C98-B459-B7BC45073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5" name="module-01-icon-background">
            <a:extLst xmlns:a="http://schemas.openxmlformats.org/drawingml/2006/main">
              <a:ext uri="{FF2B5EF4-FFF2-40B4-BE49-F238E27FC236}">
                <a16:creationId xmlns:a16="http://schemas.microsoft.com/office/drawing/2014/main" id="{6BB7565D-24EF-47D6-BBB0-E18B6DE76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24050"/>
            <a:ext cx="4762500" cy="3124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B"/>
          </a:solidFill>
          <a:ln xmlns:a="http://schemas.openxmlformats.org/drawingml/2006/main" w="0">
            <a:solidFill>
              <a:srgbClr val="EAF2FB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7" name="module-02-icon-background">
            <a:extLst xmlns:a="http://schemas.openxmlformats.org/drawingml/2006/main">
              <a:ext uri="{FF2B5EF4-FFF2-40B4-BE49-F238E27FC236}">
                <a16:creationId xmlns:a16="http://schemas.microsoft.com/office/drawing/2014/main" id="{80C31D3C-F758-4BBC-A10E-E9C339D14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24050"/>
            <a:ext cx="4762500" cy="3124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FA"/>
          </a:solidFill>
          <a:ln xmlns:a="http://schemas.openxmlformats.org/drawingml/2006/main" w="0">
            <a:solidFill>
              <a:srgbClr val="F1ECF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9" name="module-03-icon-background">
            <a:extLst xmlns:a="http://schemas.openxmlformats.org/drawingml/2006/main">
              <a:ext uri="{FF2B5EF4-FFF2-40B4-BE49-F238E27FC236}">
                <a16:creationId xmlns:a16="http://schemas.microsoft.com/office/drawing/2014/main" id="{78E97F08-D68A-43EC-A2D0-7C3051E07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1" name="module-04-icon-background">
            <a:extLst xmlns:a="http://schemas.openxmlformats.org/drawingml/2006/main">
              <a:ext uri="{FF2B5EF4-FFF2-40B4-BE49-F238E27FC236}">
                <a16:creationId xmlns:a16="http://schemas.microsoft.com/office/drawing/2014/main" id="{C303905D-0287-4B86-92D4-33F0EB3B9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3" name="module-04-number">
            <a:extLst xmlns:a="http://schemas.openxmlformats.org/drawingml/2006/main">
              <a:ext uri="{FF2B5EF4-FFF2-40B4-BE49-F238E27FC236}">
                <a16:creationId xmlns:a16="http://schemas.microsoft.com/office/drawing/2014/main" id="{644EFF2E-DC9B-4D41-84F4-10582B446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4" name="module-04-title">
            <a:extLst xmlns:a="http://schemas.openxmlformats.org/drawingml/2006/main">
              <a:ext uri="{FF2B5EF4-FFF2-40B4-BE49-F238E27FC236}">
                <a16:creationId xmlns:a16="http://schemas.microsoft.com/office/drawing/2014/main" id="{9C3B8801-0886-4C35-A421-9571B2595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5" name="module-04-body">
            <a:extLst xmlns:a="http://schemas.openxmlformats.org/drawingml/2006/main">
              <a:ext uri="{FF2B5EF4-FFF2-40B4-BE49-F238E27FC236}">
                <a16:creationId xmlns:a16="http://schemas.microsoft.com/office/drawing/2014/main" id="{815AB31E-77DC-41EF-9FDD-2104B3529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6" name="capability-goal-icon-background">
            <a:extLst xmlns:a="http://schemas.openxmlformats.org/drawingml/2006/main">
              <a:ext uri="{FF2B5EF4-FFF2-40B4-BE49-F238E27FC236}">
                <a16:creationId xmlns:a16="http://schemas.microsoft.com/office/drawing/2014/main" id="{ACC8CF6A-83B8-4CA8-B500-7FCD1FE49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8" name="capability-tech-icon-background">
            <a:extLst xmlns:a="http://schemas.openxmlformats.org/drawingml/2006/main">
              <a:ext uri="{FF2B5EF4-FFF2-40B4-BE49-F238E27FC236}">
                <a16:creationId xmlns:a16="http://schemas.microsoft.com/office/drawing/2014/main" id="{1FBC427F-E57C-45DB-9CCE-FEBB0D899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0" name="capability-collaboration-icon-background">
            <a:extLst xmlns:a="http://schemas.openxmlformats.org/drawingml/2006/main">
              <a:ext uri="{FF2B5EF4-FFF2-40B4-BE49-F238E27FC236}">
                <a16:creationId xmlns:a16="http://schemas.microsoft.com/office/drawing/2014/main" id="{6E13DFB3-20F1-4890-9CA4-4556205A7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2" name="capability-cohesion-icon-background">
            <a:extLst xmlns:a="http://schemas.openxmlformats.org/drawingml/2006/main">
              <a:ext uri="{FF2B5EF4-FFF2-40B4-BE49-F238E27FC236}">
                <a16:creationId xmlns:a16="http://schemas.microsoft.com/office/drawing/2014/main" id="{6D6CB4E0-0BEB-4D63-8FF5-DCEBE4D95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4" name="competitiveness-result-box">
            <a:extLst xmlns:a="http://schemas.openxmlformats.org/drawingml/2006/main">
              <a:ext uri="{FF2B5EF4-FFF2-40B4-BE49-F238E27FC236}">
                <a16:creationId xmlns:a16="http://schemas.microsoft.com/office/drawing/2014/main" id="{F216EF67-2742-4E3A-81AE-9DA7A0133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6" name="competitiveness-result-text">
            <a:extLst xmlns:a="http://schemas.openxmlformats.org/drawingml/2006/main">
              <a:ext uri="{FF2B5EF4-FFF2-40B4-BE49-F238E27FC236}">
                <a16:creationId xmlns:a16="http://schemas.microsoft.com/office/drawing/2014/main" id="{5EF20348-951F-48D4-9F42-3FB89748A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276850"/>
            <a:ext cx="733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38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rPr>
              <a:t>业务 identity 要稳定；系统 resource identity 允许在补偿后变化。</a:t>
            </a:r>
          </a:p>
        </p:txBody>
      </p:sp>
      <p:pic>
        <p:nvPicPr>
          <p:cNvPr id="20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cae410779f459a"/>
          <a:stretch xmlns:a="http://schemas.openxmlformats.org/drawingml/2006/main"/>
        </p:blipFill>
        <p:spPr>
          <a:xfrm xmlns:a="http://schemas.openxmlformats.org/drawingml/2006/main">
            <a:off x="400050" y="257175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88" name="case-header-rule">
            <a:extLst xmlns:a="http://schemas.openxmlformats.org/drawingml/2006/main">
              <a:ext uri="{FF2B5EF4-FFF2-40B4-BE49-F238E27FC236}">
                <a16:creationId xmlns:a16="http://schemas.microsoft.com/office/drawing/2014/main" id="{BAC1EAF4-B798-4F81-B3D8-E711C771E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0020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7D7"/>
          </a:solidFill>
          <a:ln xmlns:a="http://schemas.openxmlformats.org/drawingml/2006/main" w="0">
            <a:solidFill>
              <a:srgbClr val="D7D7D7"/>
            </a:solidFill>
            <a:prstDash val="solid"/>
          </a:ln>
        </p:spPr>
      </p:sp>
      <p:pic>
        <p:nvPicPr>
          <p:cNvPr id="20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359910a8134768"/>
          <a:stretch xmlns:a="http://schemas.openxmlformats.org/drawingml/2006/main"/>
        </p:blipFill>
        <p:spPr>
          <a:xfrm xmlns:a="http://schemas.openxmlformats.org/drawingml/2006/main">
            <a:off x="666750" y="2190750"/>
            <a:ext cx="438150" cy="438150"/>
          </a:xfrm>
          <a:prstGeom xmlns:a="http://schemas.openxmlformats.org/drawingml/2006/main" prst="rect">
            <a:avLst/>
          </a:prstGeom>
        </p:spPr>
      </p:pic>
      <p:pic>
        <p:nvPicPr>
          <p:cNvPr id="20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02b8931e164e16"/>
          <a:stretch xmlns:a="http://schemas.openxmlformats.org/drawingml/2006/main"/>
        </p:blipFill>
        <p:spPr>
          <a:xfrm xmlns:a="http://schemas.openxmlformats.org/drawingml/2006/main">
            <a:off x="6838950" y="2190750"/>
            <a:ext cx="438150" cy="438150"/>
          </a:xfrm>
          <a:prstGeom xmlns:a="http://schemas.openxmlformats.org/drawingml/2006/main" prst="rect">
            <a:avLst/>
          </a:prstGeom>
        </p:spPr>
      </p:pic>
      <p:sp>
        <p:nvSpPr>
          <p:cNvPr id="91" name="case-one-number">
            <a:extLst xmlns:a="http://schemas.openxmlformats.org/drawingml/2006/main">
              <a:ext uri="{FF2B5EF4-FFF2-40B4-BE49-F238E27FC236}">
                <a16:creationId xmlns:a16="http://schemas.microsoft.com/office/drawing/2014/main" id="{80F689AD-6F88-4A35-AE85-A26AC3B82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1526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rPr>
              <a:t>CASE 22</a:t>
            </a:r>
          </a:p>
        </p:txBody>
      </p:sp>
      <p:sp>
        <p:nvSpPr>
          <p:cNvPr id="92" name="case-two-number">
            <a:extLst xmlns:a="http://schemas.openxmlformats.org/drawingml/2006/main">
              <a:ext uri="{FF2B5EF4-FFF2-40B4-BE49-F238E27FC236}">
                <a16:creationId xmlns:a16="http://schemas.microsoft.com/office/drawing/2014/main" id="{0A6698CA-AC0B-41F4-85BA-082BCE6B8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1526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>CONTRAST</a:t>
            </a:r>
          </a:p>
        </p:txBody>
      </p:sp>
      <p:sp>
        <p:nvSpPr>
          <p:cNvPr id="93" name="case-one-title">
            <a:extLst xmlns:a="http://schemas.openxmlformats.org/drawingml/2006/main">
              <a:ext uri="{FF2B5EF4-FFF2-40B4-BE49-F238E27FC236}">
                <a16:creationId xmlns:a16="http://schemas.microsoft.com/office/drawing/2014/main" id="{EE710BA8-D19C-4963-AFB4-4F3C1F99D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3622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失败前</a:t>
            </a:r>
          </a:p>
        </p:txBody>
      </p:sp>
      <p:sp>
        <p:nvSpPr>
          <p:cNvPr id="94" name="case-two-title">
            <a:extLst xmlns:a="http://schemas.openxmlformats.org/drawingml/2006/main">
              <a:ext uri="{FF2B5EF4-FFF2-40B4-BE49-F238E27FC236}">
                <a16:creationId xmlns:a16="http://schemas.microsoft.com/office/drawing/2014/main" id="{318AF84A-C84B-43B2-BA7D-1800772BA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3622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回滚重建后</a:t>
            </a:r>
          </a:p>
        </p:txBody>
      </p:sp>
      <p:sp>
        <p:nvSpPr>
          <p:cNvPr id="95" name="case-one-method">
            <a:extLst xmlns:a="http://schemas.openxmlformats.org/drawingml/2006/main">
              <a:ext uri="{FF2B5EF4-FFF2-40B4-BE49-F238E27FC236}">
                <a16:creationId xmlns:a16="http://schemas.microsoft.com/office/drawing/2014/main" id="{D641B88F-BC38-42A3-A4BB-5C0A78563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rPr>
              <a:t>OLD RESOURCE</a:t>
            </a:r>
          </a:p>
        </p:txBody>
      </p:sp>
      <p:sp>
        <p:nvSpPr>
          <p:cNvPr id="96" name="case-two-method">
            <a:extLst xmlns:a="http://schemas.openxmlformats.org/drawingml/2006/main">
              <a:ext uri="{FF2B5EF4-FFF2-40B4-BE49-F238E27FC236}">
                <a16:creationId xmlns:a16="http://schemas.microsoft.com/office/drawing/2014/main" id="{138671CA-C122-4895-8836-E45A6FC58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575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>NEW RESOURCE ID</a:t>
            </a:r>
          </a:p>
        </p:txBody>
      </p:sp>
      <p:sp>
        <p:nvSpPr>
          <p:cNvPr id="97" name="case-left-rule-0">
            <a:extLst xmlns:a="http://schemas.openxmlformats.org/drawingml/2006/main">
              <a:ext uri="{FF2B5EF4-FFF2-40B4-BE49-F238E27FC236}">
                <a16:creationId xmlns:a16="http://schemas.microsoft.com/office/drawing/2014/main" id="{A9E0F7F1-556E-496E-816D-C112F9654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813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98" name="case-right-rule-0">
            <a:extLst xmlns:a="http://schemas.openxmlformats.org/drawingml/2006/main">
              <a:ext uri="{FF2B5EF4-FFF2-40B4-BE49-F238E27FC236}">
                <a16:creationId xmlns:a16="http://schemas.microsoft.com/office/drawing/2014/main" id="{F698392D-CBD9-4BDB-A31B-B374CB008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1813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99" name="case-label-left-0">
            <a:extLst xmlns:a="http://schemas.openxmlformats.org/drawingml/2006/main">
              <a:ext uri="{FF2B5EF4-FFF2-40B4-BE49-F238E27FC236}">
                <a16:creationId xmlns:a16="http://schemas.microsoft.com/office/drawing/2014/main" id="{1AFF2D59-C41A-4DA2-B654-8554618F8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Intent</a:t>
            </a:r>
          </a:p>
        </p:txBody>
      </p:sp>
      <p:sp>
        <p:nvSpPr>
          <p:cNvPr id="100" name="case-value-left-0">
            <a:extLst xmlns:a="http://schemas.openxmlformats.org/drawingml/2006/main">
              <a:ext uri="{FF2B5EF4-FFF2-40B4-BE49-F238E27FC236}">
                <a16:creationId xmlns:a16="http://schemas.microsoft.com/office/drawing/2014/main" id="{17B95C37-E670-4E76-804D-E304F37CD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2385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R1</a:t>
            </a:r>
          </a:p>
        </p:txBody>
      </p:sp>
      <p:sp>
        <p:nvSpPr>
          <p:cNvPr id="101" name="case-label-right-0">
            <a:extLst xmlns:a="http://schemas.openxmlformats.org/drawingml/2006/main">
              <a:ext uri="{FF2B5EF4-FFF2-40B4-BE49-F238E27FC236}">
                <a16:creationId xmlns:a16="http://schemas.microsoft.com/office/drawing/2014/main" id="{18A46C20-C188-49D9-98C2-BA5F1F298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2385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Rollback</a:t>
            </a:r>
          </a:p>
        </p:txBody>
      </p:sp>
      <p:sp>
        <p:nvSpPr>
          <p:cNvPr id="102" name="case-value-right-0">
            <a:extLst xmlns:a="http://schemas.openxmlformats.org/drawingml/2006/main">
              <a:ext uri="{FF2B5EF4-FFF2-40B4-BE49-F238E27FC236}">
                <a16:creationId xmlns:a16="http://schemas.microsoft.com/office/drawing/2014/main" id="{7B7E08BA-BD87-441F-B3DB-2BCCF3B9A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2385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old 8001 → add again</a:t>
            </a:r>
          </a:p>
        </p:txBody>
      </p:sp>
      <p:sp>
        <p:nvSpPr>
          <p:cNvPr id="103" name="case-left-rule-1">
            <a:extLst xmlns:a="http://schemas.openxmlformats.org/drawingml/2006/main">
              <a:ext uri="{FF2B5EF4-FFF2-40B4-BE49-F238E27FC236}">
                <a16:creationId xmlns:a16="http://schemas.microsoft.com/office/drawing/2014/main" id="{659D7CC2-4EC3-4F7C-BF89-3A07EE6C3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004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04" name="case-right-rule-1">
            <a:extLst xmlns:a="http://schemas.openxmlformats.org/drawingml/2006/main">
              <a:ext uri="{FF2B5EF4-FFF2-40B4-BE49-F238E27FC236}">
                <a16:creationId xmlns:a16="http://schemas.microsoft.com/office/drawing/2014/main" id="{B37D164D-5E44-46FA-ADF5-91601117C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6004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05" name="case-label-left-1">
            <a:extLst xmlns:a="http://schemas.openxmlformats.org/drawingml/2006/main">
              <a:ext uri="{FF2B5EF4-FFF2-40B4-BE49-F238E27FC236}">
                <a16:creationId xmlns:a16="http://schemas.microsoft.com/office/drawing/2014/main" id="{796BAB44-29A4-4469-8C56-2DD29EAB6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576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User</a:t>
            </a:r>
          </a:p>
        </p:txBody>
      </p:sp>
      <p:sp>
        <p:nvSpPr>
          <p:cNvPr id="106" name="case-value-left-1">
            <a:extLst xmlns:a="http://schemas.openxmlformats.org/drawingml/2006/main">
              <a:ext uri="{FF2B5EF4-FFF2-40B4-BE49-F238E27FC236}">
                <a16:creationId xmlns:a16="http://schemas.microsoft.com/office/drawing/2014/main" id="{E2585E34-D692-44BF-BE1E-7329CBA4B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576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100</a:t>
            </a:r>
          </a:p>
        </p:txBody>
      </p:sp>
      <p:sp>
        <p:nvSpPr>
          <p:cNvPr id="107" name="case-label-right-1">
            <a:extLst xmlns:a="http://schemas.openxmlformats.org/drawingml/2006/main">
              <a:ext uri="{FF2B5EF4-FFF2-40B4-BE49-F238E27FC236}">
                <a16:creationId xmlns:a16="http://schemas.microsoft.com/office/drawing/2014/main" id="{40591D54-6B8B-4336-9EA6-38AC4E705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6576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new ID</a:t>
            </a:r>
          </a:p>
        </p:txBody>
      </p:sp>
      <p:sp>
        <p:nvSpPr>
          <p:cNvPr id="108" name="case-value-right-1">
            <a:extLst xmlns:a="http://schemas.openxmlformats.org/drawingml/2006/main">
              <a:ext uri="{FF2B5EF4-FFF2-40B4-BE49-F238E27FC236}">
                <a16:creationId xmlns:a16="http://schemas.microsoft.com/office/drawing/2014/main" id="{3E0F325A-0686-4039-ACBE-35AD57BC2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6576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9417</a:t>
            </a:r>
          </a:p>
        </p:txBody>
      </p:sp>
      <p:sp>
        <p:nvSpPr>
          <p:cNvPr id="109" name="case-left-rule-2">
            <a:extLst xmlns:a="http://schemas.openxmlformats.org/drawingml/2006/main">
              <a:ext uri="{FF2B5EF4-FFF2-40B4-BE49-F238E27FC236}">
                <a16:creationId xmlns:a16="http://schemas.microsoft.com/office/drawing/2014/main" id="{B431DC1D-7996-47F7-B716-B4104C061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195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0" name="case-right-rule-2">
            <a:extLst xmlns:a="http://schemas.openxmlformats.org/drawingml/2006/main">
              <a:ext uri="{FF2B5EF4-FFF2-40B4-BE49-F238E27FC236}">
                <a16:creationId xmlns:a16="http://schemas.microsoft.com/office/drawing/2014/main" id="{8A9990CB-8F45-4A02-86D6-E10EE0E9F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0195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1" name="case-label-left-2">
            <a:extLst xmlns:a="http://schemas.openxmlformats.org/drawingml/2006/main">
              <a:ext uri="{FF2B5EF4-FFF2-40B4-BE49-F238E27FC236}">
                <a16:creationId xmlns:a16="http://schemas.microsoft.com/office/drawing/2014/main" id="{2BEDC775-5045-4471-AF1B-C0AD01484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767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systemRuleId</a:t>
            </a:r>
          </a:p>
        </p:txBody>
      </p:sp>
      <p:sp>
        <p:nvSpPr>
          <p:cNvPr id="112" name="case-value-left-2">
            <a:extLst xmlns:a="http://schemas.openxmlformats.org/drawingml/2006/main">
              <a:ext uri="{FF2B5EF4-FFF2-40B4-BE49-F238E27FC236}">
                <a16:creationId xmlns:a16="http://schemas.microsoft.com/office/drawing/2014/main" id="{EA218FAD-D644-4FFB-BE95-C64F04C7F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767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8001</a:t>
            </a:r>
          </a:p>
        </p:txBody>
      </p:sp>
      <p:sp>
        <p:nvSpPr>
          <p:cNvPr id="113" name="case-label-right-2">
            <a:extLst xmlns:a="http://schemas.openxmlformats.org/drawingml/2006/main">
              <a:ext uri="{FF2B5EF4-FFF2-40B4-BE49-F238E27FC236}">
                <a16:creationId xmlns:a16="http://schemas.microsoft.com/office/drawing/2014/main" id="{577C7B67-0F67-44A6-9DDD-559EFF9DC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0767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Intent</a:t>
            </a:r>
          </a:p>
        </p:txBody>
      </p:sp>
      <p:sp>
        <p:nvSpPr>
          <p:cNvPr id="114" name="case-value-right-2">
            <a:extLst xmlns:a="http://schemas.openxmlformats.org/drawingml/2006/main">
              <a:ext uri="{FF2B5EF4-FFF2-40B4-BE49-F238E27FC236}">
                <a16:creationId xmlns:a16="http://schemas.microsoft.com/office/drawing/2014/main" id="{563E56E8-30B3-435F-846A-BBF723B44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0767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R1 仍然稳定</a:t>
            </a:r>
          </a:p>
        </p:txBody>
      </p:sp>
      <p:sp>
        <p:nvSpPr>
          <p:cNvPr id="115" name="case-left-rule-3">
            <a:extLst xmlns:a="http://schemas.openxmlformats.org/drawingml/2006/main">
              <a:ext uri="{FF2B5EF4-FFF2-40B4-BE49-F238E27FC236}">
                <a16:creationId xmlns:a16="http://schemas.microsoft.com/office/drawing/2014/main" id="{73F1F4EA-AE10-4C4D-BA07-7CC8DAE70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386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6" name="case-right-rule-3">
            <a:extLst xmlns:a="http://schemas.openxmlformats.org/drawingml/2006/main">
              <a:ext uri="{FF2B5EF4-FFF2-40B4-BE49-F238E27FC236}">
                <a16:creationId xmlns:a16="http://schemas.microsoft.com/office/drawing/2014/main" id="{54F3B591-F56B-4DB3-A065-BC6E7BCF2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4386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7" name="case-label-left-3">
            <a:extLst xmlns:a="http://schemas.openxmlformats.org/drawingml/2006/main">
              <a:ext uri="{FF2B5EF4-FFF2-40B4-BE49-F238E27FC236}">
                <a16:creationId xmlns:a16="http://schemas.microsoft.com/office/drawing/2014/main" id="{678E3CF7-1438-4AC3-A0C1-5353F3F2F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958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Deployment</a:t>
            </a:r>
          </a:p>
        </p:txBody>
      </p:sp>
      <p:sp>
        <p:nvSpPr>
          <p:cNvPr id="118" name="case-value-left-3">
            <a:extLst xmlns:a="http://schemas.openxmlformats.org/drawingml/2006/main">
              <a:ext uri="{FF2B5EF4-FFF2-40B4-BE49-F238E27FC236}">
                <a16:creationId xmlns:a16="http://schemas.microsoft.com/office/drawing/2014/main" id="{63677797-5DC0-45FD-9D3E-4D98A65D1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4958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R1 → 100 → 8001</a:t>
            </a:r>
          </a:p>
        </p:txBody>
      </p:sp>
      <p:sp>
        <p:nvSpPr>
          <p:cNvPr id="119" name="case-label-right-3">
            <a:extLst xmlns:a="http://schemas.openxmlformats.org/drawingml/2006/main">
              <a:ext uri="{FF2B5EF4-FFF2-40B4-BE49-F238E27FC236}">
                <a16:creationId xmlns:a16="http://schemas.microsoft.com/office/drawing/2014/main" id="{796CDBCF-DEAC-47B8-9C7D-BBC794C33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4958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Deployment</a:t>
            </a:r>
          </a:p>
        </p:txBody>
      </p:sp>
      <p:sp>
        <p:nvSpPr>
          <p:cNvPr id="120" name="case-value-right-3">
            <a:extLst xmlns:a="http://schemas.openxmlformats.org/drawingml/2006/main">
              <a:ext uri="{FF2B5EF4-FFF2-40B4-BE49-F238E27FC236}">
                <a16:creationId xmlns:a16="http://schemas.microsoft.com/office/drawing/2014/main" id="{1212E204-1B9F-477E-80DD-961E203DC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4958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R1 → 100 → 9417</a:t>
            </a:r>
          </a:p>
        </p:txBody>
      </p:sp>
      <p:sp>
        <p:nvSpPr>
          <p:cNvPr id="121" name="case-transfer-circle">
            <a:extLst xmlns:a="http://schemas.openxmlformats.org/drawingml/2006/main">
              <a:ext uri="{FF2B5EF4-FFF2-40B4-BE49-F238E27FC236}">
                <a16:creationId xmlns:a16="http://schemas.microsoft.com/office/drawing/2014/main" id="{FF6A693F-DADF-434A-A7E7-B5831EE8E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95275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7000B"/>
            </a:solidFill>
            <a:prstDash val="solid"/>
          </a:ln>
        </p:spPr>
      </p:sp>
      <p:pic>
        <p:nvPicPr>
          <p:cNvPr id="2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db284753a64adb"/>
          <a:stretch xmlns:a="http://schemas.openxmlformats.org/drawingml/2006/main"/>
        </p:blipFill>
        <p:spPr>
          <a:xfrm xmlns:a="http://schemas.openxmlformats.org/drawingml/2006/main">
            <a:off x="5667375" y="3105150"/>
            <a:ext cx="400050" cy="400050"/>
          </a:xfrm>
          <a:prstGeom xmlns:a="http://schemas.openxmlformats.org/drawingml/2006/main" prst="rect">
            <a:avLst/>
          </a:prstGeom>
        </p:spPr>
      </p:pic>
      <p:sp>
        <p:nvSpPr>
          <p:cNvPr id="123" name="case-transfer-text">
            <a:extLst xmlns:a="http://schemas.openxmlformats.org/drawingml/2006/main">
              <a:ext uri="{FF2B5EF4-FFF2-40B4-BE49-F238E27FC236}">
                <a16:creationId xmlns:a16="http://schemas.microsoft.com/office/drawing/2014/main" id="{48A38601-6EA4-43E6-9D6F-38C449733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524250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88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对照</a:t>
            </a:r>
          </a:p>
        </p:txBody>
      </p:sp>
      <p:sp>
        <p:nvSpPr>
          <p:cNvPr id="124" name="case-left-arrow">
            <a:extLst xmlns:a="http://schemas.openxmlformats.org/drawingml/2006/main">
              <a:ext uri="{FF2B5EF4-FFF2-40B4-BE49-F238E27FC236}">
                <a16:creationId xmlns:a16="http://schemas.microsoft.com/office/drawing/2014/main" id="{03A1806C-B519-4A4A-9980-2434DFAFD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21945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22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←</a:t>
            </a:r>
          </a:p>
        </p:txBody>
      </p:sp>
      <p:sp>
        <p:nvSpPr>
          <p:cNvPr id="125" name="case-right-arrow">
            <a:extLst xmlns:a="http://schemas.openxmlformats.org/drawingml/2006/main">
              <a:ext uri="{FF2B5EF4-FFF2-40B4-BE49-F238E27FC236}">
                <a16:creationId xmlns:a16="http://schemas.microsoft.com/office/drawing/2014/main" id="{E8FB34F1-A4F6-406E-85FD-21A5A0934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21945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22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26" name="timeline-rule">
            <a:extLst xmlns:a="http://schemas.openxmlformats.org/drawingml/2006/main">
              <a:ext uri="{FF2B5EF4-FFF2-40B4-BE49-F238E27FC236}">
                <a16:creationId xmlns:a16="http://schemas.microsoft.com/office/drawing/2014/main" id="{46F26517-8D14-4ED8-B91E-154EEEC9A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81700"/>
            <a:ext cx="10934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7D7"/>
          </a:solidFill>
          <a:ln xmlns:a="http://schemas.openxmlformats.org/drawingml/2006/main" w="0">
            <a:solidFill>
              <a:srgbClr val="D7D7D7"/>
            </a:solidFill>
            <a:prstDash val="solid"/>
          </a:ln>
        </p:spPr>
      </p:sp>
      <p:sp>
        <p:nvSpPr>
          <p:cNvPr id="127" name="timeline-dot-0">
            <a:extLst xmlns:a="http://schemas.openxmlformats.org/drawingml/2006/main">
              <a:ext uri="{FF2B5EF4-FFF2-40B4-BE49-F238E27FC236}">
                <a16:creationId xmlns:a16="http://schemas.microsoft.com/office/drawing/2014/main" id="{B1B2265D-D326-40FF-A60F-C0FBE9741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674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128" name="timeline-card-0">
            <a:extLst xmlns:a="http://schemas.openxmlformats.org/drawingml/2006/main">
              <a:ext uri="{FF2B5EF4-FFF2-40B4-BE49-F238E27FC236}">
                <a16:creationId xmlns:a16="http://schemas.microsoft.com/office/drawing/2014/main" id="{E06F85EB-4FA9-4043-8BE1-A3CF40B5C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72200"/>
            <a:ext cx="2000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EC"/>
          </a:solidFill>
          <a:ln xmlns:a="http://schemas.openxmlformats.org/drawingml/2006/main" w="0">
            <a:solidFill>
              <a:srgbClr val="FBEAEC"/>
            </a:solidFill>
            <a:prstDash val="solid"/>
          </a:ln>
        </p:spPr>
      </p:sp>
      <p:pic>
        <p:nvPicPr>
          <p:cNvPr id="2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2ade8a16c34bb8"/>
          <a:stretch xmlns:a="http://schemas.openxmlformats.org/drawingml/2006/main"/>
        </p:blipFill>
        <p:spPr>
          <a:xfrm xmlns:a="http://schemas.openxmlformats.org/drawingml/2006/main">
            <a:off x="514350" y="63055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30" name="timeline-text-0">
            <a:extLst xmlns:a="http://schemas.openxmlformats.org/drawingml/2006/main">
              <a:ext uri="{FF2B5EF4-FFF2-40B4-BE49-F238E27FC236}">
                <a16:creationId xmlns:a16="http://schemas.microsoft.com/office/drawing/2014/main" id="{3B912A19-9FE5-4187-98C5-1F80D3054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210300"/>
            <a:ext cx="1543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RED</a:t>
            </a:r>
          </a:p>
        </p:txBody>
      </p:sp>
      <p:sp>
        <p:nvSpPr>
          <p:cNvPr id="131" name="timeline-dot-1">
            <a:extLst xmlns:a="http://schemas.openxmlformats.org/drawingml/2006/main">
              <a:ext uri="{FF2B5EF4-FFF2-40B4-BE49-F238E27FC236}">
                <a16:creationId xmlns:a16="http://schemas.microsoft.com/office/drawing/2014/main" id="{7D872788-C8C9-4D53-BCFB-3EE338664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58674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45C7"/>
          </a:solidFill>
          <a:ln xmlns:a="http://schemas.openxmlformats.org/drawingml/2006/main" w="0">
            <a:solidFill>
              <a:srgbClr val="6D45C7"/>
            </a:solidFill>
            <a:prstDash val="solid"/>
          </a:ln>
        </p:spPr>
      </p:sp>
      <p:sp>
        <p:nvSpPr>
          <p:cNvPr id="132" name="timeline-card-1">
            <a:extLst xmlns:a="http://schemas.openxmlformats.org/drawingml/2006/main">
              <a:ext uri="{FF2B5EF4-FFF2-40B4-BE49-F238E27FC236}">
                <a16:creationId xmlns:a16="http://schemas.microsoft.com/office/drawing/2014/main" id="{07574872-6C46-4DCB-998F-DE9FCE105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6172200"/>
            <a:ext cx="3048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FA"/>
          </a:solidFill>
          <a:ln xmlns:a="http://schemas.openxmlformats.org/drawingml/2006/main" w="0">
            <a:solidFill>
              <a:srgbClr val="F1ECFA"/>
            </a:solidFill>
            <a:prstDash val="solid"/>
          </a:ln>
        </p:spPr>
      </p:sp>
      <p:pic>
        <p:nvPicPr>
          <p:cNvPr id="2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0527212c5249d9"/>
          <a:stretch xmlns:a="http://schemas.openxmlformats.org/drawingml/2006/main"/>
        </p:blipFill>
        <p:spPr>
          <a:xfrm xmlns:a="http://schemas.openxmlformats.org/drawingml/2006/main">
            <a:off x="2705100" y="63055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34" name="timeline-text-1">
            <a:extLst xmlns:a="http://schemas.openxmlformats.org/drawingml/2006/main">
              <a:ext uri="{FF2B5EF4-FFF2-40B4-BE49-F238E27FC236}">
                <a16:creationId xmlns:a16="http://schemas.microsoft.com/office/drawing/2014/main" id="{4A727200-EA29-4361-9862-418A0DE95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6210300"/>
            <a:ext cx="2590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>最小实现</a:t>
            </a:r>
          </a:p>
        </p:txBody>
      </p:sp>
      <p:sp>
        <p:nvSpPr>
          <p:cNvPr id="135" name="timeline-dot-2">
            <a:extLst xmlns:a="http://schemas.openxmlformats.org/drawingml/2006/main">
              <a:ext uri="{FF2B5EF4-FFF2-40B4-BE49-F238E27FC236}">
                <a16:creationId xmlns:a16="http://schemas.microsoft.com/office/drawing/2014/main" id="{3F1EC896-E46F-4384-894B-3DDEC4776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58674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136" name="timeline-card-2">
            <a:extLst xmlns:a="http://schemas.openxmlformats.org/drawingml/2006/main">
              <a:ext uri="{FF2B5EF4-FFF2-40B4-BE49-F238E27FC236}">
                <a16:creationId xmlns:a16="http://schemas.microsoft.com/office/drawing/2014/main" id="{F4FEA41C-C58A-4D35-9F21-95E1FD4ED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6172200"/>
            <a:ext cx="1428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EC"/>
          </a:solidFill>
          <a:ln xmlns:a="http://schemas.openxmlformats.org/drawingml/2006/main" w="0">
            <a:solidFill>
              <a:srgbClr val="FBEAEC"/>
            </a:solidFill>
            <a:prstDash val="solid"/>
          </a:ln>
        </p:spPr>
      </p:sp>
      <p:pic>
        <p:nvPicPr>
          <p:cNvPr id="2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7a6f66a74c4179"/>
          <a:stretch xmlns:a="http://schemas.openxmlformats.org/drawingml/2006/main"/>
        </p:blipFill>
        <p:spPr>
          <a:xfrm xmlns:a="http://schemas.openxmlformats.org/drawingml/2006/main">
            <a:off x="5943600" y="63055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38" name="timeline-text-2">
            <a:extLst xmlns:a="http://schemas.openxmlformats.org/drawingml/2006/main">
              <a:ext uri="{FF2B5EF4-FFF2-40B4-BE49-F238E27FC236}">
                <a16:creationId xmlns:a16="http://schemas.microsoft.com/office/drawing/2014/main" id="{75A6DFD3-381A-4508-A88C-74D03EE63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6210300"/>
            <a:ext cx="971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progress</a:t>
            </a:r>
          </a:p>
        </p:txBody>
      </p:sp>
      <p:sp>
        <p:nvSpPr>
          <p:cNvPr id="139" name="timeline-dot-3">
            <a:extLst xmlns:a="http://schemas.openxmlformats.org/drawingml/2006/main">
              <a:ext uri="{FF2B5EF4-FFF2-40B4-BE49-F238E27FC236}">
                <a16:creationId xmlns:a16="http://schemas.microsoft.com/office/drawing/2014/main" id="{EE23DBD8-AF98-46BF-B5EA-9A5764E71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8674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45C7"/>
          </a:solidFill>
          <a:ln xmlns:a="http://schemas.openxmlformats.org/drawingml/2006/main" w="0">
            <a:solidFill>
              <a:srgbClr val="6D45C7"/>
            </a:solidFill>
            <a:prstDash val="solid"/>
          </a:ln>
        </p:spPr>
      </p:sp>
      <p:sp>
        <p:nvSpPr>
          <p:cNvPr id="140" name="timeline-card-3">
            <a:extLst xmlns:a="http://schemas.openxmlformats.org/drawingml/2006/main">
              <a:ext uri="{FF2B5EF4-FFF2-40B4-BE49-F238E27FC236}">
                <a16:creationId xmlns:a16="http://schemas.microsoft.com/office/drawing/2014/main" id="{705D6FCE-1ACC-445B-943D-DD93AE12E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72200"/>
            <a:ext cx="2571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FA"/>
          </a:solidFill>
          <a:ln xmlns:a="http://schemas.openxmlformats.org/drawingml/2006/main" w="0">
            <a:solidFill>
              <a:srgbClr val="F1ECFA"/>
            </a:solidFill>
            <a:prstDash val="solid"/>
          </a:ln>
        </p:spPr>
      </p:sp>
      <p:pic>
        <p:nvPicPr>
          <p:cNvPr id="25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39c1e33d8248cc"/>
          <a:stretch xmlns:a="http://schemas.openxmlformats.org/drawingml/2006/main"/>
        </p:blipFill>
        <p:spPr>
          <a:xfrm xmlns:a="http://schemas.openxmlformats.org/drawingml/2006/main">
            <a:off x="7562850" y="63055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42" name="timeline-text-3">
            <a:extLst xmlns:a="http://schemas.openxmlformats.org/drawingml/2006/main">
              <a:ext uri="{FF2B5EF4-FFF2-40B4-BE49-F238E27FC236}">
                <a16:creationId xmlns:a16="http://schemas.microsoft.com/office/drawing/2014/main" id="{D8BB6B58-07F6-42CB-AD15-5ADC5CB98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6210300"/>
            <a:ext cx="2114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>DEBUG</a:t>
            </a:r>
          </a:p>
        </p:txBody>
      </p:sp>
      <p:sp>
        <p:nvSpPr>
          <p:cNvPr id="143" name="timeline-dot-4">
            <a:extLst xmlns:a="http://schemas.openxmlformats.org/drawingml/2006/main">
              <a:ext uri="{FF2B5EF4-FFF2-40B4-BE49-F238E27FC236}">
                <a16:creationId xmlns:a16="http://schemas.microsoft.com/office/drawing/2014/main" id="{42256876-971C-44C3-B36A-A2A5DC337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58674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F5B"/>
          </a:solidFill>
          <a:ln xmlns:a="http://schemas.openxmlformats.org/drawingml/2006/main" w="0">
            <a:solidFill>
              <a:srgbClr val="2F8F5B"/>
            </a:solidFill>
            <a:prstDash val="solid"/>
          </a:ln>
        </p:spPr>
      </p:sp>
      <p:sp>
        <p:nvSpPr>
          <p:cNvPr id="144" name="timeline-card-4">
            <a:extLst xmlns:a="http://schemas.openxmlformats.org/drawingml/2006/main">
              <a:ext uri="{FF2B5EF4-FFF2-40B4-BE49-F238E27FC236}">
                <a16:creationId xmlns:a16="http://schemas.microsoft.com/office/drawing/2014/main" id="{B406802C-BB49-4241-9BAC-E9752EDB4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6172200"/>
            <a:ext cx="10287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E"/>
          </a:solidFill>
          <a:ln xmlns:a="http://schemas.openxmlformats.org/drawingml/2006/main" w="0">
            <a:solidFill>
              <a:srgbClr val="EAF5EE"/>
            </a:solidFill>
            <a:prstDash val="solid"/>
          </a:ln>
        </p:spPr>
      </p:sp>
      <p:pic>
        <p:nvPicPr>
          <p:cNvPr id="26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8b53ca758247fe"/>
          <a:stretch xmlns:a="http://schemas.openxmlformats.org/drawingml/2006/main"/>
        </p:blipFill>
        <p:spPr>
          <a:xfrm xmlns:a="http://schemas.openxmlformats.org/drawingml/2006/main">
            <a:off x="10325100" y="63055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46" name="timeline-text-4">
            <a:extLst xmlns:a="http://schemas.openxmlformats.org/drawingml/2006/main">
              <a:ext uri="{FF2B5EF4-FFF2-40B4-BE49-F238E27FC236}">
                <a16:creationId xmlns:a16="http://schemas.microsoft.com/office/drawing/2014/main" id="{B28B3A76-07CD-44BF-8BCF-942072BDE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6210300"/>
            <a:ext cx="57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rPr>
              <a:t>事务/回滚</a:t>
            </a:r>
          </a:p>
        </p:txBody>
      </p:sp>
      <p:pic>
        <p:nvPicPr>
          <p:cNvPr id="26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0b41a832f64cfc"/>
          <a:stretch xmlns:a="http://schemas.openxmlformats.org/drawingml/2006/main"/>
        </p:blipFill>
        <p:spPr>
          <a:xfrm xmlns:a="http://schemas.openxmlformats.org/drawingml/2006/main">
            <a:off x="10382250" y="268813"/>
            <a:ext cx="952500" cy="2148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9805989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9937CBA2-7E4F-43F3-9EBA-CFD6BD1B5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38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rPr>
              <a:t>23 · 第四幕｜平台门与系统验收</a:t>
            </a:r>
          </a:p>
        </p:txBody>
      </p:sp>
      <p:sp>
        <p:nvSpPr>
          <p:cNvPr id="5" name="team-name">
            <a:extLst xmlns:a="http://schemas.openxmlformats.org/drawingml/2006/main">
              <a:ext uri="{FF2B5EF4-FFF2-40B4-BE49-F238E27FC236}">
                <a16:creationId xmlns:a16="http://schemas.microsoft.com/office/drawing/2014/main" id="{DF70FBB6-5F6E-4537-9090-0CBE67318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6" name="business-direction">
            <a:extLst xmlns:a="http://schemas.openxmlformats.org/drawingml/2006/main">
              <a:ext uri="{FF2B5EF4-FFF2-40B4-BE49-F238E27FC236}">
                <a16:creationId xmlns:a16="http://schemas.microsoft.com/office/drawing/2014/main" id="{264209F6-E82F-4B7F-97F5-9E0C8215D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" name="storyline-lead">
            <a:extLst xmlns:a="http://schemas.openxmlformats.org/drawingml/2006/main">
              <a:ext uri="{FF2B5EF4-FFF2-40B4-BE49-F238E27FC236}">
                <a16:creationId xmlns:a16="http://schemas.microsoft.com/office/drawing/2014/main" id="{513D4A51-8337-4FB4-B56E-8172C046E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8" name="storyline-outcome">
            <a:extLst xmlns:a="http://schemas.openxmlformats.org/drawingml/2006/main">
              <a:ext uri="{FF2B5EF4-FFF2-40B4-BE49-F238E27FC236}">
                <a16:creationId xmlns:a16="http://schemas.microsoft.com/office/drawing/2014/main" id="{BB1932BF-7915-4685-850E-EE30D779E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9" name="origin-story">
            <a:extLst xmlns:a="http://schemas.openxmlformats.org/drawingml/2006/main">
              <a:ext uri="{FF2B5EF4-FFF2-40B4-BE49-F238E27FC236}">
                <a16:creationId xmlns:a16="http://schemas.microsoft.com/office/drawing/2014/main" id="{4F383126-75F9-4A95-9DFA-12133DB4A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1104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210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代码正确之前，先过四道平台门</a:t>
            </a:r>
          </a:p>
        </p:txBody>
      </p:sp>
      <p:sp>
        <p:nvSpPr>
          <p:cNvPr id="10" name="capability-label">
            <a:extLst xmlns:a="http://schemas.openxmlformats.org/drawingml/2006/main">
              <a:ext uri="{FF2B5EF4-FFF2-40B4-BE49-F238E27FC236}">
                <a16:creationId xmlns:a16="http://schemas.microsoft.com/office/drawing/2014/main" id="{6618DDA6-5320-4544-A67A-4138E5DF0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9115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SLIDE 23 · WORKSHOP</a:t>
            </a:r>
          </a:p>
        </p:txBody>
      </p:sp>
      <p:sp>
        <p:nvSpPr>
          <p:cNvPr id="12" name="capability-goal-text">
            <a:extLst xmlns:a="http://schemas.openxmlformats.org/drawingml/2006/main">
              <a:ext uri="{FF2B5EF4-FFF2-40B4-BE49-F238E27FC236}">
                <a16:creationId xmlns:a16="http://schemas.microsoft.com/office/drawing/2014/main" id="{A9BB6ADF-6F5A-486E-9828-9BB90056D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4" name="capability-tech-text">
            <a:extLst xmlns:a="http://schemas.openxmlformats.org/drawingml/2006/main">
              <a:ext uri="{FF2B5EF4-FFF2-40B4-BE49-F238E27FC236}">
                <a16:creationId xmlns:a16="http://schemas.microsoft.com/office/drawing/2014/main" id="{A789BA83-BEE2-4D60-80BC-6239BCAB3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6" name="capability-collaboration-text">
            <a:extLst xmlns:a="http://schemas.openxmlformats.org/drawingml/2006/main">
              <a:ext uri="{FF2B5EF4-FFF2-40B4-BE49-F238E27FC236}">
                <a16:creationId xmlns:a16="http://schemas.microsoft.com/office/drawing/2014/main" id="{D085A46E-BB95-4E44-A140-3211DC950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8" name="capability-cohesion-text">
            <a:extLst xmlns:a="http://schemas.openxmlformats.org/drawingml/2006/main">
              <a:ext uri="{FF2B5EF4-FFF2-40B4-BE49-F238E27FC236}">
                <a16:creationId xmlns:a16="http://schemas.microsoft.com/office/drawing/2014/main" id="{31E7FE61-7CF7-4BF1-B351-6E8BC2ABB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21" name="journey-top-rule">
            <a:extLst xmlns:a="http://schemas.openxmlformats.org/drawingml/2006/main">
              <a:ext uri="{FF2B5EF4-FFF2-40B4-BE49-F238E27FC236}">
                <a16:creationId xmlns:a16="http://schemas.microsoft.com/office/drawing/2014/main" id="{3F7D1C62-8DF5-4E48-9864-9C17DDEE1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2" name="journey-label">
            <a:extLst xmlns:a="http://schemas.openxmlformats.org/drawingml/2006/main">
              <a:ext uri="{FF2B5EF4-FFF2-40B4-BE49-F238E27FC236}">
                <a16:creationId xmlns:a16="http://schemas.microsoft.com/office/drawing/2014/main" id="{8E7E41EF-B0E6-4678-B07F-0EBF826CF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SDK、权限、管理员和设备条件失败时，结论是 BLOCKED 或 UNKNOWN，不要改业务代码。</a:t>
            </a:r>
          </a:p>
        </p:txBody>
      </p:sp>
      <p:sp>
        <p:nvSpPr>
          <p:cNvPr id="26" name="stage-01-number">
            <a:extLst xmlns:a="http://schemas.openxmlformats.org/drawingml/2006/main">
              <a:ext uri="{FF2B5EF4-FFF2-40B4-BE49-F238E27FC236}">
                <a16:creationId xmlns:a16="http://schemas.microsoft.com/office/drawing/2014/main" id="{4225D723-AF17-46CE-8F57-EF6385A30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27" name="stage-01-title">
            <a:extLst xmlns:a="http://schemas.openxmlformats.org/drawingml/2006/main">
              <a:ext uri="{FF2B5EF4-FFF2-40B4-BE49-F238E27FC236}">
                <a16:creationId xmlns:a16="http://schemas.microsoft.com/office/drawing/2014/main" id="{A080687F-349A-4D96-8B9B-B15D9284C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28" name="stage-01-body">
            <a:extLst xmlns:a="http://schemas.openxmlformats.org/drawingml/2006/main">
              <a:ext uri="{FF2B5EF4-FFF2-40B4-BE49-F238E27FC236}">
                <a16:creationId xmlns:a16="http://schemas.microsoft.com/office/drawing/2014/main" id="{35DB16DD-F51B-49F2-B81F-24E50A16B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36" name="stage-03-number">
            <a:extLst xmlns:a="http://schemas.openxmlformats.org/drawingml/2006/main">
              <a:ext uri="{FF2B5EF4-FFF2-40B4-BE49-F238E27FC236}">
                <a16:creationId xmlns:a16="http://schemas.microsoft.com/office/drawing/2014/main" id="{C0286EEE-76D7-4C3D-959B-C1A40C2DE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37" name="stage-03-title">
            <a:extLst xmlns:a="http://schemas.openxmlformats.org/drawingml/2006/main">
              <a:ext uri="{FF2B5EF4-FFF2-40B4-BE49-F238E27FC236}">
                <a16:creationId xmlns:a16="http://schemas.microsoft.com/office/drawing/2014/main" id="{B27EC97C-4E04-4513-B0CF-9ED410CD8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38" name="stage-03-body">
            <a:extLst xmlns:a="http://schemas.openxmlformats.org/drawingml/2006/main">
              <a:ext uri="{FF2B5EF4-FFF2-40B4-BE49-F238E27FC236}">
                <a16:creationId xmlns:a16="http://schemas.microsoft.com/office/drawing/2014/main" id="{9E912F49-5FAE-4B6A-9826-0EE1EFB7F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46" name="stage-05-number">
            <a:extLst xmlns:a="http://schemas.openxmlformats.org/drawingml/2006/main">
              <a:ext uri="{FF2B5EF4-FFF2-40B4-BE49-F238E27FC236}">
                <a16:creationId xmlns:a16="http://schemas.microsoft.com/office/drawing/2014/main" id="{AA36F8DB-73A8-47E8-A962-56FE8DE85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47" name="stage-05-title">
            <a:extLst xmlns:a="http://schemas.openxmlformats.org/drawingml/2006/main">
              <a:ext uri="{FF2B5EF4-FFF2-40B4-BE49-F238E27FC236}">
                <a16:creationId xmlns:a16="http://schemas.microsoft.com/office/drawing/2014/main" id="{E55E05DE-AFC6-4422-9A2F-AD9E27F89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48" name="stage-05-body">
            <a:extLst xmlns:a="http://schemas.openxmlformats.org/drawingml/2006/main">
              <a:ext uri="{FF2B5EF4-FFF2-40B4-BE49-F238E27FC236}">
                <a16:creationId xmlns:a16="http://schemas.microsoft.com/office/drawing/2014/main" id="{F938BB63-05FA-4699-B9B6-45CD5A0C9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0" name="rail-flow-label">
            <a:extLst xmlns:a="http://schemas.openxmlformats.org/drawingml/2006/main">
              <a:ext uri="{FF2B5EF4-FFF2-40B4-BE49-F238E27FC236}">
                <a16:creationId xmlns:a16="http://schemas.microsoft.com/office/drawing/2014/main" id="{FF5EAC43-B84B-4541-B2F4-61336FAA9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8585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858585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1" name="rail-flow-line">
            <a:extLst xmlns:a="http://schemas.openxmlformats.org/drawingml/2006/main">
              <a:ext uri="{FF2B5EF4-FFF2-40B4-BE49-F238E27FC236}">
                <a16:creationId xmlns:a16="http://schemas.microsoft.com/office/drawing/2014/main" id="{AF9A8871-2B22-4386-A390-72752FB38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3" name="rail-flow-idea-label">
            <a:extLst xmlns:a="http://schemas.openxmlformats.org/drawingml/2006/main">
              <a:ext uri="{FF2B5EF4-FFF2-40B4-BE49-F238E27FC236}">
                <a16:creationId xmlns:a16="http://schemas.microsoft.com/office/drawing/2014/main" id="{72E1E745-7177-4B95-A3C2-46F9EE067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5" name="rail-flow-attack-label">
            <a:extLst xmlns:a="http://schemas.openxmlformats.org/drawingml/2006/main">
              <a:ext uri="{FF2B5EF4-FFF2-40B4-BE49-F238E27FC236}">
                <a16:creationId xmlns:a16="http://schemas.microsoft.com/office/drawing/2014/main" id="{1CD5E551-A644-4209-8B85-C43D55DAD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7" name="rail-flow-delivery-label">
            <a:extLst xmlns:a="http://schemas.openxmlformats.org/drawingml/2006/main">
              <a:ext uri="{FF2B5EF4-FFF2-40B4-BE49-F238E27FC236}">
                <a16:creationId xmlns:a16="http://schemas.microsoft.com/office/drawing/2014/main" id="{41242F25-AB1D-4FEC-AA44-0C6A2FA72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8" name="rail-result-box">
            <a:extLst xmlns:a="http://schemas.openxmlformats.org/drawingml/2006/main">
              <a:ext uri="{FF2B5EF4-FFF2-40B4-BE49-F238E27FC236}">
                <a16:creationId xmlns:a16="http://schemas.microsoft.com/office/drawing/2014/main" id="{F7117D08-254C-4F26-B6DD-8B03EB047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0" name="rail-result-text">
            <a:extLst xmlns:a="http://schemas.openxmlformats.org/drawingml/2006/main">
              <a:ext uri="{FF2B5EF4-FFF2-40B4-BE49-F238E27FC236}">
                <a16:creationId xmlns:a16="http://schemas.microsoft.com/office/drawing/2014/main" id="{34A8EF6F-28E9-4F9F-8CFD-1BF6F2603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63" b="1">
                <a:solidFill>
                  <a:srgbClr val="9C000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9C000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61" name="grid-top-rule">
            <a:extLst xmlns:a="http://schemas.openxmlformats.org/drawingml/2006/main">
              <a:ext uri="{FF2B5EF4-FFF2-40B4-BE49-F238E27FC236}">
                <a16:creationId xmlns:a16="http://schemas.microsoft.com/office/drawing/2014/main" id="{0F39FBDF-9E3B-4D49-B005-6B5B93FED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2" name="grid-middle-rule">
            <a:extLst xmlns:a="http://schemas.openxmlformats.org/drawingml/2006/main">
              <a:ext uri="{FF2B5EF4-FFF2-40B4-BE49-F238E27FC236}">
                <a16:creationId xmlns:a16="http://schemas.microsoft.com/office/drawing/2014/main" id="{BBC7B45A-19EF-4696-97BA-CE5C123E4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3" name="grid-vertical-rule">
            <a:extLst xmlns:a="http://schemas.openxmlformats.org/drawingml/2006/main">
              <a:ext uri="{FF2B5EF4-FFF2-40B4-BE49-F238E27FC236}">
                <a16:creationId xmlns:a16="http://schemas.microsoft.com/office/drawing/2014/main" id="{9513784B-DF55-42B5-ACF2-4EF87CE54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4" name="capability-top-rule">
            <a:extLst xmlns:a="http://schemas.openxmlformats.org/drawingml/2006/main">
              <a:ext uri="{FF2B5EF4-FFF2-40B4-BE49-F238E27FC236}">
                <a16:creationId xmlns:a16="http://schemas.microsoft.com/office/drawing/2014/main" id="{9013330B-53F2-4C98-B459-B7BC45073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5" name="module-01-icon-background">
            <a:extLst xmlns:a="http://schemas.openxmlformats.org/drawingml/2006/main">
              <a:ext uri="{FF2B5EF4-FFF2-40B4-BE49-F238E27FC236}">
                <a16:creationId xmlns:a16="http://schemas.microsoft.com/office/drawing/2014/main" id="{6BB7565D-24EF-47D6-BBB0-E18B6DE76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24050"/>
            <a:ext cx="4762500" cy="3124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B"/>
          </a:solidFill>
          <a:ln xmlns:a="http://schemas.openxmlformats.org/drawingml/2006/main" w="0">
            <a:solidFill>
              <a:srgbClr val="EAF2FB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7" name="module-02-icon-background">
            <a:extLst xmlns:a="http://schemas.openxmlformats.org/drawingml/2006/main">
              <a:ext uri="{FF2B5EF4-FFF2-40B4-BE49-F238E27FC236}">
                <a16:creationId xmlns:a16="http://schemas.microsoft.com/office/drawing/2014/main" id="{80C31D3C-F758-4BBC-A10E-E9C339D14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24050"/>
            <a:ext cx="4762500" cy="3124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FA"/>
          </a:solidFill>
          <a:ln xmlns:a="http://schemas.openxmlformats.org/drawingml/2006/main" w="0">
            <a:solidFill>
              <a:srgbClr val="F1ECF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9" name="module-03-icon-background">
            <a:extLst xmlns:a="http://schemas.openxmlformats.org/drawingml/2006/main">
              <a:ext uri="{FF2B5EF4-FFF2-40B4-BE49-F238E27FC236}">
                <a16:creationId xmlns:a16="http://schemas.microsoft.com/office/drawing/2014/main" id="{78E97F08-D68A-43EC-A2D0-7C3051E07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1" name="module-04-icon-background">
            <a:extLst xmlns:a="http://schemas.openxmlformats.org/drawingml/2006/main">
              <a:ext uri="{FF2B5EF4-FFF2-40B4-BE49-F238E27FC236}">
                <a16:creationId xmlns:a16="http://schemas.microsoft.com/office/drawing/2014/main" id="{C303905D-0287-4B86-92D4-33F0EB3B9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3" name="module-04-number">
            <a:extLst xmlns:a="http://schemas.openxmlformats.org/drawingml/2006/main">
              <a:ext uri="{FF2B5EF4-FFF2-40B4-BE49-F238E27FC236}">
                <a16:creationId xmlns:a16="http://schemas.microsoft.com/office/drawing/2014/main" id="{644EFF2E-DC9B-4D41-84F4-10582B446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4" name="module-04-title">
            <a:extLst xmlns:a="http://schemas.openxmlformats.org/drawingml/2006/main">
              <a:ext uri="{FF2B5EF4-FFF2-40B4-BE49-F238E27FC236}">
                <a16:creationId xmlns:a16="http://schemas.microsoft.com/office/drawing/2014/main" id="{9C3B8801-0886-4C35-A421-9571B2595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5" name="module-04-body">
            <a:extLst xmlns:a="http://schemas.openxmlformats.org/drawingml/2006/main">
              <a:ext uri="{FF2B5EF4-FFF2-40B4-BE49-F238E27FC236}">
                <a16:creationId xmlns:a16="http://schemas.microsoft.com/office/drawing/2014/main" id="{815AB31E-77DC-41EF-9FDD-2104B3529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6" name="capability-goal-icon-background">
            <a:extLst xmlns:a="http://schemas.openxmlformats.org/drawingml/2006/main">
              <a:ext uri="{FF2B5EF4-FFF2-40B4-BE49-F238E27FC236}">
                <a16:creationId xmlns:a16="http://schemas.microsoft.com/office/drawing/2014/main" id="{ACC8CF6A-83B8-4CA8-B500-7FCD1FE49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8" name="capability-tech-icon-background">
            <a:extLst xmlns:a="http://schemas.openxmlformats.org/drawingml/2006/main">
              <a:ext uri="{FF2B5EF4-FFF2-40B4-BE49-F238E27FC236}">
                <a16:creationId xmlns:a16="http://schemas.microsoft.com/office/drawing/2014/main" id="{1FBC427F-E57C-45DB-9CCE-FEBB0D899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0" name="capability-collaboration-icon-background">
            <a:extLst xmlns:a="http://schemas.openxmlformats.org/drawingml/2006/main">
              <a:ext uri="{FF2B5EF4-FFF2-40B4-BE49-F238E27FC236}">
                <a16:creationId xmlns:a16="http://schemas.microsoft.com/office/drawing/2014/main" id="{6E13DFB3-20F1-4890-9CA4-4556205A7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2" name="capability-cohesion-icon-background">
            <a:extLst xmlns:a="http://schemas.openxmlformats.org/drawingml/2006/main">
              <a:ext uri="{FF2B5EF4-FFF2-40B4-BE49-F238E27FC236}">
                <a16:creationId xmlns:a16="http://schemas.microsoft.com/office/drawing/2014/main" id="{6D6CB4E0-0BEB-4D63-8FF5-DCEBE4D95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4" name="competitiveness-result-box">
            <a:extLst xmlns:a="http://schemas.openxmlformats.org/drawingml/2006/main">
              <a:ext uri="{FF2B5EF4-FFF2-40B4-BE49-F238E27FC236}">
                <a16:creationId xmlns:a16="http://schemas.microsoft.com/office/drawing/2014/main" id="{F216EF67-2742-4E3A-81AE-9DA7A0133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6" name="competitiveness-result-text">
            <a:extLst xmlns:a="http://schemas.openxmlformats.org/drawingml/2006/main">
              <a:ext uri="{FF2B5EF4-FFF2-40B4-BE49-F238E27FC236}">
                <a16:creationId xmlns:a16="http://schemas.microsoft.com/office/drawing/2014/main" id="{5EF20348-951F-48D4-9F42-3FB89748A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276850"/>
            <a:ext cx="733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38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rPr>
              <a:t>平台预检失败时，业务 diff 再漂亮也不能形成 GREEN。</a:t>
            </a:r>
          </a:p>
        </p:txBody>
      </p:sp>
      <p:pic>
        <p:nvPicPr>
          <p:cNvPr id="20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7231f77f9b474f"/>
          <a:stretch xmlns:a="http://schemas.openxmlformats.org/drawingml/2006/main"/>
        </p:blipFill>
        <p:spPr>
          <a:xfrm xmlns:a="http://schemas.openxmlformats.org/drawingml/2006/main">
            <a:off x="400050" y="257175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88" name="case-header-rule">
            <a:extLst xmlns:a="http://schemas.openxmlformats.org/drawingml/2006/main">
              <a:ext uri="{FF2B5EF4-FFF2-40B4-BE49-F238E27FC236}">
                <a16:creationId xmlns:a16="http://schemas.microsoft.com/office/drawing/2014/main" id="{BAC1EAF4-B798-4F81-B3D8-E711C771E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0020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7D7"/>
          </a:solidFill>
          <a:ln xmlns:a="http://schemas.openxmlformats.org/drawingml/2006/main" w="0">
            <a:solidFill>
              <a:srgbClr val="D7D7D7"/>
            </a:solidFill>
            <a:prstDash val="solid"/>
          </a:ln>
        </p:spPr>
      </p:sp>
      <p:pic>
        <p:nvPicPr>
          <p:cNvPr id="20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d81f0e9c0943c2"/>
          <a:stretch xmlns:a="http://schemas.openxmlformats.org/drawingml/2006/main"/>
        </p:blipFill>
        <p:spPr>
          <a:xfrm xmlns:a="http://schemas.openxmlformats.org/drawingml/2006/main">
            <a:off x="666750" y="2190750"/>
            <a:ext cx="438150" cy="438150"/>
          </a:xfrm>
          <a:prstGeom xmlns:a="http://schemas.openxmlformats.org/drawingml/2006/main" prst="rect">
            <a:avLst/>
          </a:prstGeom>
        </p:spPr>
      </p:pic>
      <p:pic>
        <p:nvPicPr>
          <p:cNvPr id="20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ed68509d32480e"/>
          <a:stretch xmlns:a="http://schemas.openxmlformats.org/drawingml/2006/main"/>
        </p:blipFill>
        <p:spPr>
          <a:xfrm xmlns:a="http://schemas.openxmlformats.org/drawingml/2006/main">
            <a:off x="6838950" y="2190750"/>
            <a:ext cx="438150" cy="438150"/>
          </a:xfrm>
          <a:prstGeom xmlns:a="http://schemas.openxmlformats.org/drawingml/2006/main" prst="rect">
            <a:avLst/>
          </a:prstGeom>
        </p:spPr>
      </p:pic>
      <p:sp>
        <p:nvSpPr>
          <p:cNvPr id="91" name="case-one-number">
            <a:extLst xmlns:a="http://schemas.openxmlformats.org/drawingml/2006/main">
              <a:ext uri="{FF2B5EF4-FFF2-40B4-BE49-F238E27FC236}">
                <a16:creationId xmlns:a16="http://schemas.microsoft.com/office/drawing/2014/main" id="{80F689AD-6F88-4A35-AE85-A26AC3B82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1526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rPr>
              <a:t>CASE 23</a:t>
            </a:r>
          </a:p>
        </p:txBody>
      </p:sp>
      <p:sp>
        <p:nvSpPr>
          <p:cNvPr id="92" name="case-two-number">
            <a:extLst xmlns:a="http://schemas.openxmlformats.org/drawingml/2006/main">
              <a:ext uri="{FF2B5EF4-FFF2-40B4-BE49-F238E27FC236}">
                <a16:creationId xmlns:a16="http://schemas.microsoft.com/office/drawing/2014/main" id="{0A6698CA-AC0B-41F4-85BA-082BCE6B8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1526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>CONTRAST</a:t>
            </a:r>
          </a:p>
        </p:txBody>
      </p:sp>
      <p:sp>
        <p:nvSpPr>
          <p:cNvPr id="93" name="case-one-title">
            <a:extLst xmlns:a="http://schemas.openxmlformats.org/drawingml/2006/main">
              <a:ext uri="{FF2B5EF4-FFF2-40B4-BE49-F238E27FC236}">
                <a16:creationId xmlns:a16="http://schemas.microsoft.com/office/drawing/2014/main" id="{EE710BA8-D19C-4963-AFB4-4F3C1F99D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3622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开发环境预检</a:t>
            </a:r>
          </a:p>
        </p:txBody>
      </p:sp>
      <p:sp>
        <p:nvSpPr>
          <p:cNvPr id="94" name="case-two-title">
            <a:extLst xmlns:a="http://schemas.openxmlformats.org/drawingml/2006/main">
              <a:ext uri="{FF2B5EF4-FFF2-40B4-BE49-F238E27FC236}">
                <a16:creationId xmlns:a16="http://schemas.microsoft.com/office/drawing/2014/main" id="{318AF84A-C84B-43B2-BA7D-1800772BA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3622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运行环境预检</a:t>
            </a:r>
          </a:p>
        </p:txBody>
      </p:sp>
      <p:sp>
        <p:nvSpPr>
          <p:cNvPr id="95" name="case-one-method">
            <a:extLst xmlns:a="http://schemas.openxmlformats.org/drawingml/2006/main">
              <a:ext uri="{FF2B5EF4-FFF2-40B4-BE49-F238E27FC236}">
                <a16:creationId xmlns:a16="http://schemas.microsoft.com/office/drawing/2014/main" id="{D641B88F-BC38-42A3-A4BB-5C0A78563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rPr>
              <a:t>SDK / PERMISSION</a:t>
            </a:r>
          </a:p>
        </p:txBody>
      </p:sp>
      <p:sp>
        <p:nvSpPr>
          <p:cNvPr id="96" name="case-two-method">
            <a:extLst xmlns:a="http://schemas.openxmlformats.org/drawingml/2006/main">
              <a:ext uri="{FF2B5EF4-FFF2-40B4-BE49-F238E27FC236}">
                <a16:creationId xmlns:a16="http://schemas.microsoft.com/office/drawing/2014/main" id="{138671CA-C122-4895-8836-E45A6FC58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575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>ADMIN / DEVICE</a:t>
            </a:r>
          </a:p>
        </p:txBody>
      </p:sp>
      <p:sp>
        <p:nvSpPr>
          <p:cNvPr id="97" name="case-left-rule-0">
            <a:extLst xmlns:a="http://schemas.openxmlformats.org/drawingml/2006/main">
              <a:ext uri="{FF2B5EF4-FFF2-40B4-BE49-F238E27FC236}">
                <a16:creationId xmlns:a16="http://schemas.microsoft.com/office/drawing/2014/main" id="{A9E0F7F1-556E-496E-816D-C112F9654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813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98" name="case-right-rule-0">
            <a:extLst xmlns:a="http://schemas.openxmlformats.org/drawingml/2006/main">
              <a:ext uri="{FF2B5EF4-FFF2-40B4-BE49-F238E27FC236}">
                <a16:creationId xmlns:a16="http://schemas.microsoft.com/office/drawing/2014/main" id="{F698392D-CBD9-4BDB-A31B-B374CB008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1813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99" name="case-label-left-0">
            <a:extLst xmlns:a="http://schemas.openxmlformats.org/drawingml/2006/main">
              <a:ext uri="{FF2B5EF4-FFF2-40B4-BE49-F238E27FC236}">
                <a16:creationId xmlns:a16="http://schemas.microsoft.com/office/drawing/2014/main" id="{1AFF2D59-C41A-4DA2-B654-8554618F8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SDK / API</a:t>
            </a:r>
          </a:p>
        </p:txBody>
      </p:sp>
      <p:sp>
        <p:nvSpPr>
          <p:cNvPr id="100" name="case-value-left-0">
            <a:extLst xmlns:a="http://schemas.openxmlformats.org/drawingml/2006/main">
              <a:ext uri="{FF2B5EF4-FFF2-40B4-BE49-F238E27FC236}">
                <a16:creationId xmlns:a16="http://schemas.microsoft.com/office/drawing/2014/main" id="{17B95C37-E670-4E76-804D-E304F37CD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2385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目标类型与 API level 存在？</a:t>
            </a:r>
          </a:p>
        </p:txBody>
      </p:sp>
      <p:sp>
        <p:nvSpPr>
          <p:cNvPr id="101" name="case-label-right-0">
            <a:extLst xmlns:a="http://schemas.openxmlformats.org/drawingml/2006/main">
              <a:ext uri="{FF2B5EF4-FFF2-40B4-BE49-F238E27FC236}">
                <a16:creationId xmlns:a16="http://schemas.microsoft.com/office/drawing/2014/main" id="{18A46C20-C188-49D9-98C2-BA5F1F298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2385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Admin</a:t>
            </a:r>
          </a:p>
        </p:txBody>
      </p:sp>
      <p:sp>
        <p:nvSpPr>
          <p:cNvPr id="102" name="case-value-right-0">
            <a:extLst xmlns:a="http://schemas.openxmlformats.org/drawingml/2006/main">
              <a:ext uri="{FF2B5EF4-FFF2-40B4-BE49-F238E27FC236}">
                <a16:creationId xmlns:a16="http://schemas.microsoft.com/office/drawing/2014/main" id="{7B7E08BA-BD87-441F-B3DB-2BCCF3B9A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2385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企业管理员已激活？</a:t>
            </a:r>
          </a:p>
        </p:txBody>
      </p:sp>
      <p:sp>
        <p:nvSpPr>
          <p:cNvPr id="103" name="case-left-rule-1">
            <a:extLst xmlns:a="http://schemas.openxmlformats.org/drawingml/2006/main">
              <a:ext uri="{FF2B5EF4-FFF2-40B4-BE49-F238E27FC236}">
                <a16:creationId xmlns:a16="http://schemas.microsoft.com/office/drawing/2014/main" id="{659D7CC2-4EC3-4F7C-BF89-3A07EE6C3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004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04" name="case-right-rule-1">
            <a:extLst xmlns:a="http://schemas.openxmlformats.org/drawingml/2006/main">
              <a:ext uri="{FF2B5EF4-FFF2-40B4-BE49-F238E27FC236}">
                <a16:creationId xmlns:a16="http://schemas.microsoft.com/office/drawing/2014/main" id="{B37D164D-5E44-46FA-ADF5-91601117C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6004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05" name="case-label-left-1">
            <a:extLst xmlns:a="http://schemas.openxmlformats.org/drawingml/2006/main">
              <a:ext uri="{FF2B5EF4-FFF2-40B4-BE49-F238E27FC236}">
                <a16:creationId xmlns:a16="http://schemas.microsoft.com/office/drawing/2014/main" id="{796BAB44-29A4-4469-8C56-2DD29EAB6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576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失败</a:t>
            </a:r>
          </a:p>
        </p:txBody>
      </p:sp>
      <p:sp>
        <p:nvSpPr>
          <p:cNvPr id="106" name="case-value-left-1">
            <a:extLst xmlns:a="http://schemas.openxmlformats.org/drawingml/2006/main">
              <a:ext uri="{FF2B5EF4-FFF2-40B4-BE49-F238E27FC236}">
                <a16:creationId xmlns:a16="http://schemas.microsoft.com/office/drawing/2014/main" id="{E2585E34-D692-44BF-BE1E-7329CBA4B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576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BLOCKED</a:t>
            </a:r>
          </a:p>
        </p:txBody>
      </p:sp>
      <p:sp>
        <p:nvSpPr>
          <p:cNvPr id="107" name="case-label-right-1">
            <a:extLst xmlns:a="http://schemas.openxmlformats.org/drawingml/2006/main">
              <a:ext uri="{FF2B5EF4-FFF2-40B4-BE49-F238E27FC236}">
                <a16:creationId xmlns:a16="http://schemas.microsoft.com/office/drawing/2014/main" id="{40591D54-6B8B-4336-9EA6-38AC4E705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6576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失败</a:t>
            </a:r>
          </a:p>
        </p:txBody>
      </p:sp>
      <p:sp>
        <p:nvSpPr>
          <p:cNvPr id="108" name="case-value-right-1">
            <a:extLst xmlns:a="http://schemas.openxmlformats.org/drawingml/2006/main">
              <a:ext uri="{FF2B5EF4-FFF2-40B4-BE49-F238E27FC236}">
                <a16:creationId xmlns:a16="http://schemas.microsoft.com/office/drawing/2014/main" id="{3E0F325A-0686-4039-ACBE-35AD57BC2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6576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BLOCKED</a:t>
            </a:r>
          </a:p>
        </p:txBody>
      </p:sp>
      <p:sp>
        <p:nvSpPr>
          <p:cNvPr id="109" name="case-left-rule-2">
            <a:extLst xmlns:a="http://schemas.openxmlformats.org/drawingml/2006/main">
              <a:ext uri="{FF2B5EF4-FFF2-40B4-BE49-F238E27FC236}">
                <a16:creationId xmlns:a16="http://schemas.microsoft.com/office/drawing/2014/main" id="{B431DC1D-7996-47F7-B716-B4104C061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195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0" name="case-right-rule-2">
            <a:extLst xmlns:a="http://schemas.openxmlformats.org/drawingml/2006/main">
              <a:ext uri="{FF2B5EF4-FFF2-40B4-BE49-F238E27FC236}">
                <a16:creationId xmlns:a16="http://schemas.microsoft.com/office/drawing/2014/main" id="{8A9990CB-8F45-4A02-86D6-E10EE0E9F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0195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1" name="case-label-left-2">
            <a:extLst xmlns:a="http://schemas.openxmlformats.org/drawingml/2006/main">
              <a:ext uri="{FF2B5EF4-FFF2-40B4-BE49-F238E27FC236}">
                <a16:creationId xmlns:a16="http://schemas.microsoft.com/office/drawing/2014/main" id="{2BEDC775-5045-4471-AF1B-C0AD01484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767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Permission</a:t>
            </a:r>
          </a:p>
        </p:txBody>
      </p:sp>
      <p:sp>
        <p:nvSpPr>
          <p:cNvPr id="112" name="case-value-left-2">
            <a:extLst xmlns:a="http://schemas.openxmlformats.org/drawingml/2006/main">
              <a:ext uri="{FF2B5EF4-FFF2-40B4-BE49-F238E27FC236}">
                <a16:creationId xmlns:a16="http://schemas.microsoft.com/office/drawing/2014/main" id="{EA218FAD-D644-4FFB-BE95-C64F04C7F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767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权限与签名 ACL 匹配？</a:t>
            </a:r>
          </a:p>
        </p:txBody>
      </p:sp>
      <p:sp>
        <p:nvSpPr>
          <p:cNvPr id="113" name="case-label-right-2">
            <a:extLst xmlns:a="http://schemas.openxmlformats.org/drawingml/2006/main">
              <a:ext uri="{FF2B5EF4-FFF2-40B4-BE49-F238E27FC236}">
                <a16:creationId xmlns:a16="http://schemas.microsoft.com/office/drawing/2014/main" id="{577C7B67-0F67-44A6-9DDD-559EFF9DC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0767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Device</a:t>
            </a:r>
          </a:p>
        </p:txBody>
      </p:sp>
      <p:sp>
        <p:nvSpPr>
          <p:cNvPr id="114" name="case-value-right-2">
            <a:extLst xmlns:a="http://schemas.openxmlformats.org/drawingml/2006/main">
              <a:ext uri="{FF2B5EF4-FFF2-40B4-BE49-F238E27FC236}">
                <a16:creationId xmlns:a16="http://schemas.microsoft.com/office/drawing/2014/main" id="{563E56E8-30B3-435F-846A-BBF723B44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0767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账号、网络、包版本可确认？</a:t>
            </a:r>
          </a:p>
        </p:txBody>
      </p:sp>
      <p:sp>
        <p:nvSpPr>
          <p:cNvPr id="115" name="case-left-rule-3">
            <a:extLst xmlns:a="http://schemas.openxmlformats.org/drawingml/2006/main">
              <a:ext uri="{FF2B5EF4-FFF2-40B4-BE49-F238E27FC236}">
                <a16:creationId xmlns:a16="http://schemas.microsoft.com/office/drawing/2014/main" id="{73F1F4EA-AE10-4C4D-BA07-7CC8DAE70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386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6" name="case-right-rule-3">
            <a:extLst xmlns:a="http://schemas.openxmlformats.org/drawingml/2006/main">
              <a:ext uri="{FF2B5EF4-FFF2-40B4-BE49-F238E27FC236}">
                <a16:creationId xmlns:a16="http://schemas.microsoft.com/office/drawing/2014/main" id="{54F3B591-F56B-4DB3-A065-BC6E7BCF2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4386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7" name="case-label-left-3">
            <a:extLst xmlns:a="http://schemas.openxmlformats.org/drawingml/2006/main">
              <a:ext uri="{FF2B5EF4-FFF2-40B4-BE49-F238E27FC236}">
                <a16:creationId xmlns:a16="http://schemas.microsoft.com/office/drawing/2014/main" id="{678E3CF7-1438-4AC3-A0C1-5353F3F2F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958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失败</a:t>
            </a:r>
          </a:p>
        </p:txBody>
      </p:sp>
      <p:sp>
        <p:nvSpPr>
          <p:cNvPr id="118" name="case-value-left-3">
            <a:extLst xmlns:a="http://schemas.openxmlformats.org/drawingml/2006/main">
              <a:ext uri="{FF2B5EF4-FFF2-40B4-BE49-F238E27FC236}">
                <a16:creationId xmlns:a16="http://schemas.microsoft.com/office/drawing/2014/main" id="{63677797-5DC0-45FD-9D3E-4D98A65D1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4958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BLOCKED</a:t>
            </a:r>
          </a:p>
        </p:txBody>
      </p:sp>
      <p:sp>
        <p:nvSpPr>
          <p:cNvPr id="119" name="case-label-right-3">
            <a:extLst xmlns:a="http://schemas.openxmlformats.org/drawingml/2006/main">
              <a:ext uri="{FF2B5EF4-FFF2-40B4-BE49-F238E27FC236}">
                <a16:creationId xmlns:a16="http://schemas.microsoft.com/office/drawing/2014/main" id="{796CDBCF-DEAC-47B8-9C7D-BBC794C33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4958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失败</a:t>
            </a:r>
          </a:p>
        </p:txBody>
      </p:sp>
      <p:sp>
        <p:nvSpPr>
          <p:cNvPr id="120" name="case-value-right-3">
            <a:extLst xmlns:a="http://schemas.openxmlformats.org/drawingml/2006/main">
              <a:ext uri="{FF2B5EF4-FFF2-40B4-BE49-F238E27FC236}">
                <a16:creationId xmlns:a16="http://schemas.microsoft.com/office/drawing/2014/main" id="{1212E204-1B9F-477E-80DD-961E203DC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4958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UNKNOWN</a:t>
            </a:r>
          </a:p>
        </p:txBody>
      </p:sp>
      <p:sp>
        <p:nvSpPr>
          <p:cNvPr id="121" name="case-transfer-circle">
            <a:extLst xmlns:a="http://schemas.openxmlformats.org/drawingml/2006/main">
              <a:ext uri="{FF2B5EF4-FFF2-40B4-BE49-F238E27FC236}">
                <a16:creationId xmlns:a16="http://schemas.microsoft.com/office/drawing/2014/main" id="{FF6A693F-DADF-434A-A7E7-B5831EE8E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95275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7000B"/>
            </a:solidFill>
            <a:prstDash val="solid"/>
          </a:ln>
        </p:spPr>
      </p:sp>
      <p:pic>
        <p:nvPicPr>
          <p:cNvPr id="2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591f9dca0e4642"/>
          <a:stretch xmlns:a="http://schemas.openxmlformats.org/drawingml/2006/main"/>
        </p:blipFill>
        <p:spPr>
          <a:xfrm xmlns:a="http://schemas.openxmlformats.org/drawingml/2006/main">
            <a:off x="5667375" y="3105150"/>
            <a:ext cx="400050" cy="400050"/>
          </a:xfrm>
          <a:prstGeom xmlns:a="http://schemas.openxmlformats.org/drawingml/2006/main" prst="rect">
            <a:avLst/>
          </a:prstGeom>
        </p:spPr>
      </p:pic>
      <p:sp>
        <p:nvSpPr>
          <p:cNvPr id="123" name="case-transfer-text">
            <a:extLst xmlns:a="http://schemas.openxmlformats.org/drawingml/2006/main">
              <a:ext uri="{FF2B5EF4-FFF2-40B4-BE49-F238E27FC236}">
                <a16:creationId xmlns:a16="http://schemas.microsoft.com/office/drawing/2014/main" id="{48A38601-6EA4-43E6-9D6F-38C449733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524250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88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对照</a:t>
            </a:r>
          </a:p>
        </p:txBody>
      </p:sp>
      <p:sp>
        <p:nvSpPr>
          <p:cNvPr id="124" name="case-left-arrow">
            <a:extLst xmlns:a="http://schemas.openxmlformats.org/drawingml/2006/main">
              <a:ext uri="{FF2B5EF4-FFF2-40B4-BE49-F238E27FC236}">
                <a16:creationId xmlns:a16="http://schemas.microsoft.com/office/drawing/2014/main" id="{03A1806C-B519-4A4A-9980-2434DFAFD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21945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22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←</a:t>
            </a:r>
          </a:p>
        </p:txBody>
      </p:sp>
      <p:sp>
        <p:nvSpPr>
          <p:cNvPr id="125" name="case-right-arrow">
            <a:extLst xmlns:a="http://schemas.openxmlformats.org/drawingml/2006/main">
              <a:ext uri="{FF2B5EF4-FFF2-40B4-BE49-F238E27FC236}">
                <a16:creationId xmlns:a16="http://schemas.microsoft.com/office/drawing/2014/main" id="{E8FB34F1-A4F6-406E-85FD-21A5A0934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21945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22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26" name="timeline-rule">
            <a:extLst xmlns:a="http://schemas.openxmlformats.org/drawingml/2006/main">
              <a:ext uri="{FF2B5EF4-FFF2-40B4-BE49-F238E27FC236}">
                <a16:creationId xmlns:a16="http://schemas.microsoft.com/office/drawing/2014/main" id="{46F26517-8D14-4ED8-B91E-154EEEC9A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81700"/>
            <a:ext cx="10934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7D7"/>
          </a:solidFill>
          <a:ln xmlns:a="http://schemas.openxmlformats.org/drawingml/2006/main" w="0">
            <a:solidFill>
              <a:srgbClr val="D7D7D7"/>
            </a:solidFill>
            <a:prstDash val="solid"/>
          </a:ln>
        </p:spPr>
      </p:sp>
      <p:sp>
        <p:nvSpPr>
          <p:cNvPr id="127" name="timeline-dot-0">
            <a:extLst xmlns:a="http://schemas.openxmlformats.org/drawingml/2006/main">
              <a:ext uri="{FF2B5EF4-FFF2-40B4-BE49-F238E27FC236}">
                <a16:creationId xmlns:a16="http://schemas.microsoft.com/office/drawing/2014/main" id="{B1B2265D-D326-40FF-A60F-C0FBE9741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674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128" name="timeline-card-0">
            <a:extLst xmlns:a="http://schemas.openxmlformats.org/drawingml/2006/main">
              <a:ext uri="{FF2B5EF4-FFF2-40B4-BE49-F238E27FC236}">
                <a16:creationId xmlns:a16="http://schemas.microsoft.com/office/drawing/2014/main" id="{E06F85EB-4FA9-4043-8BE1-A3CF40B5C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72200"/>
            <a:ext cx="2000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EC"/>
          </a:solidFill>
          <a:ln xmlns:a="http://schemas.openxmlformats.org/drawingml/2006/main" w="0">
            <a:solidFill>
              <a:srgbClr val="FBEAEC"/>
            </a:solidFill>
            <a:prstDash val="solid"/>
          </a:ln>
        </p:spPr>
      </p:sp>
      <p:pic>
        <p:nvPicPr>
          <p:cNvPr id="2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67f94bdb3147c2"/>
          <a:stretch xmlns:a="http://schemas.openxmlformats.org/drawingml/2006/main"/>
        </p:blipFill>
        <p:spPr>
          <a:xfrm xmlns:a="http://schemas.openxmlformats.org/drawingml/2006/main">
            <a:off x="514350" y="63055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30" name="timeline-text-0">
            <a:extLst xmlns:a="http://schemas.openxmlformats.org/drawingml/2006/main">
              <a:ext uri="{FF2B5EF4-FFF2-40B4-BE49-F238E27FC236}">
                <a16:creationId xmlns:a16="http://schemas.microsoft.com/office/drawing/2014/main" id="{3B912A19-9FE5-4187-98C5-1F80D3054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210300"/>
            <a:ext cx="1543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平台门</a:t>
            </a:r>
          </a:p>
        </p:txBody>
      </p:sp>
      <p:sp>
        <p:nvSpPr>
          <p:cNvPr id="131" name="timeline-dot-1">
            <a:extLst xmlns:a="http://schemas.openxmlformats.org/drawingml/2006/main">
              <a:ext uri="{FF2B5EF4-FFF2-40B4-BE49-F238E27FC236}">
                <a16:creationId xmlns:a16="http://schemas.microsoft.com/office/drawing/2014/main" id="{7D872788-C8C9-4D53-BCFB-3EE338664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58674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45C7"/>
          </a:solidFill>
          <a:ln xmlns:a="http://schemas.openxmlformats.org/drawingml/2006/main" w="0">
            <a:solidFill>
              <a:srgbClr val="6D45C7"/>
            </a:solidFill>
            <a:prstDash val="solid"/>
          </a:ln>
        </p:spPr>
      </p:sp>
      <p:sp>
        <p:nvSpPr>
          <p:cNvPr id="132" name="timeline-card-1">
            <a:extLst xmlns:a="http://schemas.openxmlformats.org/drawingml/2006/main">
              <a:ext uri="{FF2B5EF4-FFF2-40B4-BE49-F238E27FC236}">
                <a16:creationId xmlns:a16="http://schemas.microsoft.com/office/drawing/2014/main" id="{07574872-6C46-4DCB-998F-DE9FCE105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6172200"/>
            <a:ext cx="3048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FA"/>
          </a:solidFill>
          <a:ln xmlns:a="http://schemas.openxmlformats.org/drawingml/2006/main" w="0">
            <a:solidFill>
              <a:srgbClr val="F1ECFA"/>
            </a:solidFill>
            <a:prstDash val="solid"/>
          </a:ln>
        </p:spPr>
      </p:sp>
      <p:pic>
        <p:nvPicPr>
          <p:cNvPr id="2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c1cab3cb9541b6"/>
          <a:stretch xmlns:a="http://schemas.openxmlformats.org/drawingml/2006/main"/>
        </p:blipFill>
        <p:spPr>
          <a:xfrm xmlns:a="http://schemas.openxmlformats.org/drawingml/2006/main">
            <a:off x="2705100" y="63055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34" name="timeline-text-1">
            <a:extLst xmlns:a="http://schemas.openxmlformats.org/drawingml/2006/main">
              <a:ext uri="{FF2B5EF4-FFF2-40B4-BE49-F238E27FC236}">
                <a16:creationId xmlns:a16="http://schemas.microsoft.com/office/drawing/2014/main" id="{4A727200-EA29-4361-9862-418A0DE95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6210300"/>
            <a:ext cx="2590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>跨进程</a:t>
            </a:r>
          </a:p>
        </p:txBody>
      </p:sp>
      <p:sp>
        <p:nvSpPr>
          <p:cNvPr id="135" name="timeline-dot-2">
            <a:extLst xmlns:a="http://schemas.openxmlformats.org/drawingml/2006/main">
              <a:ext uri="{FF2B5EF4-FFF2-40B4-BE49-F238E27FC236}">
                <a16:creationId xmlns:a16="http://schemas.microsoft.com/office/drawing/2014/main" id="{3F1EC896-E46F-4384-894B-3DDEC4776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58674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136" name="timeline-card-2">
            <a:extLst xmlns:a="http://schemas.openxmlformats.org/drawingml/2006/main">
              <a:ext uri="{FF2B5EF4-FFF2-40B4-BE49-F238E27FC236}">
                <a16:creationId xmlns:a16="http://schemas.microsoft.com/office/drawing/2014/main" id="{F4FEA41C-C58A-4D35-9F21-95E1FD4ED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6172200"/>
            <a:ext cx="1428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EC"/>
          </a:solidFill>
          <a:ln xmlns:a="http://schemas.openxmlformats.org/drawingml/2006/main" w="0">
            <a:solidFill>
              <a:srgbClr val="FBEAEC"/>
            </a:solidFill>
            <a:prstDash val="solid"/>
          </a:ln>
        </p:spPr>
      </p:sp>
      <p:pic>
        <p:nvPicPr>
          <p:cNvPr id="2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832e6e8be84fd1"/>
          <a:stretch xmlns:a="http://schemas.openxmlformats.org/drawingml/2006/main"/>
        </p:blipFill>
        <p:spPr>
          <a:xfrm xmlns:a="http://schemas.openxmlformats.org/drawingml/2006/main">
            <a:off x="5943600" y="63055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38" name="timeline-text-2">
            <a:extLst xmlns:a="http://schemas.openxmlformats.org/drawingml/2006/main">
              <a:ext uri="{FF2B5EF4-FFF2-40B4-BE49-F238E27FC236}">
                <a16:creationId xmlns:a16="http://schemas.microsoft.com/office/drawing/2014/main" id="{75A6DFD3-381A-4508-A88C-74D03EE63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6210300"/>
            <a:ext cx="971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MCP</a:t>
            </a:r>
          </a:p>
        </p:txBody>
      </p:sp>
      <p:sp>
        <p:nvSpPr>
          <p:cNvPr id="139" name="timeline-dot-3">
            <a:extLst xmlns:a="http://schemas.openxmlformats.org/drawingml/2006/main">
              <a:ext uri="{FF2B5EF4-FFF2-40B4-BE49-F238E27FC236}">
                <a16:creationId xmlns:a16="http://schemas.microsoft.com/office/drawing/2014/main" id="{EE23DBD8-AF98-46BF-B5EA-9A5764E71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8674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45C7"/>
          </a:solidFill>
          <a:ln xmlns:a="http://schemas.openxmlformats.org/drawingml/2006/main" w="0">
            <a:solidFill>
              <a:srgbClr val="6D45C7"/>
            </a:solidFill>
            <a:prstDash val="solid"/>
          </a:ln>
        </p:spPr>
      </p:sp>
      <p:sp>
        <p:nvSpPr>
          <p:cNvPr id="140" name="timeline-card-3">
            <a:extLst xmlns:a="http://schemas.openxmlformats.org/drawingml/2006/main">
              <a:ext uri="{FF2B5EF4-FFF2-40B4-BE49-F238E27FC236}">
                <a16:creationId xmlns:a16="http://schemas.microsoft.com/office/drawing/2014/main" id="{705D6FCE-1ACC-445B-943D-DD93AE12E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72200"/>
            <a:ext cx="2571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FA"/>
          </a:solidFill>
          <a:ln xmlns:a="http://schemas.openxmlformats.org/drawingml/2006/main" w="0">
            <a:solidFill>
              <a:srgbClr val="F1ECFA"/>
            </a:solidFill>
            <a:prstDash val="solid"/>
          </a:ln>
        </p:spPr>
      </p:sp>
      <p:pic>
        <p:nvPicPr>
          <p:cNvPr id="25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7ac88740a24220"/>
          <a:stretch xmlns:a="http://schemas.openxmlformats.org/drawingml/2006/main"/>
        </p:blipFill>
        <p:spPr>
          <a:xfrm xmlns:a="http://schemas.openxmlformats.org/drawingml/2006/main">
            <a:off x="7562850" y="63055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42" name="timeline-text-3">
            <a:extLst xmlns:a="http://schemas.openxmlformats.org/drawingml/2006/main">
              <a:ext uri="{FF2B5EF4-FFF2-40B4-BE49-F238E27FC236}">
                <a16:creationId xmlns:a16="http://schemas.microsoft.com/office/drawing/2014/main" id="{D8BB6B58-07F6-42CB-AD15-5ADC5CB98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6210300"/>
            <a:ext cx="2114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>验收契约</a:t>
            </a:r>
          </a:p>
        </p:txBody>
      </p:sp>
      <p:sp>
        <p:nvSpPr>
          <p:cNvPr id="143" name="timeline-dot-4">
            <a:extLst xmlns:a="http://schemas.openxmlformats.org/drawingml/2006/main">
              <a:ext uri="{FF2B5EF4-FFF2-40B4-BE49-F238E27FC236}">
                <a16:creationId xmlns:a16="http://schemas.microsoft.com/office/drawing/2014/main" id="{42256876-971C-44C3-B36A-A2A5DC337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58674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F5B"/>
          </a:solidFill>
          <a:ln xmlns:a="http://schemas.openxmlformats.org/drawingml/2006/main" w="0">
            <a:solidFill>
              <a:srgbClr val="2F8F5B"/>
            </a:solidFill>
            <a:prstDash val="solid"/>
          </a:ln>
        </p:spPr>
      </p:sp>
      <p:sp>
        <p:nvSpPr>
          <p:cNvPr id="144" name="timeline-card-4">
            <a:extLst xmlns:a="http://schemas.openxmlformats.org/drawingml/2006/main">
              <a:ext uri="{FF2B5EF4-FFF2-40B4-BE49-F238E27FC236}">
                <a16:creationId xmlns:a16="http://schemas.microsoft.com/office/drawing/2014/main" id="{B406802C-BB49-4241-9BAC-E9752EDB4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6172200"/>
            <a:ext cx="10287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E"/>
          </a:solidFill>
          <a:ln xmlns:a="http://schemas.openxmlformats.org/drawingml/2006/main" w="0">
            <a:solidFill>
              <a:srgbClr val="EAF5EE"/>
            </a:solidFill>
            <a:prstDash val="solid"/>
          </a:ln>
        </p:spPr>
      </p:sp>
      <p:pic>
        <p:nvPicPr>
          <p:cNvPr id="26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509594ff924ef2"/>
          <a:stretch xmlns:a="http://schemas.openxmlformats.org/drawingml/2006/main"/>
        </p:blipFill>
        <p:spPr>
          <a:xfrm xmlns:a="http://schemas.openxmlformats.org/drawingml/2006/main">
            <a:off x="10325100" y="63055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46" name="timeline-text-4">
            <a:extLst xmlns:a="http://schemas.openxmlformats.org/drawingml/2006/main">
              <a:ext uri="{FF2B5EF4-FFF2-40B4-BE49-F238E27FC236}">
                <a16:creationId xmlns:a16="http://schemas.microsoft.com/office/drawing/2014/main" id="{B28B3A76-07CD-44BF-8BCF-942072BDE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6210300"/>
            <a:ext cx="57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rPr>
              <a:t>Checkpoint</a:t>
            </a:r>
          </a:p>
        </p:txBody>
      </p:sp>
      <p:pic>
        <p:nvPicPr>
          <p:cNvPr id="26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1e1854d4474b8b"/>
          <a:stretch xmlns:a="http://schemas.openxmlformats.org/drawingml/2006/main"/>
        </p:blipFill>
        <p:spPr>
          <a:xfrm xmlns:a="http://schemas.openxmlformats.org/drawingml/2006/main">
            <a:off x="10382250" y="268813"/>
            <a:ext cx="952500" cy="2148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9805989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9937CBA2-7E4F-43F3-9EBA-CFD6BD1B5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38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>24 · 第四幕｜平台门与系统验收</a:t>
            </a:r>
          </a:p>
        </p:txBody>
      </p:sp>
      <p:sp>
        <p:nvSpPr>
          <p:cNvPr id="5" name="team-name">
            <a:extLst xmlns:a="http://schemas.openxmlformats.org/drawingml/2006/main">
              <a:ext uri="{FF2B5EF4-FFF2-40B4-BE49-F238E27FC236}">
                <a16:creationId xmlns:a16="http://schemas.microsoft.com/office/drawing/2014/main" id="{DF70FBB6-5F6E-4537-9090-0CBE67318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812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真实 Session 纠偏</a:t>
            </a:r>
          </a:p>
        </p:txBody>
      </p:sp>
      <p:sp>
        <p:nvSpPr>
          <p:cNvPr id="6" name="business-direction">
            <a:extLst xmlns:a="http://schemas.openxmlformats.org/drawingml/2006/main">
              <a:ext uri="{FF2B5EF4-FFF2-40B4-BE49-F238E27FC236}">
                <a16:creationId xmlns:a16="http://schemas.microsoft.com/office/drawing/2014/main" id="{264209F6-E82F-4B7F-97F5-9E0C8215D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" name="storyline-lead">
            <a:extLst xmlns:a="http://schemas.openxmlformats.org/drawingml/2006/main">
              <a:ext uri="{FF2B5EF4-FFF2-40B4-BE49-F238E27FC236}">
                <a16:creationId xmlns:a16="http://schemas.microsoft.com/office/drawing/2014/main" id="{513D4A51-8337-4FB4-B56E-8172C046E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5146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真实纠偏</a:t>
            </a:r>
          </a:p>
        </p:txBody>
      </p:sp>
      <p:sp>
        <p:nvSpPr>
          <p:cNvPr id="8" name="storyline-outcome">
            <a:extLst xmlns:a="http://schemas.openxmlformats.org/drawingml/2006/main">
              <a:ext uri="{FF2B5EF4-FFF2-40B4-BE49-F238E27FC236}">
                <a16:creationId xmlns:a16="http://schemas.microsoft.com/office/drawing/2014/main" id="{BB1932BF-7915-4685-850E-EE30D779E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85750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4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4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“两个进程，静态的传递不行”</a:t>
            </a:r>
          </a:p>
        </p:txBody>
      </p:sp>
      <p:sp>
        <p:nvSpPr>
          <p:cNvPr id="9" name="origin-story">
            <a:extLst xmlns:a="http://schemas.openxmlformats.org/drawingml/2006/main">
              <a:ext uri="{FF2B5EF4-FFF2-40B4-BE49-F238E27FC236}">
                <a16:creationId xmlns:a16="http://schemas.microsoft.com/office/drawing/2014/main" id="{4F383126-75F9-4A95-9DFA-12133DB4A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1104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210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跨进程事件传事实，业务事务仍留在 Handler</a:t>
            </a:r>
          </a:p>
        </p:txBody>
      </p:sp>
      <p:sp>
        <p:nvSpPr>
          <p:cNvPr id="10" name="capability-label">
            <a:extLst xmlns:a="http://schemas.openxmlformats.org/drawingml/2006/main">
              <a:ext uri="{FF2B5EF4-FFF2-40B4-BE49-F238E27FC236}">
                <a16:creationId xmlns:a16="http://schemas.microsoft.com/office/drawing/2014/main" id="{6618DDA6-5320-4544-A67A-4138E5DF0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92455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本页控制点</a:t>
            </a:r>
          </a:p>
        </p:txBody>
      </p:sp>
      <p:sp>
        <p:nvSpPr>
          <p:cNvPr id="12" name="capability-goal-text">
            <a:extLst xmlns:a="http://schemas.openxmlformats.org/drawingml/2006/main">
              <a:ext uri="{FF2B5EF4-FFF2-40B4-BE49-F238E27FC236}">
                <a16:creationId xmlns:a16="http://schemas.microsoft.com/office/drawing/2014/main" id="{A9BB6ADF-6F5A-486E-9828-9BB90056D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4" name="capability-tech-text">
            <a:extLst xmlns:a="http://schemas.openxmlformats.org/drawingml/2006/main">
              <a:ext uri="{FF2B5EF4-FFF2-40B4-BE49-F238E27FC236}">
                <a16:creationId xmlns:a16="http://schemas.microsoft.com/office/drawing/2014/main" id="{A789BA83-BEE2-4D60-80BC-6239BCAB3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6" name="capability-collaboration-text">
            <a:extLst xmlns:a="http://schemas.openxmlformats.org/drawingml/2006/main">
              <a:ext uri="{FF2B5EF4-FFF2-40B4-BE49-F238E27FC236}">
                <a16:creationId xmlns:a16="http://schemas.microsoft.com/office/drawing/2014/main" id="{D085A46E-BB95-4E44-A140-3211DC950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8" name="capability-cohesion-text">
            <a:extLst xmlns:a="http://schemas.openxmlformats.org/drawingml/2006/main">
              <a:ext uri="{FF2B5EF4-FFF2-40B4-BE49-F238E27FC236}">
                <a16:creationId xmlns:a16="http://schemas.microsoft.com/office/drawing/2014/main" id="{31E7FE61-7CF7-4BF1-B351-6E8BC2ABB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21" name="journey-top-rule">
            <a:extLst xmlns:a="http://schemas.openxmlformats.org/drawingml/2006/main">
              <a:ext uri="{FF2B5EF4-FFF2-40B4-BE49-F238E27FC236}">
                <a16:creationId xmlns:a16="http://schemas.microsoft.com/office/drawing/2014/main" id="{3F7D1C62-8DF5-4E48-9864-9C17DDEE1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2" name="journey-label">
            <a:extLst xmlns:a="http://schemas.openxmlformats.org/drawingml/2006/main">
              <a:ext uri="{FF2B5EF4-FFF2-40B4-BE49-F238E27FC236}">
                <a16:creationId xmlns:a16="http://schemas.microsoft.com/office/drawing/2014/main" id="{8E7E41EF-B0E6-4678-B07F-0EBF826CF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事件接收、系统读取、业务 reconcile、事实发布和 UI 刷新必须分别记录。</a:t>
            </a:r>
          </a:p>
        </p:txBody>
      </p:sp>
      <p:sp>
        <p:nvSpPr>
          <p:cNvPr id="26" name="stage-01-number">
            <a:extLst xmlns:a="http://schemas.openxmlformats.org/drawingml/2006/main">
              <a:ext uri="{FF2B5EF4-FFF2-40B4-BE49-F238E27FC236}">
                <a16:creationId xmlns:a16="http://schemas.microsoft.com/office/drawing/2014/main" id="{4225D723-AF17-46CE-8F57-EF6385A30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27" name="stage-01-title">
            <a:extLst xmlns:a="http://schemas.openxmlformats.org/drawingml/2006/main">
              <a:ext uri="{FF2B5EF4-FFF2-40B4-BE49-F238E27FC236}">
                <a16:creationId xmlns:a16="http://schemas.microsoft.com/office/drawing/2014/main" id="{A080687F-349A-4D96-8B9B-B15D9284C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28" name="stage-01-body">
            <a:extLst xmlns:a="http://schemas.openxmlformats.org/drawingml/2006/main">
              <a:ext uri="{FF2B5EF4-FFF2-40B4-BE49-F238E27FC236}">
                <a16:creationId xmlns:a16="http://schemas.microsoft.com/office/drawing/2014/main" id="{35DB16DD-F51B-49F2-B81F-24E50A16B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36" name="stage-03-number">
            <a:extLst xmlns:a="http://schemas.openxmlformats.org/drawingml/2006/main">
              <a:ext uri="{FF2B5EF4-FFF2-40B4-BE49-F238E27FC236}">
                <a16:creationId xmlns:a16="http://schemas.microsoft.com/office/drawing/2014/main" id="{C0286EEE-76D7-4C3D-959B-C1A40C2DE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37" name="stage-03-title">
            <a:extLst xmlns:a="http://schemas.openxmlformats.org/drawingml/2006/main">
              <a:ext uri="{FF2B5EF4-FFF2-40B4-BE49-F238E27FC236}">
                <a16:creationId xmlns:a16="http://schemas.microsoft.com/office/drawing/2014/main" id="{B27EC97C-4E04-4513-B0CF-9ED410CD8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38" name="stage-03-body">
            <a:extLst xmlns:a="http://schemas.openxmlformats.org/drawingml/2006/main">
              <a:ext uri="{FF2B5EF4-FFF2-40B4-BE49-F238E27FC236}">
                <a16:creationId xmlns:a16="http://schemas.microsoft.com/office/drawing/2014/main" id="{9E912F49-5FAE-4B6A-9826-0EE1EFB7F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46" name="stage-05-number">
            <a:extLst xmlns:a="http://schemas.openxmlformats.org/drawingml/2006/main">
              <a:ext uri="{FF2B5EF4-FFF2-40B4-BE49-F238E27FC236}">
                <a16:creationId xmlns:a16="http://schemas.microsoft.com/office/drawing/2014/main" id="{AA36F8DB-73A8-47E8-A962-56FE8DE85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47" name="stage-05-title">
            <a:extLst xmlns:a="http://schemas.openxmlformats.org/drawingml/2006/main">
              <a:ext uri="{FF2B5EF4-FFF2-40B4-BE49-F238E27FC236}">
                <a16:creationId xmlns:a16="http://schemas.microsoft.com/office/drawing/2014/main" id="{E55E05DE-AFC6-4422-9A2F-AD9E27F89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48" name="stage-05-body">
            <a:extLst xmlns:a="http://schemas.openxmlformats.org/drawingml/2006/main">
              <a:ext uri="{FF2B5EF4-FFF2-40B4-BE49-F238E27FC236}">
                <a16:creationId xmlns:a16="http://schemas.microsoft.com/office/drawing/2014/main" id="{F938BB63-05FA-4699-B9B6-45CD5A0C9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0" name="rail-flow-label">
            <a:extLst xmlns:a="http://schemas.openxmlformats.org/drawingml/2006/main">
              <a:ext uri="{FF2B5EF4-FFF2-40B4-BE49-F238E27FC236}">
                <a16:creationId xmlns:a16="http://schemas.microsoft.com/office/drawing/2014/main" id="{FF5EAC43-B84B-4541-B2F4-61336FAA9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8585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858585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1" name="rail-flow-line">
            <a:extLst xmlns:a="http://schemas.openxmlformats.org/drawingml/2006/main">
              <a:ext uri="{FF2B5EF4-FFF2-40B4-BE49-F238E27FC236}">
                <a16:creationId xmlns:a16="http://schemas.microsoft.com/office/drawing/2014/main" id="{AF9A8871-2B22-4386-A390-72752FB38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3" name="rail-flow-idea-label">
            <a:extLst xmlns:a="http://schemas.openxmlformats.org/drawingml/2006/main">
              <a:ext uri="{FF2B5EF4-FFF2-40B4-BE49-F238E27FC236}">
                <a16:creationId xmlns:a16="http://schemas.microsoft.com/office/drawing/2014/main" id="{72E1E745-7177-4B95-A3C2-46F9EE067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6385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局部 GREEN</a:t>
            </a:r>
          </a:p>
        </p:txBody>
      </p:sp>
      <p:sp>
        <p:nvSpPr>
          <p:cNvPr id="55" name="rail-flow-attack-label">
            <a:extLst xmlns:a="http://schemas.openxmlformats.org/drawingml/2006/main">
              <a:ext uri="{FF2B5EF4-FFF2-40B4-BE49-F238E27FC236}">
                <a16:creationId xmlns:a16="http://schemas.microsoft.com/office/drawing/2014/main" id="{1CD5E551-A644-4209-8B85-C43D55DAD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7625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遥测缺口</a:t>
            </a:r>
          </a:p>
        </p:txBody>
      </p:sp>
      <p:sp>
        <p:nvSpPr>
          <p:cNvPr id="57" name="rail-flow-delivery-label">
            <a:extLst xmlns:a="http://schemas.openxmlformats.org/drawingml/2006/main">
              <a:ext uri="{FF2B5EF4-FFF2-40B4-BE49-F238E27FC236}">
                <a16:creationId xmlns:a16="http://schemas.microsoft.com/office/drawing/2014/main" id="{41242F25-AB1D-4FEC-AA44-0C6A2FA72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98145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4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卡片刷新；规则与记录未刷新</a:t>
            </a:r>
          </a:p>
        </p:txBody>
      </p:sp>
      <p:sp>
        <p:nvSpPr>
          <p:cNvPr id="58" name="rail-result-box">
            <a:extLst xmlns:a="http://schemas.openxmlformats.org/drawingml/2006/main">
              <a:ext uri="{FF2B5EF4-FFF2-40B4-BE49-F238E27FC236}">
                <a16:creationId xmlns:a16="http://schemas.microsoft.com/office/drawing/2014/main" id="{F7117D08-254C-4F26-B6DD-8B03EB047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19800"/>
            <a:ext cx="2781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solidFill>
              <a:srgbClr val="F6F6F6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0" name="rail-result-text">
            <a:extLst xmlns:a="http://schemas.openxmlformats.org/drawingml/2006/main">
              <a:ext uri="{FF2B5EF4-FFF2-40B4-BE49-F238E27FC236}">
                <a16:creationId xmlns:a16="http://schemas.microsoft.com/office/drawing/2014/main" id="{34A8EF6F-28E9-4F9F-8CFD-1BF6F2603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10540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4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历史只能按 time/source/signature 关联</a:t>
            </a:r>
          </a:p>
        </p:txBody>
      </p:sp>
      <p:sp>
        <p:nvSpPr>
          <p:cNvPr id="61" name="grid-top-rule">
            <a:extLst xmlns:a="http://schemas.openxmlformats.org/drawingml/2006/main">
              <a:ext uri="{FF2B5EF4-FFF2-40B4-BE49-F238E27FC236}">
                <a16:creationId xmlns:a16="http://schemas.microsoft.com/office/drawing/2014/main" id="{0F39FBDF-9E3B-4D49-B005-6B5B93FED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2" name="grid-middle-rule">
            <a:extLst xmlns:a="http://schemas.openxmlformats.org/drawingml/2006/main">
              <a:ext uri="{FF2B5EF4-FFF2-40B4-BE49-F238E27FC236}">
                <a16:creationId xmlns:a16="http://schemas.microsoft.com/office/drawing/2014/main" id="{BBC7B45A-19EF-4696-97BA-CE5C123E4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3" name="grid-vertical-rule">
            <a:extLst xmlns:a="http://schemas.openxmlformats.org/drawingml/2006/main">
              <a:ext uri="{FF2B5EF4-FFF2-40B4-BE49-F238E27FC236}">
                <a16:creationId xmlns:a16="http://schemas.microsoft.com/office/drawing/2014/main" id="{9513784B-DF55-42B5-ACF2-4EF87CE54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4" name="capability-top-rule">
            <a:extLst xmlns:a="http://schemas.openxmlformats.org/drawingml/2006/main">
              <a:ext uri="{FF2B5EF4-FFF2-40B4-BE49-F238E27FC236}">
                <a16:creationId xmlns:a16="http://schemas.microsoft.com/office/drawing/2014/main" id="{9013330B-53F2-4C98-B459-B7BC45073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5" name="module-01-icon-background">
            <a:extLst xmlns:a="http://schemas.openxmlformats.org/drawingml/2006/main">
              <a:ext uri="{FF2B5EF4-FFF2-40B4-BE49-F238E27FC236}">
                <a16:creationId xmlns:a16="http://schemas.microsoft.com/office/drawing/2014/main" id="{6BB7565D-24EF-47D6-BBB0-E18B6DE76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33650"/>
            <a:ext cx="514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EC"/>
          </a:solidFill>
          <a:ln xmlns:a="http://schemas.openxmlformats.org/drawingml/2006/main" w="0">
            <a:solidFill>
              <a:srgbClr val="FBEAEC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7" name="module-02-icon-background">
            <a:extLst xmlns:a="http://schemas.openxmlformats.org/drawingml/2006/main">
              <a:ext uri="{FF2B5EF4-FFF2-40B4-BE49-F238E27FC236}">
                <a16:creationId xmlns:a16="http://schemas.microsoft.com/office/drawing/2014/main" id="{80C31D3C-F758-4BBC-A10E-E9C339D14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57600"/>
            <a:ext cx="514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FA"/>
          </a:solidFill>
          <a:ln xmlns:a="http://schemas.openxmlformats.org/drawingml/2006/main" w="0">
            <a:solidFill>
              <a:srgbClr val="F1ECF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9" name="module-03-icon-background">
            <a:extLst xmlns:a="http://schemas.openxmlformats.org/drawingml/2006/main">
              <a:ext uri="{FF2B5EF4-FFF2-40B4-BE49-F238E27FC236}">
                <a16:creationId xmlns:a16="http://schemas.microsoft.com/office/drawing/2014/main" id="{78E97F08-D68A-43EC-A2D0-7C3051E07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81550"/>
            <a:ext cx="514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E"/>
          </a:solidFill>
          <a:ln xmlns:a="http://schemas.openxmlformats.org/drawingml/2006/main" w="0">
            <a:solidFill>
              <a:srgbClr val="EAF5EE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1" name="module-04-icon-background">
            <a:extLst xmlns:a="http://schemas.openxmlformats.org/drawingml/2006/main">
              <a:ext uri="{FF2B5EF4-FFF2-40B4-BE49-F238E27FC236}">
                <a16:creationId xmlns:a16="http://schemas.microsoft.com/office/drawing/2014/main" id="{C303905D-0287-4B86-92D4-33F0EB3B9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924050"/>
            <a:ext cx="75247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EC"/>
          </a:solidFill>
          <a:ln xmlns:a="http://schemas.openxmlformats.org/drawingml/2006/main" w="0">
            <a:solidFill>
              <a:srgbClr val="FBEAEC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3" name="module-04-number">
            <a:extLst xmlns:a="http://schemas.openxmlformats.org/drawingml/2006/main">
              <a:ext uri="{FF2B5EF4-FFF2-40B4-BE49-F238E27FC236}">
                <a16:creationId xmlns:a16="http://schemas.microsoft.com/office/drawing/2014/main" id="{644EFF2E-DC9B-4D41-84F4-10582B446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4" name="module-04-title">
            <a:extLst xmlns:a="http://schemas.openxmlformats.org/drawingml/2006/main">
              <a:ext uri="{FF2B5EF4-FFF2-40B4-BE49-F238E27FC236}">
                <a16:creationId xmlns:a16="http://schemas.microsoft.com/office/drawing/2014/main" id="{9C3B8801-0886-4C35-A421-9571B2595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5" name="module-04-body">
            <a:extLst xmlns:a="http://schemas.openxmlformats.org/drawingml/2006/main">
              <a:ext uri="{FF2B5EF4-FFF2-40B4-BE49-F238E27FC236}">
                <a16:creationId xmlns:a16="http://schemas.microsoft.com/office/drawing/2014/main" id="{815AB31E-77DC-41EF-9FDD-2104B3529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6" name="capability-goal-icon-background">
            <a:extLst xmlns:a="http://schemas.openxmlformats.org/drawingml/2006/main">
              <a:ext uri="{FF2B5EF4-FFF2-40B4-BE49-F238E27FC236}">
                <a16:creationId xmlns:a16="http://schemas.microsoft.com/office/drawing/2014/main" id="{ACC8CF6A-83B8-4CA8-B500-7FCD1FE49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914650"/>
            <a:ext cx="75247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B"/>
          </a:solidFill>
          <a:ln xmlns:a="http://schemas.openxmlformats.org/drawingml/2006/main" w="0">
            <a:solidFill>
              <a:srgbClr val="EAF2FB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8" name="capability-tech-icon-background">
            <a:extLst xmlns:a="http://schemas.openxmlformats.org/drawingml/2006/main">
              <a:ext uri="{FF2B5EF4-FFF2-40B4-BE49-F238E27FC236}">
                <a16:creationId xmlns:a16="http://schemas.microsoft.com/office/drawing/2014/main" id="{1FBC427F-E57C-45DB-9CCE-FEBB0D899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905250"/>
            <a:ext cx="75247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FA"/>
          </a:solidFill>
          <a:ln xmlns:a="http://schemas.openxmlformats.org/drawingml/2006/main" w="0">
            <a:solidFill>
              <a:srgbClr val="F1ECF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0" name="capability-collaboration-icon-background">
            <a:extLst xmlns:a="http://schemas.openxmlformats.org/drawingml/2006/main">
              <a:ext uri="{FF2B5EF4-FFF2-40B4-BE49-F238E27FC236}">
                <a16:creationId xmlns:a16="http://schemas.microsoft.com/office/drawing/2014/main" id="{6E13DFB3-20F1-4890-9CA4-4556205A7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895850"/>
            <a:ext cx="75247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E"/>
          </a:solidFill>
          <a:ln xmlns:a="http://schemas.openxmlformats.org/drawingml/2006/main" w="0">
            <a:solidFill>
              <a:srgbClr val="EAF5EE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2" name="capability-cohesion-icon-background">
            <a:extLst xmlns:a="http://schemas.openxmlformats.org/drawingml/2006/main">
              <a:ext uri="{FF2B5EF4-FFF2-40B4-BE49-F238E27FC236}">
                <a16:creationId xmlns:a16="http://schemas.microsoft.com/office/drawing/2014/main" id="{6D6CB4E0-0BEB-4D63-8FF5-DCEBE4D95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4" name="competitiveness-result-box">
            <a:extLst xmlns:a="http://schemas.openxmlformats.org/drawingml/2006/main">
              <a:ext uri="{FF2B5EF4-FFF2-40B4-BE49-F238E27FC236}">
                <a16:creationId xmlns:a16="http://schemas.microsoft.com/office/drawing/2014/main" id="{F216EF67-2742-4E3A-81AE-9DA7A0133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6" name="competitiveness-result-text">
            <a:extLst xmlns:a="http://schemas.openxmlformats.org/drawingml/2006/main">
              <a:ext uri="{FF2B5EF4-FFF2-40B4-BE49-F238E27FC236}">
                <a16:creationId xmlns:a16="http://schemas.microsoft.com/office/drawing/2014/main" id="{5EF20348-951F-48D4-9F42-3FB89748A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657350"/>
            <a:ext cx="5029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38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可控边界  →  可持续推进  →  可信结论</a:t>
            </a:r>
          </a:p>
        </p:txBody>
      </p:sp>
      <p:pic>
        <p:nvPicPr>
          <p:cNvPr id="17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90d030aba84484"/>
          <a:stretch xmlns:a="http://schemas.openxmlformats.org/drawingml/2006/main"/>
        </p:blipFill>
        <p:spPr>
          <a:xfrm xmlns:a="http://schemas.openxmlformats.org/drawingml/2006/main">
            <a:off x="400050" y="257175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88" name="architecture-header-rule">
            <a:extLst xmlns:a="http://schemas.openxmlformats.org/drawingml/2006/main">
              <a:ext uri="{FF2B5EF4-FFF2-40B4-BE49-F238E27FC236}">
                <a16:creationId xmlns:a16="http://schemas.microsoft.com/office/drawing/2014/main" id="{8C8E1332-DB97-4F95-88E9-7ACDBC606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0020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7D7"/>
          </a:solidFill>
          <a:ln xmlns:a="http://schemas.openxmlformats.org/drawingml/2006/main" w="0">
            <a:solidFill>
              <a:srgbClr val="D7D7D7"/>
            </a:solidFill>
            <a:prstDash val="solid"/>
          </a:ln>
        </p:spPr>
      </p:sp>
      <p:sp>
        <p:nvSpPr>
          <p:cNvPr id="89" name="q-num-0">
            <a:extLst xmlns:a="http://schemas.openxmlformats.org/drawingml/2006/main">
              <a:ext uri="{FF2B5EF4-FFF2-40B4-BE49-F238E27FC236}">
                <a16:creationId xmlns:a16="http://schemas.microsoft.com/office/drawing/2014/main" id="{95D3E07F-72EE-48E8-BBF5-4D9CD972A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0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90" name="q-num-1">
            <a:extLst xmlns:a="http://schemas.openxmlformats.org/drawingml/2006/main">
              <a:ext uri="{FF2B5EF4-FFF2-40B4-BE49-F238E27FC236}">
                <a16:creationId xmlns:a16="http://schemas.microsoft.com/office/drawing/2014/main" id="{C2EA1DC9-97B5-42F2-B7FB-2EBB9D9D4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90950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91" name="q-num-2">
            <a:extLst xmlns:a="http://schemas.openxmlformats.org/drawingml/2006/main">
              <a:ext uri="{FF2B5EF4-FFF2-40B4-BE49-F238E27FC236}">
                <a16:creationId xmlns:a16="http://schemas.microsoft.com/office/drawing/2014/main" id="{321C382E-32FD-40D8-91EF-ACD6CD4CB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14900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92" name="architecture-target">
            <a:extLst xmlns:a="http://schemas.openxmlformats.org/drawingml/2006/main">
              <a:ext uri="{FF2B5EF4-FFF2-40B4-BE49-F238E27FC236}">
                <a16:creationId xmlns:a16="http://schemas.microsoft.com/office/drawing/2014/main" id="{12241DB1-113D-4F60-AE02-2E037D9D5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15050"/>
            <a:ext cx="2457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79572"/>
          </a:bodyPr>
          <a:lstStyle xmlns:a="http://schemas.openxmlformats.org/drawingml/2006/main"/>
          <a:p xmlns:a="http://schemas.openxmlformats.org/drawingml/2006/main">
            <a:pPr algn="l">
              <a:buNone/>
              <a:defRPr sz="1013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CommonEvent 解决传递，不自动完成规则重放、记录刷新或事务补偿</a:t>
            </a:r>
          </a:p>
        </p:txBody>
      </p:sp>
      <p:sp>
        <p:nvSpPr>
          <p:cNvPr id="93" name="layer-accent-0">
            <a:extLst xmlns:a="http://schemas.openxmlformats.org/drawingml/2006/main">
              <a:ext uri="{FF2B5EF4-FFF2-40B4-BE49-F238E27FC236}">
                <a16:creationId xmlns:a16="http://schemas.microsoft.com/office/drawing/2014/main" id="{C4D02609-394E-4CD4-B67E-CEDC234B4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924050"/>
            <a:ext cx="666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pic>
        <p:nvPicPr>
          <p:cNvPr id="18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b21c2c3e24456a"/>
          <a:stretch xmlns:a="http://schemas.openxmlformats.org/drawingml/2006/main"/>
        </p:blipFill>
        <p:spPr>
          <a:xfrm xmlns:a="http://schemas.openxmlformats.org/drawingml/2006/main">
            <a:off x="4114800" y="216217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95" name="layer-title-0">
            <a:extLst xmlns:a="http://schemas.openxmlformats.org/drawingml/2006/main">
              <a:ext uri="{FF2B5EF4-FFF2-40B4-BE49-F238E27FC236}">
                <a16:creationId xmlns:a16="http://schemas.microsoft.com/office/drawing/2014/main" id="{73692C3D-C3CC-44D2-8B66-24EA0321E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0574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13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P1 eventReceived</a:t>
            </a:r>
          </a:p>
        </p:txBody>
      </p:sp>
      <p:sp>
        <p:nvSpPr>
          <p:cNvPr id="96" name="layer-body-0">
            <a:extLst xmlns:a="http://schemas.openxmlformats.org/drawingml/2006/main">
              <a:ext uri="{FF2B5EF4-FFF2-40B4-BE49-F238E27FC236}">
                <a16:creationId xmlns:a16="http://schemas.microsoft.com/office/drawing/2014/main" id="{6270DFAF-8692-4203-B7DA-F946DA138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371725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6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Extension 收到 account change</a:t>
            </a:r>
          </a:p>
        </p:txBody>
      </p:sp>
      <p:sp>
        <p:nvSpPr>
          <p:cNvPr id="97" name="layer-accent-1">
            <a:extLst xmlns:a="http://schemas.openxmlformats.org/drawingml/2006/main">
              <a:ext uri="{FF2B5EF4-FFF2-40B4-BE49-F238E27FC236}">
                <a16:creationId xmlns:a16="http://schemas.microsoft.com/office/drawing/2014/main" id="{38476F31-F954-4946-9E80-79FC850AF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914650"/>
            <a:ext cx="666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AB"/>
          </a:solidFill>
          <a:ln xmlns:a="http://schemas.openxmlformats.org/drawingml/2006/main" w="0">
            <a:solidFill>
              <a:srgbClr val="2F6FAB"/>
            </a:solidFill>
            <a:prstDash val="solid"/>
          </a:ln>
        </p:spPr>
      </p:sp>
      <p:pic>
        <p:nvPicPr>
          <p:cNvPr id="18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0e4843a49245d9"/>
          <a:stretch xmlns:a="http://schemas.openxmlformats.org/drawingml/2006/main"/>
        </p:blipFill>
        <p:spPr>
          <a:xfrm xmlns:a="http://schemas.openxmlformats.org/drawingml/2006/main">
            <a:off x="4114800" y="315277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99" name="layer-title-1">
            <a:extLst xmlns:a="http://schemas.openxmlformats.org/drawingml/2006/main">
              <a:ext uri="{FF2B5EF4-FFF2-40B4-BE49-F238E27FC236}">
                <a16:creationId xmlns:a16="http://schemas.microsoft.com/office/drawing/2014/main" id="{0758B4E0-34DD-4B59-B36F-42AE8019E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0480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13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P2 businessSucceeded</a:t>
            </a:r>
          </a:p>
        </p:txBody>
      </p:sp>
      <p:sp>
        <p:nvSpPr>
          <p:cNvPr id="100" name="layer-body-1">
            <a:extLst xmlns:a="http://schemas.openxmlformats.org/drawingml/2006/main">
              <a:ext uri="{FF2B5EF4-FFF2-40B4-BE49-F238E27FC236}">
                <a16:creationId xmlns:a16="http://schemas.microsoft.com/office/drawing/2014/main" id="{F16FC356-915C-4ACE-B046-75DBA07A5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362325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6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Handler 完成 reconcile</a:t>
            </a:r>
          </a:p>
        </p:txBody>
      </p:sp>
      <p:sp>
        <p:nvSpPr>
          <p:cNvPr id="101" name="layer-accent-2">
            <a:extLst xmlns:a="http://schemas.openxmlformats.org/drawingml/2006/main">
              <a:ext uri="{FF2B5EF4-FFF2-40B4-BE49-F238E27FC236}">
                <a16:creationId xmlns:a16="http://schemas.microsoft.com/office/drawing/2014/main" id="{2A7A9663-4C9B-419A-9A7A-30A2B696B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905250"/>
            <a:ext cx="666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45C7"/>
          </a:solidFill>
          <a:ln xmlns:a="http://schemas.openxmlformats.org/drawingml/2006/main" w="0">
            <a:solidFill>
              <a:srgbClr val="6D45C7"/>
            </a:solidFill>
            <a:prstDash val="solid"/>
          </a:ln>
        </p:spPr>
      </p:sp>
      <p:pic>
        <p:nvPicPr>
          <p:cNvPr id="18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470fd5507344e5"/>
          <a:stretch xmlns:a="http://schemas.openxmlformats.org/drawingml/2006/main"/>
        </p:blipFill>
        <p:spPr>
          <a:xfrm xmlns:a="http://schemas.openxmlformats.org/drawingml/2006/main">
            <a:off x="4114800" y="414337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103" name="layer-title-2">
            <a:extLst xmlns:a="http://schemas.openxmlformats.org/drawingml/2006/main">
              <a:ext uri="{FF2B5EF4-FFF2-40B4-BE49-F238E27FC236}">
                <a16:creationId xmlns:a16="http://schemas.microsoft.com/office/drawing/2014/main" id="{1C142090-7102-4B20-A7AD-E8F3342F1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0386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13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P3 factPublished</a:t>
            </a:r>
          </a:p>
        </p:txBody>
      </p:sp>
      <p:sp>
        <p:nvSpPr>
          <p:cNvPr id="104" name="layer-body-2">
            <a:extLst xmlns:a="http://schemas.openxmlformats.org/drawingml/2006/main">
              <a:ext uri="{FF2B5EF4-FFF2-40B4-BE49-F238E27FC236}">
                <a16:creationId xmlns:a16="http://schemas.microsoft.com/office/drawing/2014/main" id="{9AB0736D-B741-4F78-9B35-544802619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352925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6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CommonEvent 发布稳定事实</a:t>
            </a:r>
          </a:p>
        </p:txBody>
      </p:sp>
      <p:sp>
        <p:nvSpPr>
          <p:cNvPr id="105" name="layer-accent-3">
            <a:extLst xmlns:a="http://schemas.openxmlformats.org/drawingml/2006/main">
              <a:ext uri="{FF2B5EF4-FFF2-40B4-BE49-F238E27FC236}">
                <a16:creationId xmlns:a16="http://schemas.microsoft.com/office/drawing/2014/main" id="{7B9EE8B6-61C7-4632-96AD-9023E988A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895850"/>
            <a:ext cx="666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F5B"/>
          </a:solidFill>
          <a:ln xmlns:a="http://schemas.openxmlformats.org/drawingml/2006/main" w="0">
            <a:solidFill>
              <a:srgbClr val="2F8F5B"/>
            </a:solidFill>
            <a:prstDash val="solid"/>
          </a:ln>
        </p:spPr>
      </p:sp>
      <p:pic>
        <p:nvPicPr>
          <p:cNvPr id="19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0926f13d3949e6"/>
          <a:stretch xmlns:a="http://schemas.openxmlformats.org/drawingml/2006/main"/>
        </p:blipFill>
        <p:spPr>
          <a:xfrm xmlns:a="http://schemas.openxmlformats.org/drawingml/2006/main">
            <a:off x="4114800" y="513397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107" name="layer-title-3">
            <a:extLst xmlns:a="http://schemas.openxmlformats.org/drawingml/2006/main">
              <a:ext uri="{FF2B5EF4-FFF2-40B4-BE49-F238E27FC236}">
                <a16:creationId xmlns:a16="http://schemas.microsoft.com/office/drawing/2014/main" id="{88A99DE1-E22D-4207-AACB-C8BC242AE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50292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13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P4 uiRefreshed</a:t>
            </a:r>
          </a:p>
        </p:txBody>
      </p:sp>
      <p:sp>
        <p:nvSpPr>
          <p:cNvPr id="108" name="layer-body-3">
            <a:extLst xmlns:a="http://schemas.openxmlformats.org/drawingml/2006/main">
              <a:ext uri="{FF2B5EF4-FFF2-40B4-BE49-F238E27FC236}">
                <a16:creationId xmlns:a16="http://schemas.microsoft.com/office/drawing/2014/main" id="{BA330E66-C90C-4840-B93B-A552E2455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5343525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6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所有依赖消费者完成刷新</a:t>
            </a:r>
          </a:p>
        </p:txBody>
      </p:sp>
      <p:sp>
        <p:nvSpPr>
          <p:cNvPr id="109" name="chip-bg-0">
            <a:extLst xmlns:a="http://schemas.openxmlformats.org/drawingml/2006/main">
              <a:ext uri="{FF2B5EF4-FFF2-40B4-BE49-F238E27FC236}">
                <a16:creationId xmlns:a16="http://schemas.microsoft.com/office/drawing/2014/main" id="{71D48416-ED97-466F-982F-A938B7CCD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6172200"/>
            <a:ext cx="1104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EC"/>
          </a:solidFill>
          <a:ln xmlns:a="http://schemas.openxmlformats.org/drawingml/2006/main" w="0">
            <a:solidFill>
              <a:srgbClr val="FBEAEC"/>
            </a:solidFill>
            <a:prstDash val="solid"/>
          </a:ln>
        </p:spPr>
      </p:sp>
      <p:sp>
        <p:nvSpPr>
          <p:cNvPr id="110" name="chip-text-0">
            <a:extLst xmlns:a="http://schemas.openxmlformats.org/drawingml/2006/main">
              <a:ext uri="{FF2B5EF4-FFF2-40B4-BE49-F238E27FC236}">
                <a16:creationId xmlns:a16="http://schemas.microsoft.com/office/drawing/2014/main" id="{82123FD4-7C58-402C-AF80-432A473B2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191250"/>
            <a:ext cx="990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1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event</a:t>
            </a:r>
          </a:p>
        </p:txBody>
      </p:sp>
      <p:sp>
        <p:nvSpPr>
          <p:cNvPr id="111" name="chip-bg-1">
            <a:extLst xmlns:a="http://schemas.openxmlformats.org/drawingml/2006/main">
              <a:ext uri="{FF2B5EF4-FFF2-40B4-BE49-F238E27FC236}">
                <a16:creationId xmlns:a16="http://schemas.microsoft.com/office/drawing/2014/main" id="{E0EB52C1-7F9C-4EE5-9820-1E0467F6C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6172200"/>
            <a:ext cx="1104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B"/>
          </a:solidFill>
          <a:ln xmlns:a="http://schemas.openxmlformats.org/drawingml/2006/main" w="0">
            <a:solidFill>
              <a:srgbClr val="EAF2FB"/>
            </a:solidFill>
            <a:prstDash val="solid"/>
          </a:ln>
        </p:spPr>
      </p:sp>
      <p:sp>
        <p:nvSpPr>
          <p:cNvPr id="112" name="chip-text-1">
            <a:extLst xmlns:a="http://schemas.openxmlformats.org/drawingml/2006/main">
              <a:ext uri="{FF2B5EF4-FFF2-40B4-BE49-F238E27FC236}">
                <a16:creationId xmlns:a16="http://schemas.microsoft.com/office/drawing/2014/main" id="{59CCB1FF-670F-4D97-8118-28C74FF03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6191250"/>
            <a:ext cx="990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1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rPr>
              <a:t>snapshot</a:t>
            </a:r>
          </a:p>
        </p:txBody>
      </p:sp>
      <p:sp>
        <p:nvSpPr>
          <p:cNvPr id="113" name="chip-bg-2">
            <a:extLst xmlns:a="http://schemas.openxmlformats.org/drawingml/2006/main">
              <a:ext uri="{FF2B5EF4-FFF2-40B4-BE49-F238E27FC236}">
                <a16:creationId xmlns:a16="http://schemas.microsoft.com/office/drawing/2014/main" id="{A060C2F7-7655-4EAB-891A-4CEF2DE5E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6172200"/>
            <a:ext cx="1104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FA"/>
          </a:solidFill>
          <a:ln xmlns:a="http://schemas.openxmlformats.org/drawingml/2006/main" w="0">
            <a:solidFill>
              <a:srgbClr val="F1ECFA"/>
            </a:solidFill>
            <a:prstDash val="solid"/>
          </a:ln>
        </p:spPr>
      </p:sp>
      <p:sp>
        <p:nvSpPr>
          <p:cNvPr id="114" name="chip-text-2">
            <a:extLst xmlns:a="http://schemas.openxmlformats.org/drawingml/2006/main">
              <a:ext uri="{FF2B5EF4-FFF2-40B4-BE49-F238E27FC236}">
                <a16:creationId xmlns:a16="http://schemas.microsoft.com/office/drawing/2014/main" id="{5961A5BA-B64A-460E-86DF-8B93DD2D6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6191250"/>
            <a:ext cx="990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1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>handler</a:t>
            </a:r>
          </a:p>
        </p:txBody>
      </p:sp>
      <p:sp>
        <p:nvSpPr>
          <p:cNvPr id="115" name="chip-bg-3">
            <a:extLst xmlns:a="http://schemas.openxmlformats.org/drawingml/2006/main">
              <a:ext uri="{FF2B5EF4-FFF2-40B4-BE49-F238E27FC236}">
                <a16:creationId xmlns:a16="http://schemas.microsoft.com/office/drawing/2014/main" id="{48CD9102-C72A-4AE6-A58C-D40684E4D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6172200"/>
            <a:ext cx="1104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EC"/>
          </a:solidFill>
          <a:ln xmlns:a="http://schemas.openxmlformats.org/drawingml/2006/main" w="0">
            <a:solidFill>
              <a:srgbClr val="FBEAEC"/>
            </a:solidFill>
            <a:prstDash val="solid"/>
          </a:ln>
        </p:spPr>
      </p:sp>
      <p:sp>
        <p:nvSpPr>
          <p:cNvPr id="116" name="chip-text-3">
            <a:extLst xmlns:a="http://schemas.openxmlformats.org/drawingml/2006/main">
              <a:ext uri="{FF2B5EF4-FFF2-40B4-BE49-F238E27FC236}">
                <a16:creationId xmlns:a16="http://schemas.microsoft.com/office/drawing/2014/main" id="{57E1BF08-1076-41DF-BD9B-B932FDFC1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6191250"/>
            <a:ext cx="990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1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publish</a:t>
            </a:r>
          </a:p>
        </p:txBody>
      </p:sp>
      <p:sp>
        <p:nvSpPr>
          <p:cNvPr id="117" name="chip-bg-4">
            <a:extLst xmlns:a="http://schemas.openxmlformats.org/drawingml/2006/main">
              <a:ext uri="{FF2B5EF4-FFF2-40B4-BE49-F238E27FC236}">
                <a16:creationId xmlns:a16="http://schemas.microsoft.com/office/drawing/2014/main" id="{BF04FEDE-110C-425C-9C36-536012F08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6172200"/>
            <a:ext cx="1104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E"/>
          </a:solidFill>
          <a:ln xmlns:a="http://schemas.openxmlformats.org/drawingml/2006/main" w="0">
            <a:solidFill>
              <a:srgbClr val="EAF5EE"/>
            </a:solidFill>
            <a:prstDash val="solid"/>
          </a:ln>
        </p:spPr>
      </p:sp>
      <p:sp>
        <p:nvSpPr>
          <p:cNvPr id="118" name="chip-text-4">
            <a:extLst xmlns:a="http://schemas.openxmlformats.org/drawingml/2006/main">
              <a:ext uri="{FF2B5EF4-FFF2-40B4-BE49-F238E27FC236}">
                <a16:creationId xmlns:a16="http://schemas.microsoft.com/office/drawing/2014/main" id="{5A5ADC84-38AC-4FBC-95CC-E2E737B1B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6191250"/>
            <a:ext cx="990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10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rPr>
              <a:t>consumer</a:t>
            </a:r>
          </a:p>
        </p:txBody>
      </p:sp>
      <p:sp>
        <p:nvSpPr>
          <p:cNvPr id="119" name="chip-bg-5">
            <a:extLst xmlns:a="http://schemas.openxmlformats.org/drawingml/2006/main">
              <a:ext uri="{FF2B5EF4-FFF2-40B4-BE49-F238E27FC236}">
                <a16:creationId xmlns:a16="http://schemas.microsoft.com/office/drawing/2014/main" id="{731D3DC7-788F-4FCD-87FB-859D9D9F2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6172200"/>
            <a:ext cx="1104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FA"/>
          </a:solidFill>
          <a:ln xmlns:a="http://schemas.openxmlformats.org/drawingml/2006/main" w="0">
            <a:solidFill>
              <a:srgbClr val="F1ECFA"/>
            </a:solidFill>
            <a:prstDash val="solid"/>
          </a:ln>
        </p:spPr>
      </p:sp>
      <p:sp>
        <p:nvSpPr>
          <p:cNvPr id="120" name="chip-text-5">
            <a:extLst xmlns:a="http://schemas.openxmlformats.org/drawingml/2006/main">
              <a:ext uri="{FF2B5EF4-FFF2-40B4-BE49-F238E27FC236}">
                <a16:creationId xmlns:a16="http://schemas.microsoft.com/office/drawing/2014/main" id="{08648007-8237-4261-9844-2F0380139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191250"/>
            <a:ext cx="990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1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>eventId GAP</a:t>
            </a:r>
          </a:p>
        </p:txBody>
      </p:sp>
      <p:pic>
        <p:nvPicPr>
          <p:cNvPr id="20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fb8077678043a6"/>
          <a:stretch xmlns:a="http://schemas.openxmlformats.org/drawingml/2006/main"/>
        </p:blipFill>
        <p:spPr>
          <a:xfrm xmlns:a="http://schemas.openxmlformats.org/drawingml/2006/main">
            <a:off x="10382250" y="268813"/>
            <a:ext cx="952500" cy="2148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9805989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9937CBA2-7E4F-43F3-9EBA-CFD6BD1B5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38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rPr>
              <a:t>25 · 第四幕｜平台门与系统验收</a:t>
            </a:r>
          </a:p>
        </p:txBody>
      </p:sp>
      <p:sp>
        <p:nvSpPr>
          <p:cNvPr id="5" name="team-name">
            <a:extLst xmlns:a="http://schemas.openxmlformats.org/drawingml/2006/main">
              <a:ext uri="{FF2B5EF4-FFF2-40B4-BE49-F238E27FC236}">
                <a16:creationId xmlns:a16="http://schemas.microsoft.com/office/drawing/2014/main" id="{DF70FBB6-5F6E-4537-9090-0CBE67318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6" name="business-direction">
            <a:extLst xmlns:a="http://schemas.openxmlformats.org/drawingml/2006/main">
              <a:ext uri="{FF2B5EF4-FFF2-40B4-BE49-F238E27FC236}">
                <a16:creationId xmlns:a16="http://schemas.microsoft.com/office/drawing/2014/main" id="{264209F6-E82F-4B7F-97F5-9E0C8215D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" name="storyline-lead">
            <a:extLst xmlns:a="http://schemas.openxmlformats.org/drawingml/2006/main">
              <a:ext uri="{FF2B5EF4-FFF2-40B4-BE49-F238E27FC236}">
                <a16:creationId xmlns:a16="http://schemas.microsoft.com/office/drawing/2014/main" id="{513D4A51-8337-4FB4-B56E-8172C046E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8" name="storyline-outcome">
            <a:extLst xmlns:a="http://schemas.openxmlformats.org/drawingml/2006/main">
              <a:ext uri="{FF2B5EF4-FFF2-40B4-BE49-F238E27FC236}">
                <a16:creationId xmlns:a16="http://schemas.microsoft.com/office/drawing/2014/main" id="{BB1932BF-7915-4685-850E-EE30D779E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9" name="origin-story">
            <a:extLst xmlns:a="http://schemas.openxmlformats.org/drawingml/2006/main">
              <a:ext uri="{FF2B5EF4-FFF2-40B4-BE49-F238E27FC236}">
                <a16:creationId xmlns:a16="http://schemas.microsoft.com/office/drawing/2014/main" id="{4F383126-75F9-4A95-9DFA-12133DB4A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1104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210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MCP 是证据执行器，不是事实制造器</a:t>
            </a:r>
          </a:p>
        </p:txBody>
      </p:sp>
      <p:sp>
        <p:nvSpPr>
          <p:cNvPr id="10" name="capability-label">
            <a:extLst xmlns:a="http://schemas.openxmlformats.org/drawingml/2006/main">
              <a:ext uri="{FF2B5EF4-FFF2-40B4-BE49-F238E27FC236}">
                <a16:creationId xmlns:a16="http://schemas.microsoft.com/office/drawing/2014/main" id="{6618DDA6-5320-4544-A67A-4138E5DF0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9115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SLIDE 25 · WORKSHOP</a:t>
            </a:r>
          </a:p>
        </p:txBody>
      </p:sp>
      <p:sp>
        <p:nvSpPr>
          <p:cNvPr id="12" name="capability-goal-text">
            <a:extLst xmlns:a="http://schemas.openxmlformats.org/drawingml/2006/main">
              <a:ext uri="{FF2B5EF4-FFF2-40B4-BE49-F238E27FC236}">
                <a16:creationId xmlns:a16="http://schemas.microsoft.com/office/drawing/2014/main" id="{A9BB6ADF-6F5A-486E-9828-9BB90056D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4" name="capability-tech-text">
            <a:extLst xmlns:a="http://schemas.openxmlformats.org/drawingml/2006/main">
              <a:ext uri="{FF2B5EF4-FFF2-40B4-BE49-F238E27FC236}">
                <a16:creationId xmlns:a16="http://schemas.microsoft.com/office/drawing/2014/main" id="{A789BA83-BEE2-4D60-80BC-6239BCAB3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6" name="capability-collaboration-text">
            <a:extLst xmlns:a="http://schemas.openxmlformats.org/drawingml/2006/main">
              <a:ext uri="{FF2B5EF4-FFF2-40B4-BE49-F238E27FC236}">
                <a16:creationId xmlns:a16="http://schemas.microsoft.com/office/drawing/2014/main" id="{D085A46E-BB95-4E44-A140-3211DC950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8" name="capability-cohesion-text">
            <a:extLst xmlns:a="http://schemas.openxmlformats.org/drawingml/2006/main">
              <a:ext uri="{FF2B5EF4-FFF2-40B4-BE49-F238E27FC236}">
                <a16:creationId xmlns:a16="http://schemas.microsoft.com/office/drawing/2014/main" id="{31E7FE61-7CF7-4BF1-B351-6E8BC2ABB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21" name="journey-top-rule">
            <a:extLst xmlns:a="http://schemas.openxmlformats.org/drawingml/2006/main">
              <a:ext uri="{FF2B5EF4-FFF2-40B4-BE49-F238E27FC236}">
                <a16:creationId xmlns:a16="http://schemas.microsoft.com/office/drawing/2014/main" id="{3F7D1C62-8DF5-4E48-9864-9C17DDEE1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2" name="journey-label">
            <a:extLst xmlns:a="http://schemas.openxmlformats.org/drawingml/2006/main">
              <a:ext uri="{FF2B5EF4-FFF2-40B4-BE49-F238E27FC236}">
                <a16:creationId xmlns:a16="http://schemas.microsoft.com/office/drawing/2014/main" id="{8E7E41EF-B0E6-4678-B07F-0EBF826CF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工具成功、业务成功和系统最终状态是三种不同结论，必须分层判定。</a:t>
            </a:r>
          </a:p>
        </p:txBody>
      </p:sp>
      <p:sp>
        <p:nvSpPr>
          <p:cNvPr id="26" name="stage-01-number">
            <a:extLst xmlns:a="http://schemas.openxmlformats.org/drawingml/2006/main">
              <a:ext uri="{FF2B5EF4-FFF2-40B4-BE49-F238E27FC236}">
                <a16:creationId xmlns:a16="http://schemas.microsoft.com/office/drawing/2014/main" id="{4225D723-AF17-46CE-8F57-EF6385A30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27" name="stage-01-title">
            <a:extLst xmlns:a="http://schemas.openxmlformats.org/drawingml/2006/main">
              <a:ext uri="{FF2B5EF4-FFF2-40B4-BE49-F238E27FC236}">
                <a16:creationId xmlns:a16="http://schemas.microsoft.com/office/drawing/2014/main" id="{A080687F-349A-4D96-8B9B-B15D9284C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28" name="stage-01-body">
            <a:extLst xmlns:a="http://schemas.openxmlformats.org/drawingml/2006/main">
              <a:ext uri="{FF2B5EF4-FFF2-40B4-BE49-F238E27FC236}">
                <a16:creationId xmlns:a16="http://schemas.microsoft.com/office/drawing/2014/main" id="{35DB16DD-F51B-49F2-B81F-24E50A16B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36" name="stage-03-number">
            <a:extLst xmlns:a="http://schemas.openxmlformats.org/drawingml/2006/main">
              <a:ext uri="{FF2B5EF4-FFF2-40B4-BE49-F238E27FC236}">
                <a16:creationId xmlns:a16="http://schemas.microsoft.com/office/drawing/2014/main" id="{C0286EEE-76D7-4C3D-959B-C1A40C2DE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37" name="stage-03-title">
            <a:extLst xmlns:a="http://schemas.openxmlformats.org/drawingml/2006/main">
              <a:ext uri="{FF2B5EF4-FFF2-40B4-BE49-F238E27FC236}">
                <a16:creationId xmlns:a16="http://schemas.microsoft.com/office/drawing/2014/main" id="{B27EC97C-4E04-4513-B0CF-9ED410CD8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38" name="stage-03-body">
            <a:extLst xmlns:a="http://schemas.openxmlformats.org/drawingml/2006/main">
              <a:ext uri="{FF2B5EF4-FFF2-40B4-BE49-F238E27FC236}">
                <a16:creationId xmlns:a16="http://schemas.microsoft.com/office/drawing/2014/main" id="{9E912F49-5FAE-4B6A-9826-0EE1EFB7F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46" name="stage-05-number">
            <a:extLst xmlns:a="http://schemas.openxmlformats.org/drawingml/2006/main">
              <a:ext uri="{FF2B5EF4-FFF2-40B4-BE49-F238E27FC236}">
                <a16:creationId xmlns:a16="http://schemas.microsoft.com/office/drawing/2014/main" id="{AA36F8DB-73A8-47E8-A962-56FE8DE85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47" name="stage-05-title">
            <a:extLst xmlns:a="http://schemas.openxmlformats.org/drawingml/2006/main">
              <a:ext uri="{FF2B5EF4-FFF2-40B4-BE49-F238E27FC236}">
                <a16:creationId xmlns:a16="http://schemas.microsoft.com/office/drawing/2014/main" id="{E55E05DE-AFC6-4422-9A2F-AD9E27F89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48" name="stage-05-body">
            <a:extLst xmlns:a="http://schemas.openxmlformats.org/drawingml/2006/main">
              <a:ext uri="{FF2B5EF4-FFF2-40B4-BE49-F238E27FC236}">
                <a16:creationId xmlns:a16="http://schemas.microsoft.com/office/drawing/2014/main" id="{F938BB63-05FA-4699-B9B6-45CD5A0C9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0" name="rail-flow-label">
            <a:extLst xmlns:a="http://schemas.openxmlformats.org/drawingml/2006/main">
              <a:ext uri="{FF2B5EF4-FFF2-40B4-BE49-F238E27FC236}">
                <a16:creationId xmlns:a16="http://schemas.microsoft.com/office/drawing/2014/main" id="{FF5EAC43-B84B-4541-B2F4-61336FAA9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8585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858585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1" name="rail-flow-line">
            <a:extLst xmlns:a="http://schemas.openxmlformats.org/drawingml/2006/main">
              <a:ext uri="{FF2B5EF4-FFF2-40B4-BE49-F238E27FC236}">
                <a16:creationId xmlns:a16="http://schemas.microsoft.com/office/drawing/2014/main" id="{AF9A8871-2B22-4386-A390-72752FB38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3" name="rail-flow-idea-label">
            <a:extLst xmlns:a="http://schemas.openxmlformats.org/drawingml/2006/main">
              <a:ext uri="{FF2B5EF4-FFF2-40B4-BE49-F238E27FC236}">
                <a16:creationId xmlns:a16="http://schemas.microsoft.com/office/drawing/2014/main" id="{72E1E745-7177-4B95-A3C2-46F9EE067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5" name="rail-flow-attack-label">
            <a:extLst xmlns:a="http://schemas.openxmlformats.org/drawingml/2006/main">
              <a:ext uri="{FF2B5EF4-FFF2-40B4-BE49-F238E27FC236}">
                <a16:creationId xmlns:a16="http://schemas.microsoft.com/office/drawing/2014/main" id="{1CD5E551-A644-4209-8B85-C43D55DAD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7" name="rail-flow-delivery-label">
            <a:extLst xmlns:a="http://schemas.openxmlformats.org/drawingml/2006/main">
              <a:ext uri="{FF2B5EF4-FFF2-40B4-BE49-F238E27FC236}">
                <a16:creationId xmlns:a16="http://schemas.microsoft.com/office/drawing/2014/main" id="{41242F25-AB1D-4FEC-AA44-0C6A2FA72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8" name="rail-result-box">
            <a:extLst xmlns:a="http://schemas.openxmlformats.org/drawingml/2006/main">
              <a:ext uri="{FF2B5EF4-FFF2-40B4-BE49-F238E27FC236}">
                <a16:creationId xmlns:a16="http://schemas.microsoft.com/office/drawing/2014/main" id="{F7117D08-254C-4F26-B6DD-8B03EB047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0" name="rail-result-text">
            <a:extLst xmlns:a="http://schemas.openxmlformats.org/drawingml/2006/main">
              <a:ext uri="{FF2B5EF4-FFF2-40B4-BE49-F238E27FC236}">
                <a16:creationId xmlns:a16="http://schemas.microsoft.com/office/drawing/2014/main" id="{34A8EF6F-28E9-4F9F-8CFD-1BF6F2603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63" b="1">
                <a:solidFill>
                  <a:srgbClr val="9C000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9C000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61" name="grid-top-rule">
            <a:extLst xmlns:a="http://schemas.openxmlformats.org/drawingml/2006/main">
              <a:ext uri="{FF2B5EF4-FFF2-40B4-BE49-F238E27FC236}">
                <a16:creationId xmlns:a16="http://schemas.microsoft.com/office/drawing/2014/main" id="{0F39FBDF-9E3B-4D49-B005-6B5B93FED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2" name="grid-middle-rule">
            <a:extLst xmlns:a="http://schemas.openxmlformats.org/drawingml/2006/main">
              <a:ext uri="{FF2B5EF4-FFF2-40B4-BE49-F238E27FC236}">
                <a16:creationId xmlns:a16="http://schemas.microsoft.com/office/drawing/2014/main" id="{BBC7B45A-19EF-4696-97BA-CE5C123E4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3" name="grid-vertical-rule">
            <a:extLst xmlns:a="http://schemas.openxmlformats.org/drawingml/2006/main">
              <a:ext uri="{FF2B5EF4-FFF2-40B4-BE49-F238E27FC236}">
                <a16:creationId xmlns:a16="http://schemas.microsoft.com/office/drawing/2014/main" id="{9513784B-DF55-42B5-ACF2-4EF87CE54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4" name="capability-top-rule">
            <a:extLst xmlns:a="http://schemas.openxmlformats.org/drawingml/2006/main">
              <a:ext uri="{FF2B5EF4-FFF2-40B4-BE49-F238E27FC236}">
                <a16:creationId xmlns:a16="http://schemas.microsoft.com/office/drawing/2014/main" id="{9013330B-53F2-4C98-B459-B7BC45073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5" name="module-01-icon-background">
            <a:extLst xmlns:a="http://schemas.openxmlformats.org/drawingml/2006/main">
              <a:ext uri="{FF2B5EF4-FFF2-40B4-BE49-F238E27FC236}">
                <a16:creationId xmlns:a16="http://schemas.microsoft.com/office/drawing/2014/main" id="{6BB7565D-24EF-47D6-BBB0-E18B6DE76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24050"/>
            <a:ext cx="4762500" cy="3124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B"/>
          </a:solidFill>
          <a:ln xmlns:a="http://schemas.openxmlformats.org/drawingml/2006/main" w="0">
            <a:solidFill>
              <a:srgbClr val="EAF2FB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7" name="module-02-icon-background">
            <a:extLst xmlns:a="http://schemas.openxmlformats.org/drawingml/2006/main">
              <a:ext uri="{FF2B5EF4-FFF2-40B4-BE49-F238E27FC236}">
                <a16:creationId xmlns:a16="http://schemas.microsoft.com/office/drawing/2014/main" id="{80C31D3C-F758-4BBC-A10E-E9C339D14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24050"/>
            <a:ext cx="4762500" cy="3124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FA"/>
          </a:solidFill>
          <a:ln xmlns:a="http://schemas.openxmlformats.org/drawingml/2006/main" w="0">
            <a:solidFill>
              <a:srgbClr val="F1ECF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9" name="module-03-icon-background">
            <a:extLst xmlns:a="http://schemas.openxmlformats.org/drawingml/2006/main">
              <a:ext uri="{FF2B5EF4-FFF2-40B4-BE49-F238E27FC236}">
                <a16:creationId xmlns:a16="http://schemas.microsoft.com/office/drawing/2014/main" id="{78E97F08-D68A-43EC-A2D0-7C3051E07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1" name="module-04-icon-background">
            <a:extLst xmlns:a="http://schemas.openxmlformats.org/drawingml/2006/main">
              <a:ext uri="{FF2B5EF4-FFF2-40B4-BE49-F238E27FC236}">
                <a16:creationId xmlns:a16="http://schemas.microsoft.com/office/drawing/2014/main" id="{C303905D-0287-4B86-92D4-33F0EB3B9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3" name="module-04-number">
            <a:extLst xmlns:a="http://schemas.openxmlformats.org/drawingml/2006/main">
              <a:ext uri="{FF2B5EF4-FFF2-40B4-BE49-F238E27FC236}">
                <a16:creationId xmlns:a16="http://schemas.microsoft.com/office/drawing/2014/main" id="{644EFF2E-DC9B-4D41-84F4-10582B446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4" name="module-04-title">
            <a:extLst xmlns:a="http://schemas.openxmlformats.org/drawingml/2006/main">
              <a:ext uri="{FF2B5EF4-FFF2-40B4-BE49-F238E27FC236}">
                <a16:creationId xmlns:a16="http://schemas.microsoft.com/office/drawing/2014/main" id="{9C3B8801-0886-4C35-A421-9571B2595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5" name="module-04-body">
            <a:extLst xmlns:a="http://schemas.openxmlformats.org/drawingml/2006/main">
              <a:ext uri="{FF2B5EF4-FFF2-40B4-BE49-F238E27FC236}">
                <a16:creationId xmlns:a16="http://schemas.microsoft.com/office/drawing/2014/main" id="{815AB31E-77DC-41EF-9FDD-2104B3529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6" name="capability-goal-icon-background">
            <a:extLst xmlns:a="http://schemas.openxmlformats.org/drawingml/2006/main">
              <a:ext uri="{FF2B5EF4-FFF2-40B4-BE49-F238E27FC236}">
                <a16:creationId xmlns:a16="http://schemas.microsoft.com/office/drawing/2014/main" id="{ACC8CF6A-83B8-4CA8-B500-7FCD1FE49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8" name="capability-tech-icon-background">
            <a:extLst xmlns:a="http://schemas.openxmlformats.org/drawingml/2006/main">
              <a:ext uri="{FF2B5EF4-FFF2-40B4-BE49-F238E27FC236}">
                <a16:creationId xmlns:a16="http://schemas.microsoft.com/office/drawing/2014/main" id="{1FBC427F-E57C-45DB-9CCE-FEBB0D899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0" name="capability-collaboration-icon-background">
            <a:extLst xmlns:a="http://schemas.openxmlformats.org/drawingml/2006/main">
              <a:ext uri="{FF2B5EF4-FFF2-40B4-BE49-F238E27FC236}">
                <a16:creationId xmlns:a16="http://schemas.microsoft.com/office/drawing/2014/main" id="{6E13DFB3-20F1-4890-9CA4-4556205A7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2" name="capability-cohesion-icon-background">
            <a:extLst xmlns:a="http://schemas.openxmlformats.org/drawingml/2006/main">
              <a:ext uri="{FF2B5EF4-FFF2-40B4-BE49-F238E27FC236}">
                <a16:creationId xmlns:a16="http://schemas.microsoft.com/office/drawing/2014/main" id="{6D6CB4E0-0BEB-4D63-8FF5-DCEBE4D95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4" name="competitiveness-result-box">
            <a:extLst xmlns:a="http://schemas.openxmlformats.org/drawingml/2006/main">
              <a:ext uri="{FF2B5EF4-FFF2-40B4-BE49-F238E27FC236}">
                <a16:creationId xmlns:a16="http://schemas.microsoft.com/office/drawing/2014/main" id="{F216EF67-2742-4E3A-81AE-9DA7A0133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6" name="competitiveness-result-text">
            <a:extLst xmlns:a="http://schemas.openxmlformats.org/drawingml/2006/main">
              <a:ext uri="{FF2B5EF4-FFF2-40B4-BE49-F238E27FC236}">
                <a16:creationId xmlns:a16="http://schemas.microsoft.com/office/drawing/2014/main" id="{5EF20348-951F-48D4-9F42-3FB89748A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276850"/>
            <a:ext cx="733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38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rPr>
              <a:t>用 UI 证据证明 UI；没有系统回读时，不替系统层下 PASS。</a:t>
            </a:r>
          </a:p>
        </p:txBody>
      </p:sp>
      <p:pic>
        <p:nvPicPr>
          <p:cNvPr id="20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3b2f98edfc4cf6"/>
          <a:stretch xmlns:a="http://schemas.openxmlformats.org/drawingml/2006/main"/>
        </p:blipFill>
        <p:spPr>
          <a:xfrm xmlns:a="http://schemas.openxmlformats.org/drawingml/2006/main">
            <a:off x="400050" y="257175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88" name="case-header-rule">
            <a:extLst xmlns:a="http://schemas.openxmlformats.org/drawingml/2006/main">
              <a:ext uri="{FF2B5EF4-FFF2-40B4-BE49-F238E27FC236}">
                <a16:creationId xmlns:a16="http://schemas.microsoft.com/office/drawing/2014/main" id="{BAC1EAF4-B798-4F81-B3D8-E711C771E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0020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7D7"/>
          </a:solidFill>
          <a:ln xmlns:a="http://schemas.openxmlformats.org/drawingml/2006/main" w="0">
            <a:solidFill>
              <a:srgbClr val="D7D7D7"/>
            </a:solidFill>
            <a:prstDash val="solid"/>
          </a:ln>
        </p:spPr>
      </p:sp>
      <p:pic>
        <p:nvPicPr>
          <p:cNvPr id="20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7226ee50aa484d"/>
          <a:stretch xmlns:a="http://schemas.openxmlformats.org/drawingml/2006/main"/>
        </p:blipFill>
        <p:spPr>
          <a:xfrm xmlns:a="http://schemas.openxmlformats.org/drawingml/2006/main">
            <a:off x="666750" y="2190750"/>
            <a:ext cx="438150" cy="438150"/>
          </a:xfrm>
          <a:prstGeom xmlns:a="http://schemas.openxmlformats.org/drawingml/2006/main" prst="rect">
            <a:avLst/>
          </a:prstGeom>
        </p:spPr>
      </p:pic>
      <p:pic>
        <p:nvPicPr>
          <p:cNvPr id="20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d3b78807d14624"/>
          <a:stretch xmlns:a="http://schemas.openxmlformats.org/drawingml/2006/main"/>
        </p:blipFill>
        <p:spPr>
          <a:xfrm xmlns:a="http://schemas.openxmlformats.org/drawingml/2006/main">
            <a:off x="6838950" y="2190750"/>
            <a:ext cx="438150" cy="438150"/>
          </a:xfrm>
          <a:prstGeom xmlns:a="http://schemas.openxmlformats.org/drawingml/2006/main" prst="rect">
            <a:avLst/>
          </a:prstGeom>
        </p:spPr>
      </p:pic>
      <p:sp>
        <p:nvSpPr>
          <p:cNvPr id="91" name="case-one-number">
            <a:extLst xmlns:a="http://schemas.openxmlformats.org/drawingml/2006/main">
              <a:ext uri="{FF2B5EF4-FFF2-40B4-BE49-F238E27FC236}">
                <a16:creationId xmlns:a16="http://schemas.microsoft.com/office/drawing/2014/main" id="{80F689AD-6F88-4A35-AE85-A26AC3B82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1526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rPr>
              <a:t>CASE 25</a:t>
            </a:r>
          </a:p>
        </p:txBody>
      </p:sp>
      <p:sp>
        <p:nvSpPr>
          <p:cNvPr id="92" name="case-two-number">
            <a:extLst xmlns:a="http://schemas.openxmlformats.org/drawingml/2006/main">
              <a:ext uri="{FF2B5EF4-FFF2-40B4-BE49-F238E27FC236}">
                <a16:creationId xmlns:a16="http://schemas.microsoft.com/office/drawing/2014/main" id="{0A6698CA-AC0B-41F4-85BA-082BCE6B8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1526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>CONTRAST</a:t>
            </a:r>
          </a:p>
        </p:txBody>
      </p:sp>
      <p:sp>
        <p:nvSpPr>
          <p:cNvPr id="93" name="case-one-title">
            <a:extLst xmlns:a="http://schemas.openxmlformats.org/drawingml/2006/main">
              <a:ext uri="{FF2B5EF4-FFF2-40B4-BE49-F238E27FC236}">
                <a16:creationId xmlns:a16="http://schemas.microsoft.com/office/drawing/2014/main" id="{EE710BA8-D19C-4963-AFB4-4F3C1F99D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3622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Protocol / Tool 层</a:t>
            </a:r>
          </a:p>
        </p:txBody>
      </p:sp>
      <p:sp>
        <p:nvSpPr>
          <p:cNvPr id="94" name="case-two-title">
            <a:extLst xmlns:a="http://schemas.openxmlformats.org/drawingml/2006/main">
              <a:ext uri="{FF2B5EF4-FFF2-40B4-BE49-F238E27FC236}">
                <a16:creationId xmlns:a16="http://schemas.microsoft.com/office/drawing/2014/main" id="{318AF84A-C84B-43B2-BA7D-1800772BA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3622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Business / System 层</a:t>
            </a:r>
          </a:p>
        </p:txBody>
      </p:sp>
      <p:sp>
        <p:nvSpPr>
          <p:cNvPr id="95" name="case-one-method">
            <a:extLst xmlns:a="http://schemas.openxmlformats.org/drawingml/2006/main">
              <a:ext uri="{FF2B5EF4-FFF2-40B4-BE49-F238E27FC236}">
                <a16:creationId xmlns:a16="http://schemas.microsoft.com/office/drawing/2014/main" id="{D641B88F-BC38-42A3-A4BB-5C0A78563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rPr>
              <a:t>EXECUTION</a:t>
            </a:r>
          </a:p>
        </p:txBody>
      </p:sp>
      <p:sp>
        <p:nvSpPr>
          <p:cNvPr id="96" name="case-two-method">
            <a:extLst xmlns:a="http://schemas.openxmlformats.org/drawingml/2006/main">
              <a:ext uri="{FF2B5EF4-FFF2-40B4-BE49-F238E27FC236}">
                <a16:creationId xmlns:a16="http://schemas.microsoft.com/office/drawing/2014/main" id="{138671CA-C122-4895-8836-E45A6FC58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575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>OUTCOME</a:t>
            </a:r>
          </a:p>
        </p:txBody>
      </p:sp>
      <p:sp>
        <p:nvSpPr>
          <p:cNvPr id="97" name="case-left-rule-0">
            <a:extLst xmlns:a="http://schemas.openxmlformats.org/drawingml/2006/main">
              <a:ext uri="{FF2B5EF4-FFF2-40B4-BE49-F238E27FC236}">
                <a16:creationId xmlns:a16="http://schemas.microsoft.com/office/drawing/2014/main" id="{A9E0F7F1-556E-496E-816D-C112F9654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813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98" name="case-right-rule-0">
            <a:extLst xmlns:a="http://schemas.openxmlformats.org/drawingml/2006/main">
              <a:ext uri="{FF2B5EF4-FFF2-40B4-BE49-F238E27FC236}">
                <a16:creationId xmlns:a16="http://schemas.microsoft.com/office/drawing/2014/main" id="{F698392D-CBD9-4BDB-A31B-B374CB008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1813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99" name="case-label-left-0">
            <a:extLst xmlns:a="http://schemas.openxmlformats.org/drawingml/2006/main">
              <a:ext uri="{FF2B5EF4-FFF2-40B4-BE49-F238E27FC236}">
                <a16:creationId xmlns:a16="http://schemas.microsoft.com/office/drawing/2014/main" id="{1AFF2D59-C41A-4DA2-B654-8554618F8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Protocol</a:t>
            </a:r>
          </a:p>
        </p:txBody>
      </p:sp>
      <p:sp>
        <p:nvSpPr>
          <p:cNvPr id="100" name="case-value-left-0">
            <a:extLst xmlns:a="http://schemas.openxmlformats.org/drawingml/2006/main">
              <a:ext uri="{FF2B5EF4-FFF2-40B4-BE49-F238E27FC236}">
                <a16:creationId xmlns:a16="http://schemas.microsoft.com/office/drawing/2014/main" id="{17B95C37-E670-4E76-804D-E304F37CD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2385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参数满足 Schema？</a:t>
            </a:r>
          </a:p>
        </p:txBody>
      </p:sp>
      <p:sp>
        <p:nvSpPr>
          <p:cNvPr id="101" name="case-label-right-0">
            <a:extLst xmlns:a="http://schemas.openxmlformats.org/drawingml/2006/main">
              <a:ext uri="{FF2B5EF4-FFF2-40B4-BE49-F238E27FC236}">
                <a16:creationId xmlns:a16="http://schemas.microsoft.com/office/drawing/2014/main" id="{18A46C20-C188-49D9-98C2-BA5F1F298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2385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Internal getter</a:t>
            </a:r>
          </a:p>
        </p:txBody>
      </p:sp>
      <p:sp>
        <p:nvSpPr>
          <p:cNvPr id="102" name="case-value-right-0">
            <a:extLst xmlns:a="http://schemas.openxmlformats.org/drawingml/2006/main">
              <a:ext uri="{FF2B5EF4-FFF2-40B4-BE49-F238E27FC236}">
                <a16:creationId xmlns:a16="http://schemas.microsoft.com/office/drawing/2014/main" id="{7B7E08BA-BD87-441F-B3DB-2BCCF3B9A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2385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getPolicy/listRules PRESENT</a:t>
            </a:r>
          </a:p>
        </p:txBody>
      </p:sp>
      <p:sp>
        <p:nvSpPr>
          <p:cNvPr id="103" name="case-left-rule-1">
            <a:extLst xmlns:a="http://schemas.openxmlformats.org/drawingml/2006/main">
              <a:ext uri="{FF2B5EF4-FFF2-40B4-BE49-F238E27FC236}">
                <a16:creationId xmlns:a16="http://schemas.microsoft.com/office/drawing/2014/main" id="{659D7CC2-4EC3-4F7C-BF89-3A07EE6C3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004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04" name="case-right-rule-1">
            <a:extLst xmlns:a="http://schemas.openxmlformats.org/drawingml/2006/main">
              <a:ext uri="{FF2B5EF4-FFF2-40B4-BE49-F238E27FC236}">
                <a16:creationId xmlns:a16="http://schemas.microsoft.com/office/drawing/2014/main" id="{B37D164D-5E44-46FA-ADF5-91601117C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6004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05" name="case-label-left-1">
            <a:extLst xmlns:a="http://schemas.openxmlformats.org/drawingml/2006/main">
              <a:ext uri="{FF2B5EF4-FFF2-40B4-BE49-F238E27FC236}">
                <a16:creationId xmlns:a16="http://schemas.microsoft.com/office/drawing/2014/main" id="{796BAB44-29A4-4469-8C56-2DD29EAB6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576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Tool</a:t>
            </a:r>
          </a:p>
        </p:txBody>
      </p:sp>
      <p:sp>
        <p:nvSpPr>
          <p:cNvPr id="106" name="case-value-left-1">
            <a:extLst xmlns:a="http://schemas.openxmlformats.org/drawingml/2006/main">
              <a:ext uri="{FF2B5EF4-FFF2-40B4-BE49-F238E27FC236}">
                <a16:creationId xmlns:a16="http://schemas.microsoft.com/office/drawing/2014/main" id="{E2585E34-D692-44BF-BE1E-7329CBA4B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576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调用返回、退出码、artifact</a:t>
            </a:r>
          </a:p>
        </p:txBody>
      </p:sp>
      <p:sp>
        <p:nvSpPr>
          <p:cNvPr id="107" name="case-label-right-1">
            <a:extLst xmlns:a="http://schemas.openxmlformats.org/drawingml/2006/main">
              <a:ext uri="{FF2B5EF4-FFF2-40B4-BE49-F238E27FC236}">
                <a16:creationId xmlns:a16="http://schemas.microsoft.com/office/drawing/2014/main" id="{40591D54-6B8B-4336-9EA6-38AC4E705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6576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Acceptance bridge</a:t>
            </a:r>
          </a:p>
        </p:txBody>
      </p:sp>
      <p:sp>
        <p:nvSpPr>
          <p:cNvPr id="108" name="case-value-right-1">
            <a:extLst xmlns:a="http://schemas.openxmlformats.org/drawingml/2006/main">
              <a:ext uri="{FF2B5EF4-FFF2-40B4-BE49-F238E27FC236}">
                <a16:creationId xmlns:a16="http://schemas.microsoft.com/office/drawing/2014/main" id="{3E0F325A-0686-4039-ACBE-35AD57BC2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6576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get_runtime_state MISSING</a:t>
            </a:r>
          </a:p>
        </p:txBody>
      </p:sp>
      <p:sp>
        <p:nvSpPr>
          <p:cNvPr id="109" name="case-left-rule-2">
            <a:extLst xmlns:a="http://schemas.openxmlformats.org/drawingml/2006/main">
              <a:ext uri="{FF2B5EF4-FFF2-40B4-BE49-F238E27FC236}">
                <a16:creationId xmlns:a16="http://schemas.microsoft.com/office/drawing/2014/main" id="{B431DC1D-7996-47F7-B716-B4104C061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195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0" name="case-right-rule-2">
            <a:extLst xmlns:a="http://schemas.openxmlformats.org/drawingml/2006/main">
              <a:ext uri="{FF2B5EF4-FFF2-40B4-BE49-F238E27FC236}">
                <a16:creationId xmlns:a16="http://schemas.microsoft.com/office/drawing/2014/main" id="{8A9990CB-8F45-4A02-86D6-E10EE0E9F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0195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1" name="case-label-left-2">
            <a:extLst xmlns:a="http://schemas.openxmlformats.org/drawingml/2006/main">
              <a:ext uri="{FF2B5EF4-FFF2-40B4-BE49-F238E27FC236}">
                <a16:creationId xmlns:a16="http://schemas.microsoft.com/office/drawing/2014/main" id="{2BEDC775-5045-4471-AF1B-C0AD01484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767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UI action</a:t>
            </a:r>
          </a:p>
        </p:txBody>
      </p:sp>
      <p:sp>
        <p:nvSpPr>
          <p:cNvPr id="112" name="case-value-left-2">
            <a:extLst xmlns:a="http://schemas.openxmlformats.org/drawingml/2006/main">
              <a:ext uri="{FF2B5EF4-FFF2-40B4-BE49-F238E27FC236}">
                <a16:creationId xmlns:a16="http://schemas.microsoft.com/office/drawing/2014/main" id="{EA218FAD-D644-4FFB-BE95-C64F04C7F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767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toggle_firewall PASS</a:t>
            </a:r>
          </a:p>
        </p:txBody>
      </p:sp>
      <p:sp>
        <p:nvSpPr>
          <p:cNvPr id="113" name="case-label-right-2">
            <a:extLst xmlns:a="http://schemas.openxmlformats.org/drawingml/2006/main">
              <a:ext uri="{FF2B5EF4-FFF2-40B4-BE49-F238E27FC236}">
                <a16:creationId xmlns:a16="http://schemas.microsoft.com/office/drawing/2014/main" id="{577C7B67-0F67-44A6-9DDD-559EFF9DC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0767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System readback</a:t>
            </a:r>
          </a:p>
        </p:txBody>
      </p:sp>
      <p:sp>
        <p:nvSpPr>
          <p:cNvPr id="114" name="case-value-right-2">
            <a:extLst xmlns:a="http://schemas.openxmlformats.org/drawingml/2006/main">
              <a:ext uri="{FF2B5EF4-FFF2-40B4-BE49-F238E27FC236}">
                <a16:creationId xmlns:a16="http://schemas.microsoft.com/office/drawing/2014/main" id="{563E56E8-30B3-435F-846A-BBF723B44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0767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per-user policy/rules 缺失</a:t>
            </a:r>
          </a:p>
        </p:txBody>
      </p:sp>
      <p:sp>
        <p:nvSpPr>
          <p:cNvPr id="115" name="case-left-rule-3">
            <a:extLst xmlns:a="http://schemas.openxmlformats.org/drawingml/2006/main">
              <a:ext uri="{FF2B5EF4-FFF2-40B4-BE49-F238E27FC236}">
                <a16:creationId xmlns:a16="http://schemas.microsoft.com/office/drawing/2014/main" id="{73F1F4EA-AE10-4C4D-BA07-7CC8DAE70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386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6" name="case-right-rule-3">
            <a:extLst xmlns:a="http://schemas.openxmlformats.org/drawingml/2006/main">
              <a:ext uri="{FF2B5EF4-FFF2-40B4-BE49-F238E27FC236}">
                <a16:creationId xmlns:a16="http://schemas.microsoft.com/office/drawing/2014/main" id="{54F3B591-F56B-4DB3-A065-BC6E7BCF2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4386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7" name="case-label-left-3">
            <a:extLst xmlns:a="http://schemas.openxmlformats.org/drawingml/2006/main">
              <a:ext uri="{FF2B5EF4-FFF2-40B4-BE49-F238E27FC236}">
                <a16:creationId xmlns:a16="http://schemas.microsoft.com/office/drawing/2014/main" id="{678E3CF7-1438-4AC3-A0C1-5353F3F2F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958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UI tree</a:t>
            </a:r>
          </a:p>
        </p:txBody>
      </p:sp>
      <p:sp>
        <p:nvSpPr>
          <p:cNvPr id="118" name="case-value-left-3">
            <a:extLst xmlns:a="http://schemas.openxmlformats.org/drawingml/2006/main">
              <a:ext uri="{FF2B5EF4-FFF2-40B4-BE49-F238E27FC236}">
                <a16:creationId xmlns:a16="http://schemas.microsoft.com/office/drawing/2014/main" id="{63677797-5DC0-45FD-9D3E-4D98A65D1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4958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false → true PRESENT</a:t>
            </a:r>
          </a:p>
        </p:txBody>
      </p:sp>
      <p:sp>
        <p:nvSpPr>
          <p:cNvPr id="119" name="case-label-right-3">
            <a:extLst xmlns:a="http://schemas.openxmlformats.org/drawingml/2006/main">
              <a:ext uri="{FF2B5EF4-FFF2-40B4-BE49-F238E27FC236}">
                <a16:creationId xmlns:a16="http://schemas.microsoft.com/office/drawing/2014/main" id="{796CDBCF-DEAC-47B8-9C7D-BBC794C33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4958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Final verdict</a:t>
            </a:r>
          </a:p>
        </p:txBody>
      </p:sp>
      <p:sp>
        <p:nvSpPr>
          <p:cNvPr id="120" name="case-value-right-3">
            <a:extLst xmlns:a="http://schemas.openxmlformats.org/drawingml/2006/main">
              <a:ext uri="{FF2B5EF4-FFF2-40B4-BE49-F238E27FC236}">
                <a16:creationId xmlns:a16="http://schemas.microsoft.com/office/drawing/2014/main" id="{1212E204-1B9F-477E-80DD-961E203DC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4958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UNKNOWN</a:t>
            </a:r>
          </a:p>
        </p:txBody>
      </p:sp>
      <p:sp>
        <p:nvSpPr>
          <p:cNvPr id="121" name="case-transfer-circle">
            <a:extLst xmlns:a="http://schemas.openxmlformats.org/drawingml/2006/main">
              <a:ext uri="{FF2B5EF4-FFF2-40B4-BE49-F238E27FC236}">
                <a16:creationId xmlns:a16="http://schemas.microsoft.com/office/drawing/2014/main" id="{FF6A693F-DADF-434A-A7E7-B5831EE8E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95275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7000B"/>
            </a:solidFill>
            <a:prstDash val="solid"/>
          </a:ln>
        </p:spPr>
      </p:sp>
      <p:pic>
        <p:nvPicPr>
          <p:cNvPr id="2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ddbb1bf0d6447d"/>
          <a:stretch xmlns:a="http://schemas.openxmlformats.org/drawingml/2006/main"/>
        </p:blipFill>
        <p:spPr>
          <a:xfrm xmlns:a="http://schemas.openxmlformats.org/drawingml/2006/main">
            <a:off x="5667375" y="3105150"/>
            <a:ext cx="400050" cy="400050"/>
          </a:xfrm>
          <a:prstGeom xmlns:a="http://schemas.openxmlformats.org/drawingml/2006/main" prst="rect">
            <a:avLst/>
          </a:prstGeom>
        </p:spPr>
      </p:pic>
      <p:sp>
        <p:nvSpPr>
          <p:cNvPr id="123" name="case-transfer-text">
            <a:extLst xmlns:a="http://schemas.openxmlformats.org/drawingml/2006/main">
              <a:ext uri="{FF2B5EF4-FFF2-40B4-BE49-F238E27FC236}">
                <a16:creationId xmlns:a16="http://schemas.microsoft.com/office/drawing/2014/main" id="{48A38601-6EA4-43E6-9D6F-38C449733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524250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88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对照</a:t>
            </a:r>
          </a:p>
        </p:txBody>
      </p:sp>
      <p:sp>
        <p:nvSpPr>
          <p:cNvPr id="124" name="case-left-arrow">
            <a:extLst xmlns:a="http://schemas.openxmlformats.org/drawingml/2006/main">
              <a:ext uri="{FF2B5EF4-FFF2-40B4-BE49-F238E27FC236}">
                <a16:creationId xmlns:a16="http://schemas.microsoft.com/office/drawing/2014/main" id="{03A1806C-B519-4A4A-9980-2434DFAFD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21945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22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←</a:t>
            </a:r>
          </a:p>
        </p:txBody>
      </p:sp>
      <p:sp>
        <p:nvSpPr>
          <p:cNvPr id="125" name="case-right-arrow">
            <a:extLst xmlns:a="http://schemas.openxmlformats.org/drawingml/2006/main">
              <a:ext uri="{FF2B5EF4-FFF2-40B4-BE49-F238E27FC236}">
                <a16:creationId xmlns:a16="http://schemas.microsoft.com/office/drawing/2014/main" id="{E8FB34F1-A4F6-406E-85FD-21A5A0934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21945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22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26" name="timeline-rule">
            <a:extLst xmlns:a="http://schemas.openxmlformats.org/drawingml/2006/main">
              <a:ext uri="{FF2B5EF4-FFF2-40B4-BE49-F238E27FC236}">
                <a16:creationId xmlns:a16="http://schemas.microsoft.com/office/drawing/2014/main" id="{46F26517-8D14-4ED8-B91E-154EEEC9A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81700"/>
            <a:ext cx="10934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7D7"/>
          </a:solidFill>
          <a:ln xmlns:a="http://schemas.openxmlformats.org/drawingml/2006/main" w="0">
            <a:solidFill>
              <a:srgbClr val="D7D7D7"/>
            </a:solidFill>
            <a:prstDash val="solid"/>
          </a:ln>
        </p:spPr>
      </p:sp>
      <p:sp>
        <p:nvSpPr>
          <p:cNvPr id="127" name="timeline-dot-0">
            <a:extLst xmlns:a="http://schemas.openxmlformats.org/drawingml/2006/main">
              <a:ext uri="{FF2B5EF4-FFF2-40B4-BE49-F238E27FC236}">
                <a16:creationId xmlns:a16="http://schemas.microsoft.com/office/drawing/2014/main" id="{B1B2265D-D326-40FF-A60F-C0FBE9741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674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128" name="timeline-card-0">
            <a:extLst xmlns:a="http://schemas.openxmlformats.org/drawingml/2006/main">
              <a:ext uri="{FF2B5EF4-FFF2-40B4-BE49-F238E27FC236}">
                <a16:creationId xmlns:a16="http://schemas.microsoft.com/office/drawing/2014/main" id="{E06F85EB-4FA9-4043-8BE1-A3CF40B5C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72200"/>
            <a:ext cx="2000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EC"/>
          </a:solidFill>
          <a:ln xmlns:a="http://schemas.openxmlformats.org/drawingml/2006/main" w="0">
            <a:solidFill>
              <a:srgbClr val="FBEAEC"/>
            </a:solidFill>
            <a:prstDash val="solid"/>
          </a:ln>
        </p:spPr>
      </p:sp>
      <p:pic>
        <p:nvPicPr>
          <p:cNvPr id="2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f39a1b0d1d495d"/>
          <a:stretch xmlns:a="http://schemas.openxmlformats.org/drawingml/2006/main"/>
        </p:blipFill>
        <p:spPr>
          <a:xfrm xmlns:a="http://schemas.openxmlformats.org/drawingml/2006/main">
            <a:off x="514350" y="63055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30" name="timeline-text-0">
            <a:extLst xmlns:a="http://schemas.openxmlformats.org/drawingml/2006/main">
              <a:ext uri="{FF2B5EF4-FFF2-40B4-BE49-F238E27FC236}">
                <a16:creationId xmlns:a16="http://schemas.microsoft.com/office/drawing/2014/main" id="{3B912A19-9FE5-4187-98C5-1F80D3054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210300"/>
            <a:ext cx="1543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平台门</a:t>
            </a:r>
          </a:p>
        </p:txBody>
      </p:sp>
      <p:sp>
        <p:nvSpPr>
          <p:cNvPr id="131" name="timeline-dot-1">
            <a:extLst xmlns:a="http://schemas.openxmlformats.org/drawingml/2006/main">
              <a:ext uri="{FF2B5EF4-FFF2-40B4-BE49-F238E27FC236}">
                <a16:creationId xmlns:a16="http://schemas.microsoft.com/office/drawing/2014/main" id="{7D872788-C8C9-4D53-BCFB-3EE338664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58674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45C7"/>
          </a:solidFill>
          <a:ln xmlns:a="http://schemas.openxmlformats.org/drawingml/2006/main" w="0">
            <a:solidFill>
              <a:srgbClr val="6D45C7"/>
            </a:solidFill>
            <a:prstDash val="solid"/>
          </a:ln>
        </p:spPr>
      </p:sp>
      <p:sp>
        <p:nvSpPr>
          <p:cNvPr id="132" name="timeline-card-1">
            <a:extLst xmlns:a="http://schemas.openxmlformats.org/drawingml/2006/main">
              <a:ext uri="{FF2B5EF4-FFF2-40B4-BE49-F238E27FC236}">
                <a16:creationId xmlns:a16="http://schemas.microsoft.com/office/drawing/2014/main" id="{07574872-6C46-4DCB-998F-DE9FCE105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6172200"/>
            <a:ext cx="3048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FA"/>
          </a:solidFill>
          <a:ln xmlns:a="http://schemas.openxmlformats.org/drawingml/2006/main" w="0">
            <a:solidFill>
              <a:srgbClr val="F1ECFA"/>
            </a:solidFill>
            <a:prstDash val="solid"/>
          </a:ln>
        </p:spPr>
      </p:sp>
      <p:pic>
        <p:nvPicPr>
          <p:cNvPr id="2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c40e1863ef42c9"/>
          <a:stretch xmlns:a="http://schemas.openxmlformats.org/drawingml/2006/main"/>
        </p:blipFill>
        <p:spPr>
          <a:xfrm xmlns:a="http://schemas.openxmlformats.org/drawingml/2006/main">
            <a:off x="2705100" y="63055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34" name="timeline-text-1">
            <a:extLst xmlns:a="http://schemas.openxmlformats.org/drawingml/2006/main">
              <a:ext uri="{FF2B5EF4-FFF2-40B4-BE49-F238E27FC236}">
                <a16:creationId xmlns:a16="http://schemas.microsoft.com/office/drawing/2014/main" id="{4A727200-EA29-4361-9862-418A0DE95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6210300"/>
            <a:ext cx="2590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>跨进程</a:t>
            </a:r>
          </a:p>
        </p:txBody>
      </p:sp>
      <p:sp>
        <p:nvSpPr>
          <p:cNvPr id="135" name="timeline-dot-2">
            <a:extLst xmlns:a="http://schemas.openxmlformats.org/drawingml/2006/main">
              <a:ext uri="{FF2B5EF4-FFF2-40B4-BE49-F238E27FC236}">
                <a16:creationId xmlns:a16="http://schemas.microsoft.com/office/drawing/2014/main" id="{3F1EC896-E46F-4384-894B-3DDEC4776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58674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136" name="timeline-card-2">
            <a:extLst xmlns:a="http://schemas.openxmlformats.org/drawingml/2006/main">
              <a:ext uri="{FF2B5EF4-FFF2-40B4-BE49-F238E27FC236}">
                <a16:creationId xmlns:a16="http://schemas.microsoft.com/office/drawing/2014/main" id="{F4FEA41C-C58A-4D35-9F21-95E1FD4ED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6172200"/>
            <a:ext cx="1428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EC"/>
          </a:solidFill>
          <a:ln xmlns:a="http://schemas.openxmlformats.org/drawingml/2006/main" w="0">
            <a:solidFill>
              <a:srgbClr val="FBEAEC"/>
            </a:solidFill>
            <a:prstDash val="solid"/>
          </a:ln>
        </p:spPr>
      </p:sp>
      <p:pic>
        <p:nvPicPr>
          <p:cNvPr id="2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8cfc7d43c040fe"/>
          <a:stretch xmlns:a="http://schemas.openxmlformats.org/drawingml/2006/main"/>
        </p:blipFill>
        <p:spPr>
          <a:xfrm xmlns:a="http://schemas.openxmlformats.org/drawingml/2006/main">
            <a:off x="5943600" y="63055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38" name="timeline-text-2">
            <a:extLst xmlns:a="http://schemas.openxmlformats.org/drawingml/2006/main">
              <a:ext uri="{FF2B5EF4-FFF2-40B4-BE49-F238E27FC236}">
                <a16:creationId xmlns:a16="http://schemas.microsoft.com/office/drawing/2014/main" id="{75A6DFD3-381A-4508-A88C-74D03EE63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6210300"/>
            <a:ext cx="971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MCP</a:t>
            </a:r>
          </a:p>
        </p:txBody>
      </p:sp>
      <p:sp>
        <p:nvSpPr>
          <p:cNvPr id="139" name="timeline-dot-3">
            <a:extLst xmlns:a="http://schemas.openxmlformats.org/drawingml/2006/main">
              <a:ext uri="{FF2B5EF4-FFF2-40B4-BE49-F238E27FC236}">
                <a16:creationId xmlns:a16="http://schemas.microsoft.com/office/drawing/2014/main" id="{EE23DBD8-AF98-46BF-B5EA-9A5764E71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8674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45C7"/>
          </a:solidFill>
          <a:ln xmlns:a="http://schemas.openxmlformats.org/drawingml/2006/main" w="0">
            <a:solidFill>
              <a:srgbClr val="6D45C7"/>
            </a:solidFill>
            <a:prstDash val="solid"/>
          </a:ln>
        </p:spPr>
      </p:sp>
      <p:sp>
        <p:nvSpPr>
          <p:cNvPr id="140" name="timeline-card-3">
            <a:extLst xmlns:a="http://schemas.openxmlformats.org/drawingml/2006/main">
              <a:ext uri="{FF2B5EF4-FFF2-40B4-BE49-F238E27FC236}">
                <a16:creationId xmlns:a16="http://schemas.microsoft.com/office/drawing/2014/main" id="{705D6FCE-1ACC-445B-943D-DD93AE12E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72200"/>
            <a:ext cx="2571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FA"/>
          </a:solidFill>
          <a:ln xmlns:a="http://schemas.openxmlformats.org/drawingml/2006/main" w="0">
            <a:solidFill>
              <a:srgbClr val="F1ECFA"/>
            </a:solidFill>
            <a:prstDash val="solid"/>
          </a:ln>
        </p:spPr>
      </p:sp>
      <p:pic>
        <p:nvPicPr>
          <p:cNvPr id="25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d7c6ae92364562"/>
          <a:stretch xmlns:a="http://schemas.openxmlformats.org/drawingml/2006/main"/>
        </p:blipFill>
        <p:spPr>
          <a:xfrm xmlns:a="http://schemas.openxmlformats.org/drawingml/2006/main">
            <a:off x="7562850" y="63055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42" name="timeline-text-3">
            <a:extLst xmlns:a="http://schemas.openxmlformats.org/drawingml/2006/main">
              <a:ext uri="{FF2B5EF4-FFF2-40B4-BE49-F238E27FC236}">
                <a16:creationId xmlns:a16="http://schemas.microsoft.com/office/drawing/2014/main" id="{D8BB6B58-07F6-42CB-AD15-5ADC5CB98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6210300"/>
            <a:ext cx="2114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>验收契约</a:t>
            </a:r>
          </a:p>
        </p:txBody>
      </p:sp>
      <p:sp>
        <p:nvSpPr>
          <p:cNvPr id="143" name="timeline-dot-4">
            <a:extLst xmlns:a="http://schemas.openxmlformats.org/drawingml/2006/main">
              <a:ext uri="{FF2B5EF4-FFF2-40B4-BE49-F238E27FC236}">
                <a16:creationId xmlns:a16="http://schemas.microsoft.com/office/drawing/2014/main" id="{42256876-971C-44C3-B36A-A2A5DC337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58674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F5B"/>
          </a:solidFill>
          <a:ln xmlns:a="http://schemas.openxmlformats.org/drawingml/2006/main" w="0">
            <a:solidFill>
              <a:srgbClr val="2F8F5B"/>
            </a:solidFill>
            <a:prstDash val="solid"/>
          </a:ln>
        </p:spPr>
      </p:sp>
      <p:sp>
        <p:nvSpPr>
          <p:cNvPr id="144" name="timeline-card-4">
            <a:extLst xmlns:a="http://schemas.openxmlformats.org/drawingml/2006/main">
              <a:ext uri="{FF2B5EF4-FFF2-40B4-BE49-F238E27FC236}">
                <a16:creationId xmlns:a16="http://schemas.microsoft.com/office/drawing/2014/main" id="{B406802C-BB49-4241-9BAC-E9752EDB4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6172200"/>
            <a:ext cx="10287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E"/>
          </a:solidFill>
          <a:ln xmlns:a="http://schemas.openxmlformats.org/drawingml/2006/main" w="0">
            <a:solidFill>
              <a:srgbClr val="EAF5EE"/>
            </a:solidFill>
            <a:prstDash val="solid"/>
          </a:ln>
        </p:spPr>
      </p:sp>
      <p:pic>
        <p:nvPicPr>
          <p:cNvPr id="26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b3c5ba64ab4ecb"/>
          <a:stretch xmlns:a="http://schemas.openxmlformats.org/drawingml/2006/main"/>
        </p:blipFill>
        <p:spPr>
          <a:xfrm xmlns:a="http://schemas.openxmlformats.org/drawingml/2006/main">
            <a:off x="10325100" y="63055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46" name="timeline-text-4">
            <a:extLst xmlns:a="http://schemas.openxmlformats.org/drawingml/2006/main">
              <a:ext uri="{FF2B5EF4-FFF2-40B4-BE49-F238E27FC236}">
                <a16:creationId xmlns:a16="http://schemas.microsoft.com/office/drawing/2014/main" id="{B28B3A76-07CD-44BF-8BCF-942072BDE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6210300"/>
            <a:ext cx="57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rPr>
              <a:t>Checkpoint</a:t>
            </a:r>
          </a:p>
        </p:txBody>
      </p:sp>
      <p:pic>
        <p:nvPicPr>
          <p:cNvPr id="26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2ac9349e804590"/>
          <a:stretch xmlns:a="http://schemas.openxmlformats.org/drawingml/2006/main"/>
        </p:blipFill>
        <p:spPr>
          <a:xfrm xmlns:a="http://schemas.openxmlformats.org/drawingml/2006/main">
            <a:off x="10382250" y="268813"/>
            <a:ext cx="952500" cy="2148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9805989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9937CBA2-7E4F-43F3-9EBA-CFD6BD1B5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38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rPr>
              <a:t>26 · 第四幕｜平台门与系统验收</a:t>
            </a:r>
          </a:p>
        </p:txBody>
      </p:sp>
      <p:sp>
        <p:nvSpPr>
          <p:cNvPr id="5" name="team-name">
            <a:extLst xmlns:a="http://schemas.openxmlformats.org/drawingml/2006/main">
              <a:ext uri="{FF2B5EF4-FFF2-40B4-BE49-F238E27FC236}">
                <a16:creationId xmlns:a16="http://schemas.microsoft.com/office/drawing/2014/main" id="{DF70FBB6-5F6E-4537-9090-0CBE67318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6" name="business-direction">
            <a:extLst xmlns:a="http://schemas.openxmlformats.org/drawingml/2006/main">
              <a:ext uri="{FF2B5EF4-FFF2-40B4-BE49-F238E27FC236}">
                <a16:creationId xmlns:a16="http://schemas.microsoft.com/office/drawing/2014/main" id="{264209F6-E82F-4B7F-97F5-9E0C8215D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" name="storyline-lead">
            <a:extLst xmlns:a="http://schemas.openxmlformats.org/drawingml/2006/main">
              <a:ext uri="{FF2B5EF4-FFF2-40B4-BE49-F238E27FC236}">
                <a16:creationId xmlns:a16="http://schemas.microsoft.com/office/drawing/2014/main" id="{513D4A51-8337-4FB4-B56E-8172C046E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8" name="storyline-outcome">
            <a:extLst xmlns:a="http://schemas.openxmlformats.org/drawingml/2006/main">
              <a:ext uri="{FF2B5EF4-FFF2-40B4-BE49-F238E27FC236}">
                <a16:creationId xmlns:a16="http://schemas.microsoft.com/office/drawing/2014/main" id="{BB1932BF-7915-4685-850E-EE30D779E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9" name="origin-story">
            <a:extLst xmlns:a="http://schemas.openxmlformats.org/drawingml/2006/main">
              <a:ext uri="{FF2B5EF4-FFF2-40B4-BE49-F238E27FC236}">
                <a16:creationId xmlns:a16="http://schemas.microsoft.com/office/drawing/2014/main" id="{4F383126-75F9-4A95-9DFA-12133DB4A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1104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210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实践：把验收写成可执行的系统契约</a:t>
            </a:r>
          </a:p>
        </p:txBody>
      </p:sp>
      <p:sp>
        <p:nvSpPr>
          <p:cNvPr id="10" name="capability-label">
            <a:extLst xmlns:a="http://schemas.openxmlformats.org/drawingml/2006/main">
              <a:ext uri="{FF2B5EF4-FFF2-40B4-BE49-F238E27FC236}">
                <a16:creationId xmlns:a16="http://schemas.microsoft.com/office/drawing/2014/main" id="{6618DDA6-5320-4544-A67A-4138E5DF0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9115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SLIDE 26 · WORKSHOP</a:t>
            </a:r>
          </a:p>
        </p:txBody>
      </p:sp>
      <p:sp>
        <p:nvSpPr>
          <p:cNvPr id="12" name="capability-goal-text">
            <a:extLst xmlns:a="http://schemas.openxmlformats.org/drawingml/2006/main">
              <a:ext uri="{FF2B5EF4-FFF2-40B4-BE49-F238E27FC236}">
                <a16:creationId xmlns:a16="http://schemas.microsoft.com/office/drawing/2014/main" id="{A9BB6ADF-6F5A-486E-9828-9BB90056D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4" name="capability-tech-text">
            <a:extLst xmlns:a="http://schemas.openxmlformats.org/drawingml/2006/main">
              <a:ext uri="{FF2B5EF4-FFF2-40B4-BE49-F238E27FC236}">
                <a16:creationId xmlns:a16="http://schemas.microsoft.com/office/drawing/2014/main" id="{A789BA83-BEE2-4D60-80BC-6239BCAB3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6" name="capability-collaboration-text">
            <a:extLst xmlns:a="http://schemas.openxmlformats.org/drawingml/2006/main">
              <a:ext uri="{FF2B5EF4-FFF2-40B4-BE49-F238E27FC236}">
                <a16:creationId xmlns:a16="http://schemas.microsoft.com/office/drawing/2014/main" id="{D085A46E-BB95-4E44-A140-3211DC950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8" name="capability-cohesion-text">
            <a:extLst xmlns:a="http://schemas.openxmlformats.org/drawingml/2006/main">
              <a:ext uri="{FF2B5EF4-FFF2-40B4-BE49-F238E27FC236}">
                <a16:creationId xmlns:a16="http://schemas.microsoft.com/office/drawing/2014/main" id="{31E7FE61-7CF7-4BF1-B351-6E8BC2ABB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21" name="journey-top-rule">
            <a:extLst xmlns:a="http://schemas.openxmlformats.org/drawingml/2006/main">
              <a:ext uri="{FF2B5EF4-FFF2-40B4-BE49-F238E27FC236}">
                <a16:creationId xmlns:a16="http://schemas.microsoft.com/office/drawing/2014/main" id="{3F7D1C62-8DF5-4E48-9864-9C17DDEE1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2" name="journey-label">
            <a:extLst xmlns:a="http://schemas.openxmlformats.org/drawingml/2006/main">
              <a:ext uri="{FF2B5EF4-FFF2-40B4-BE49-F238E27FC236}">
                <a16:creationId xmlns:a16="http://schemas.microsoft.com/office/drawing/2014/main" id="{8E7E41EF-B0E6-4678-B07F-0EBF826CF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先冻结结构化回读 Schema 与 PASS 规则，再决定是否需要补只读 bridge。</a:t>
            </a:r>
          </a:p>
        </p:txBody>
      </p:sp>
      <p:sp>
        <p:nvSpPr>
          <p:cNvPr id="26" name="stage-01-number">
            <a:extLst xmlns:a="http://schemas.openxmlformats.org/drawingml/2006/main">
              <a:ext uri="{FF2B5EF4-FFF2-40B4-BE49-F238E27FC236}">
                <a16:creationId xmlns:a16="http://schemas.microsoft.com/office/drawing/2014/main" id="{4225D723-AF17-46CE-8F57-EF6385A30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27" name="stage-01-title">
            <a:extLst xmlns:a="http://schemas.openxmlformats.org/drawingml/2006/main">
              <a:ext uri="{FF2B5EF4-FFF2-40B4-BE49-F238E27FC236}">
                <a16:creationId xmlns:a16="http://schemas.microsoft.com/office/drawing/2014/main" id="{A080687F-349A-4D96-8B9B-B15D9284C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28" name="stage-01-body">
            <a:extLst xmlns:a="http://schemas.openxmlformats.org/drawingml/2006/main">
              <a:ext uri="{FF2B5EF4-FFF2-40B4-BE49-F238E27FC236}">
                <a16:creationId xmlns:a16="http://schemas.microsoft.com/office/drawing/2014/main" id="{35DB16DD-F51B-49F2-B81F-24E50A16B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36" name="stage-03-number">
            <a:extLst xmlns:a="http://schemas.openxmlformats.org/drawingml/2006/main">
              <a:ext uri="{FF2B5EF4-FFF2-40B4-BE49-F238E27FC236}">
                <a16:creationId xmlns:a16="http://schemas.microsoft.com/office/drawing/2014/main" id="{C0286EEE-76D7-4C3D-959B-C1A40C2DE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37" name="stage-03-title">
            <a:extLst xmlns:a="http://schemas.openxmlformats.org/drawingml/2006/main">
              <a:ext uri="{FF2B5EF4-FFF2-40B4-BE49-F238E27FC236}">
                <a16:creationId xmlns:a16="http://schemas.microsoft.com/office/drawing/2014/main" id="{B27EC97C-4E04-4513-B0CF-9ED410CD8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38" name="stage-03-body">
            <a:extLst xmlns:a="http://schemas.openxmlformats.org/drawingml/2006/main">
              <a:ext uri="{FF2B5EF4-FFF2-40B4-BE49-F238E27FC236}">
                <a16:creationId xmlns:a16="http://schemas.microsoft.com/office/drawing/2014/main" id="{9E912F49-5FAE-4B6A-9826-0EE1EFB7F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46" name="stage-05-number">
            <a:extLst xmlns:a="http://schemas.openxmlformats.org/drawingml/2006/main">
              <a:ext uri="{FF2B5EF4-FFF2-40B4-BE49-F238E27FC236}">
                <a16:creationId xmlns:a16="http://schemas.microsoft.com/office/drawing/2014/main" id="{AA36F8DB-73A8-47E8-A962-56FE8DE85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47" name="stage-05-title">
            <a:extLst xmlns:a="http://schemas.openxmlformats.org/drawingml/2006/main">
              <a:ext uri="{FF2B5EF4-FFF2-40B4-BE49-F238E27FC236}">
                <a16:creationId xmlns:a16="http://schemas.microsoft.com/office/drawing/2014/main" id="{E55E05DE-AFC6-4422-9A2F-AD9E27F89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48" name="stage-05-body">
            <a:extLst xmlns:a="http://schemas.openxmlformats.org/drawingml/2006/main">
              <a:ext uri="{FF2B5EF4-FFF2-40B4-BE49-F238E27FC236}">
                <a16:creationId xmlns:a16="http://schemas.microsoft.com/office/drawing/2014/main" id="{F938BB63-05FA-4699-B9B6-45CD5A0C9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0" name="rail-flow-label">
            <a:extLst xmlns:a="http://schemas.openxmlformats.org/drawingml/2006/main">
              <a:ext uri="{FF2B5EF4-FFF2-40B4-BE49-F238E27FC236}">
                <a16:creationId xmlns:a16="http://schemas.microsoft.com/office/drawing/2014/main" id="{FF5EAC43-B84B-4541-B2F4-61336FAA9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8585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858585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1" name="rail-flow-line">
            <a:extLst xmlns:a="http://schemas.openxmlformats.org/drawingml/2006/main">
              <a:ext uri="{FF2B5EF4-FFF2-40B4-BE49-F238E27FC236}">
                <a16:creationId xmlns:a16="http://schemas.microsoft.com/office/drawing/2014/main" id="{AF9A8871-2B22-4386-A390-72752FB38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3" name="rail-flow-idea-label">
            <a:extLst xmlns:a="http://schemas.openxmlformats.org/drawingml/2006/main">
              <a:ext uri="{FF2B5EF4-FFF2-40B4-BE49-F238E27FC236}">
                <a16:creationId xmlns:a16="http://schemas.microsoft.com/office/drawing/2014/main" id="{72E1E745-7177-4B95-A3C2-46F9EE067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5" name="rail-flow-attack-label">
            <a:extLst xmlns:a="http://schemas.openxmlformats.org/drawingml/2006/main">
              <a:ext uri="{FF2B5EF4-FFF2-40B4-BE49-F238E27FC236}">
                <a16:creationId xmlns:a16="http://schemas.microsoft.com/office/drawing/2014/main" id="{1CD5E551-A644-4209-8B85-C43D55DAD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7" name="rail-flow-delivery-label">
            <a:extLst xmlns:a="http://schemas.openxmlformats.org/drawingml/2006/main">
              <a:ext uri="{FF2B5EF4-FFF2-40B4-BE49-F238E27FC236}">
                <a16:creationId xmlns:a16="http://schemas.microsoft.com/office/drawing/2014/main" id="{41242F25-AB1D-4FEC-AA44-0C6A2FA72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8" name="rail-result-box">
            <a:extLst xmlns:a="http://schemas.openxmlformats.org/drawingml/2006/main">
              <a:ext uri="{FF2B5EF4-FFF2-40B4-BE49-F238E27FC236}">
                <a16:creationId xmlns:a16="http://schemas.microsoft.com/office/drawing/2014/main" id="{F7117D08-254C-4F26-B6DD-8B03EB047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0" name="rail-result-text">
            <a:extLst xmlns:a="http://schemas.openxmlformats.org/drawingml/2006/main">
              <a:ext uri="{FF2B5EF4-FFF2-40B4-BE49-F238E27FC236}">
                <a16:creationId xmlns:a16="http://schemas.microsoft.com/office/drawing/2014/main" id="{34A8EF6F-28E9-4F9F-8CFD-1BF6F2603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63" b="1">
                <a:solidFill>
                  <a:srgbClr val="9C000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9C000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61" name="grid-top-rule">
            <a:extLst xmlns:a="http://schemas.openxmlformats.org/drawingml/2006/main">
              <a:ext uri="{FF2B5EF4-FFF2-40B4-BE49-F238E27FC236}">
                <a16:creationId xmlns:a16="http://schemas.microsoft.com/office/drawing/2014/main" id="{0F39FBDF-9E3B-4D49-B005-6B5B93FED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2" name="grid-middle-rule">
            <a:extLst xmlns:a="http://schemas.openxmlformats.org/drawingml/2006/main">
              <a:ext uri="{FF2B5EF4-FFF2-40B4-BE49-F238E27FC236}">
                <a16:creationId xmlns:a16="http://schemas.microsoft.com/office/drawing/2014/main" id="{BBC7B45A-19EF-4696-97BA-CE5C123E4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3" name="grid-vertical-rule">
            <a:extLst xmlns:a="http://schemas.openxmlformats.org/drawingml/2006/main">
              <a:ext uri="{FF2B5EF4-FFF2-40B4-BE49-F238E27FC236}">
                <a16:creationId xmlns:a16="http://schemas.microsoft.com/office/drawing/2014/main" id="{9513784B-DF55-42B5-ACF2-4EF87CE54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4" name="capability-top-rule">
            <a:extLst xmlns:a="http://schemas.openxmlformats.org/drawingml/2006/main">
              <a:ext uri="{FF2B5EF4-FFF2-40B4-BE49-F238E27FC236}">
                <a16:creationId xmlns:a16="http://schemas.microsoft.com/office/drawing/2014/main" id="{9013330B-53F2-4C98-B459-B7BC45073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5" name="module-01-icon-background">
            <a:extLst xmlns:a="http://schemas.openxmlformats.org/drawingml/2006/main">
              <a:ext uri="{FF2B5EF4-FFF2-40B4-BE49-F238E27FC236}">
                <a16:creationId xmlns:a16="http://schemas.microsoft.com/office/drawing/2014/main" id="{6BB7565D-24EF-47D6-BBB0-E18B6DE76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24050"/>
            <a:ext cx="4762500" cy="3124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B"/>
          </a:solidFill>
          <a:ln xmlns:a="http://schemas.openxmlformats.org/drawingml/2006/main" w="0">
            <a:solidFill>
              <a:srgbClr val="EAF2FB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7" name="module-02-icon-background">
            <a:extLst xmlns:a="http://schemas.openxmlformats.org/drawingml/2006/main">
              <a:ext uri="{FF2B5EF4-FFF2-40B4-BE49-F238E27FC236}">
                <a16:creationId xmlns:a16="http://schemas.microsoft.com/office/drawing/2014/main" id="{80C31D3C-F758-4BBC-A10E-E9C339D14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24050"/>
            <a:ext cx="4762500" cy="3124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FA"/>
          </a:solidFill>
          <a:ln xmlns:a="http://schemas.openxmlformats.org/drawingml/2006/main" w="0">
            <a:solidFill>
              <a:srgbClr val="F1ECF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9" name="module-03-icon-background">
            <a:extLst xmlns:a="http://schemas.openxmlformats.org/drawingml/2006/main">
              <a:ext uri="{FF2B5EF4-FFF2-40B4-BE49-F238E27FC236}">
                <a16:creationId xmlns:a16="http://schemas.microsoft.com/office/drawing/2014/main" id="{78E97F08-D68A-43EC-A2D0-7C3051E07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1" name="module-04-icon-background">
            <a:extLst xmlns:a="http://schemas.openxmlformats.org/drawingml/2006/main">
              <a:ext uri="{FF2B5EF4-FFF2-40B4-BE49-F238E27FC236}">
                <a16:creationId xmlns:a16="http://schemas.microsoft.com/office/drawing/2014/main" id="{C303905D-0287-4B86-92D4-33F0EB3B9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3" name="module-04-number">
            <a:extLst xmlns:a="http://schemas.openxmlformats.org/drawingml/2006/main">
              <a:ext uri="{FF2B5EF4-FFF2-40B4-BE49-F238E27FC236}">
                <a16:creationId xmlns:a16="http://schemas.microsoft.com/office/drawing/2014/main" id="{644EFF2E-DC9B-4D41-84F4-10582B446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4" name="module-04-title">
            <a:extLst xmlns:a="http://schemas.openxmlformats.org/drawingml/2006/main">
              <a:ext uri="{FF2B5EF4-FFF2-40B4-BE49-F238E27FC236}">
                <a16:creationId xmlns:a16="http://schemas.microsoft.com/office/drawing/2014/main" id="{9C3B8801-0886-4C35-A421-9571B2595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5" name="module-04-body">
            <a:extLst xmlns:a="http://schemas.openxmlformats.org/drawingml/2006/main">
              <a:ext uri="{FF2B5EF4-FFF2-40B4-BE49-F238E27FC236}">
                <a16:creationId xmlns:a16="http://schemas.microsoft.com/office/drawing/2014/main" id="{815AB31E-77DC-41EF-9FDD-2104B3529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6" name="capability-goal-icon-background">
            <a:extLst xmlns:a="http://schemas.openxmlformats.org/drawingml/2006/main">
              <a:ext uri="{FF2B5EF4-FFF2-40B4-BE49-F238E27FC236}">
                <a16:creationId xmlns:a16="http://schemas.microsoft.com/office/drawing/2014/main" id="{ACC8CF6A-83B8-4CA8-B500-7FCD1FE49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8" name="capability-tech-icon-background">
            <a:extLst xmlns:a="http://schemas.openxmlformats.org/drawingml/2006/main">
              <a:ext uri="{FF2B5EF4-FFF2-40B4-BE49-F238E27FC236}">
                <a16:creationId xmlns:a16="http://schemas.microsoft.com/office/drawing/2014/main" id="{1FBC427F-E57C-45DB-9CCE-FEBB0D899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0" name="capability-collaboration-icon-background">
            <a:extLst xmlns:a="http://schemas.openxmlformats.org/drawingml/2006/main">
              <a:ext uri="{FF2B5EF4-FFF2-40B4-BE49-F238E27FC236}">
                <a16:creationId xmlns:a16="http://schemas.microsoft.com/office/drawing/2014/main" id="{6E13DFB3-20F1-4890-9CA4-4556205A7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2" name="capability-cohesion-icon-background">
            <a:extLst xmlns:a="http://schemas.openxmlformats.org/drawingml/2006/main">
              <a:ext uri="{FF2B5EF4-FFF2-40B4-BE49-F238E27FC236}">
                <a16:creationId xmlns:a16="http://schemas.microsoft.com/office/drawing/2014/main" id="{6D6CB4E0-0BEB-4D63-8FF5-DCEBE4D95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4" name="competitiveness-result-box">
            <a:extLst xmlns:a="http://schemas.openxmlformats.org/drawingml/2006/main">
              <a:ext uri="{FF2B5EF4-FFF2-40B4-BE49-F238E27FC236}">
                <a16:creationId xmlns:a16="http://schemas.microsoft.com/office/drawing/2014/main" id="{F216EF67-2742-4E3A-81AE-9DA7A0133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6" name="competitiveness-result-text">
            <a:extLst xmlns:a="http://schemas.openxmlformats.org/drawingml/2006/main">
              <a:ext uri="{FF2B5EF4-FFF2-40B4-BE49-F238E27FC236}">
                <a16:creationId xmlns:a16="http://schemas.microsoft.com/office/drawing/2014/main" id="{5EF20348-951F-48D4-9F42-3FB89748A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276850"/>
            <a:ext cx="733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38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rPr>
              <a:t>现场产出 JSON Schema + 判定表；不在 5 分钟内临时开发 getter，截图只作辅证。</a:t>
            </a:r>
          </a:p>
        </p:txBody>
      </p:sp>
      <p:pic>
        <p:nvPicPr>
          <p:cNvPr id="20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45e9fe18d64d38"/>
          <a:stretch xmlns:a="http://schemas.openxmlformats.org/drawingml/2006/main"/>
        </p:blipFill>
        <p:spPr>
          <a:xfrm xmlns:a="http://schemas.openxmlformats.org/drawingml/2006/main">
            <a:off x="400050" y="257175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88" name="case-header-rule">
            <a:extLst xmlns:a="http://schemas.openxmlformats.org/drawingml/2006/main">
              <a:ext uri="{FF2B5EF4-FFF2-40B4-BE49-F238E27FC236}">
                <a16:creationId xmlns:a16="http://schemas.microsoft.com/office/drawing/2014/main" id="{BAC1EAF4-B798-4F81-B3D8-E711C771E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0020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7D7"/>
          </a:solidFill>
          <a:ln xmlns:a="http://schemas.openxmlformats.org/drawingml/2006/main" w="0">
            <a:solidFill>
              <a:srgbClr val="D7D7D7"/>
            </a:solidFill>
            <a:prstDash val="solid"/>
          </a:ln>
        </p:spPr>
      </p:sp>
      <p:pic>
        <p:nvPicPr>
          <p:cNvPr id="20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23d44a99314509"/>
          <a:stretch xmlns:a="http://schemas.openxmlformats.org/drawingml/2006/main"/>
        </p:blipFill>
        <p:spPr>
          <a:xfrm xmlns:a="http://schemas.openxmlformats.org/drawingml/2006/main">
            <a:off x="666750" y="2190750"/>
            <a:ext cx="438150" cy="438150"/>
          </a:xfrm>
          <a:prstGeom xmlns:a="http://schemas.openxmlformats.org/drawingml/2006/main" prst="rect">
            <a:avLst/>
          </a:prstGeom>
        </p:spPr>
      </p:pic>
      <p:pic>
        <p:nvPicPr>
          <p:cNvPr id="20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a43eda9ba64d33"/>
          <a:stretch xmlns:a="http://schemas.openxmlformats.org/drawingml/2006/main"/>
        </p:blipFill>
        <p:spPr>
          <a:xfrm xmlns:a="http://schemas.openxmlformats.org/drawingml/2006/main">
            <a:off x="6838950" y="2190750"/>
            <a:ext cx="438150" cy="438150"/>
          </a:xfrm>
          <a:prstGeom xmlns:a="http://schemas.openxmlformats.org/drawingml/2006/main" prst="rect">
            <a:avLst/>
          </a:prstGeom>
        </p:spPr>
      </p:pic>
      <p:sp>
        <p:nvSpPr>
          <p:cNvPr id="91" name="case-one-number">
            <a:extLst xmlns:a="http://schemas.openxmlformats.org/drawingml/2006/main">
              <a:ext uri="{FF2B5EF4-FFF2-40B4-BE49-F238E27FC236}">
                <a16:creationId xmlns:a16="http://schemas.microsoft.com/office/drawing/2014/main" id="{80F689AD-6F88-4A35-AE85-A26AC3B82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1526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rPr>
              <a:t>CASE 26</a:t>
            </a:r>
          </a:p>
        </p:txBody>
      </p:sp>
      <p:sp>
        <p:nvSpPr>
          <p:cNvPr id="92" name="case-two-number">
            <a:extLst xmlns:a="http://schemas.openxmlformats.org/drawingml/2006/main">
              <a:ext uri="{FF2B5EF4-FFF2-40B4-BE49-F238E27FC236}">
                <a16:creationId xmlns:a16="http://schemas.microsoft.com/office/drawing/2014/main" id="{0A6698CA-AC0B-41F4-85BA-082BCE6B8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1526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>CONTRAST</a:t>
            </a:r>
          </a:p>
        </p:txBody>
      </p:sp>
      <p:sp>
        <p:nvSpPr>
          <p:cNvPr id="93" name="case-one-title">
            <a:extLst xmlns:a="http://schemas.openxmlformats.org/drawingml/2006/main">
              <a:ext uri="{FF2B5EF4-FFF2-40B4-BE49-F238E27FC236}">
                <a16:creationId xmlns:a16="http://schemas.microsoft.com/office/drawing/2014/main" id="{EE710BA8-D19C-4963-AFB4-4F3C1F99D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3622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Readback Schema</a:t>
            </a:r>
          </a:p>
        </p:txBody>
      </p:sp>
      <p:sp>
        <p:nvSpPr>
          <p:cNvPr id="94" name="case-two-title">
            <a:extLst xmlns:a="http://schemas.openxmlformats.org/drawingml/2006/main">
              <a:ext uri="{FF2B5EF4-FFF2-40B4-BE49-F238E27FC236}">
                <a16:creationId xmlns:a16="http://schemas.microsoft.com/office/drawing/2014/main" id="{318AF84A-C84B-43B2-BA7D-1800772BA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3622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判定规则</a:t>
            </a:r>
          </a:p>
        </p:txBody>
      </p:sp>
      <p:sp>
        <p:nvSpPr>
          <p:cNvPr id="95" name="case-one-method">
            <a:extLst xmlns:a="http://schemas.openxmlformats.org/drawingml/2006/main">
              <a:ext uri="{FF2B5EF4-FFF2-40B4-BE49-F238E27FC236}">
                <a16:creationId xmlns:a16="http://schemas.microsoft.com/office/drawing/2014/main" id="{D641B88F-BC38-42A3-A4BB-5C0A78563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rPr>
              <a:t>TARGET JSON</a:t>
            </a:r>
          </a:p>
        </p:txBody>
      </p:sp>
      <p:sp>
        <p:nvSpPr>
          <p:cNvPr id="96" name="case-two-method">
            <a:extLst xmlns:a="http://schemas.openxmlformats.org/drawingml/2006/main">
              <a:ext uri="{FF2B5EF4-FFF2-40B4-BE49-F238E27FC236}">
                <a16:creationId xmlns:a16="http://schemas.microsoft.com/office/drawing/2014/main" id="{138671CA-C122-4895-8836-E45A6FC58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575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>PASS / FAIL / UNKNOWN</a:t>
            </a:r>
          </a:p>
        </p:txBody>
      </p:sp>
      <p:sp>
        <p:nvSpPr>
          <p:cNvPr id="97" name="case-left-rule-0">
            <a:extLst xmlns:a="http://schemas.openxmlformats.org/drawingml/2006/main">
              <a:ext uri="{FF2B5EF4-FFF2-40B4-BE49-F238E27FC236}">
                <a16:creationId xmlns:a16="http://schemas.microsoft.com/office/drawing/2014/main" id="{A9E0F7F1-556E-496E-816D-C112F9654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813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98" name="case-right-rule-0">
            <a:extLst xmlns:a="http://schemas.openxmlformats.org/drawingml/2006/main">
              <a:ext uri="{FF2B5EF4-FFF2-40B4-BE49-F238E27FC236}">
                <a16:creationId xmlns:a16="http://schemas.microsoft.com/office/drawing/2014/main" id="{F698392D-CBD9-4BDB-A31B-B374CB008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1813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99" name="case-label-left-0">
            <a:extLst xmlns:a="http://schemas.openxmlformats.org/drawingml/2006/main">
              <a:ext uri="{FF2B5EF4-FFF2-40B4-BE49-F238E27FC236}">
                <a16:creationId xmlns:a16="http://schemas.microsoft.com/office/drawing/2014/main" id="{1AFF2D59-C41A-4DA2-B654-8554618F8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result</a:t>
            </a:r>
          </a:p>
        </p:txBody>
      </p:sp>
      <p:sp>
        <p:nvSpPr>
          <p:cNvPr id="100" name="case-value-left-0">
            <a:extLst xmlns:a="http://schemas.openxmlformats.org/drawingml/2006/main">
              <a:ext uri="{FF2B5EF4-FFF2-40B4-BE49-F238E27FC236}">
                <a16:creationId xmlns:a16="http://schemas.microsoft.com/office/drawing/2014/main" id="{17B95C37-E670-4E76-804D-E304F37CD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2385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PASS | FAIL | UNKNOWN</a:t>
            </a:r>
          </a:p>
        </p:txBody>
      </p:sp>
      <p:sp>
        <p:nvSpPr>
          <p:cNvPr id="101" name="case-label-right-0">
            <a:extLst xmlns:a="http://schemas.openxmlformats.org/drawingml/2006/main">
              <a:ext uri="{FF2B5EF4-FFF2-40B4-BE49-F238E27FC236}">
                <a16:creationId xmlns:a16="http://schemas.microsoft.com/office/drawing/2014/main" id="{18A46C20-C188-49D9-98C2-BA5F1F298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2385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PASS</a:t>
            </a:r>
          </a:p>
        </p:txBody>
      </p:sp>
      <p:sp>
        <p:nvSpPr>
          <p:cNvPr id="102" name="case-value-right-0">
            <a:extLst xmlns:a="http://schemas.openxmlformats.org/drawingml/2006/main">
              <a:ext uri="{FF2B5EF4-FFF2-40B4-BE49-F238E27FC236}">
                <a16:creationId xmlns:a16="http://schemas.microsoft.com/office/drawing/2014/main" id="{7B7E08BA-BD87-441F-B3DB-2BCCF3B9A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2385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账号+各用户 policy+规则+mapping 全一致</a:t>
            </a:r>
          </a:p>
        </p:txBody>
      </p:sp>
      <p:sp>
        <p:nvSpPr>
          <p:cNvPr id="103" name="case-left-rule-1">
            <a:extLst xmlns:a="http://schemas.openxmlformats.org/drawingml/2006/main">
              <a:ext uri="{FF2B5EF4-FFF2-40B4-BE49-F238E27FC236}">
                <a16:creationId xmlns:a16="http://schemas.microsoft.com/office/drawing/2014/main" id="{659D7CC2-4EC3-4F7C-BF89-3A07EE6C3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004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04" name="case-right-rule-1">
            <a:extLst xmlns:a="http://schemas.openxmlformats.org/drawingml/2006/main">
              <a:ext uri="{FF2B5EF4-FFF2-40B4-BE49-F238E27FC236}">
                <a16:creationId xmlns:a16="http://schemas.microsoft.com/office/drawing/2014/main" id="{B37D164D-5E44-46FA-ADF5-91601117C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6004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05" name="case-label-left-1">
            <a:extLst xmlns:a="http://schemas.openxmlformats.org/drawingml/2006/main">
              <a:ext uri="{FF2B5EF4-FFF2-40B4-BE49-F238E27FC236}">
                <a16:creationId xmlns:a16="http://schemas.microsoft.com/office/drawing/2014/main" id="{796BAB44-29A4-4469-8C56-2DD29EAB6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576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accounts</a:t>
            </a:r>
          </a:p>
        </p:txBody>
      </p:sp>
      <p:sp>
        <p:nvSpPr>
          <p:cNvPr id="106" name="case-value-left-1">
            <a:extLst xmlns:a="http://schemas.openxmlformats.org/drawingml/2006/main">
              <a:ext uri="{FF2B5EF4-FFF2-40B4-BE49-F238E27FC236}">
                <a16:creationId xmlns:a16="http://schemas.microsoft.com/office/drawing/2014/main" id="{E2585E34-D692-44BF-BE1E-7329CBA4B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576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[100,112,123] · signature=100,112,123</a:t>
            </a:r>
          </a:p>
        </p:txBody>
      </p:sp>
      <p:sp>
        <p:nvSpPr>
          <p:cNvPr id="107" name="case-label-right-1">
            <a:extLst xmlns:a="http://schemas.openxmlformats.org/drawingml/2006/main">
              <a:ext uri="{FF2B5EF4-FFF2-40B4-BE49-F238E27FC236}">
                <a16:creationId xmlns:a16="http://schemas.microsoft.com/office/drawing/2014/main" id="{40591D54-6B8B-4336-9EA6-38AC4E705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6576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FAIL</a:t>
            </a:r>
          </a:p>
        </p:txBody>
      </p:sp>
      <p:sp>
        <p:nvSpPr>
          <p:cNvPr id="108" name="case-value-right-1">
            <a:extLst xmlns:a="http://schemas.openxmlformats.org/drawingml/2006/main">
              <a:ext uri="{FF2B5EF4-FFF2-40B4-BE49-F238E27FC236}">
                <a16:creationId xmlns:a16="http://schemas.microsoft.com/office/drawing/2014/main" id="{3E0F325A-0686-4039-ACBE-35AD57BC2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6576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读到明确不一致或业务错误</a:t>
            </a:r>
          </a:p>
        </p:txBody>
      </p:sp>
      <p:sp>
        <p:nvSpPr>
          <p:cNvPr id="109" name="case-left-rule-2">
            <a:extLst xmlns:a="http://schemas.openxmlformats.org/drawingml/2006/main">
              <a:ext uri="{FF2B5EF4-FFF2-40B4-BE49-F238E27FC236}">
                <a16:creationId xmlns:a16="http://schemas.microsoft.com/office/drawing/2014/main" id="{B431DC1D-7996-47F7-B716-B4104C061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195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0" name="case-right-rule-2">
            <a:extLst xmlns:a="http://schemas.openxmlformats.org/drawingml/2006/main">
              <a:ext uri="{FF2B5EF4-FFF2-40B4-BE49-F238E27FC236}">
                <a16:creationId xmlns:a16="http://schemas.microsoft.com/office/drawing/2014/main" id="{8A9990CB-8F45-4A02-86D6-E10EE0E9F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0195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1" name="case-label-left-2">
            <a:extLst xmlns:a="http://schemas.openxmlformats.org/drawingml/2006/main">
              <a:ext uri="{FF2B5EF4-FFF2-40B4-BE49-F238E27FC236}">
                <a16:creationId xmlns:a16="http://schemas.microsoft.com/office/drawing/2014/main" id="{2BEDC775-5045-4471-AF1B-C0AD01484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767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users[]</a:t>
            </a:r>
          </a:p>
        </p:txBody>
      </p:sp>
      <p:sp>
        <p:nvSpPr>
          <p:cNvPr id="112" name="case-value-left-2">
            <a:extLst xmlns:a="http://schemas.openxmlformats.org/drawingml/2006/main">
              <a:ext uri="{FF2B5EF4-FFF2-40B4-BE49-F238E27FC236}">
                <a16:creationId xmlns:a16="http://schemas.microsoft.com/office/drawing/2014/main" id="{EA218FAD-D644-4FFB-BE95-C64F04C7F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767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id=123 · isOpen=true · ruleCount=4</a:t>
            </a:r>
          </a:p>
        </p:txBody>
      </p:sp>
      <p:sp>
        <p:nvSpPr>
          <p:cNvPr id="113" name="case-label-right-2">
            <a:extLst xmlns:a="http://schemas.openxmlformats.org/drawingml/2006/main">
              <a:ext uri="{FF2B5EF4-FFF2-40B4-BE49-F238E27FC236}">
                <a16:creationId xmlns:a16="http://schemas.microsoft.com/office/drawing/2014/main" id="{577C7B67-0F67-44A6-9DDD-559EFF9DC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0767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UNKNOWN</a:t>
            </a:r>
          </a:p>
        </p:txBody>
      </p:sp>
      <p:sp>
        <p:nvSpPr>
          <p:cNvPr id="114" name="case-value-right-2">
            <a:extLst xmlns:a="http://schemas.openxmlformats.org/drawingml/2006/main">
              <a:ext uri="{FF2B5EF4-FFF2-40B4-BE49-F238E27FC236}">
                <a16:creationId xmlns:a16="http://schemas.microsoft.com/office/drawing/2014/main" id="{563E56E8-30B3-435F-846A-BBF723B44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0767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任一关键 getter 失败或字段缺失</a:t>
            </a:r>
          </a:p>
        </p:txBody>
      </p:sp>
      <p:sp>
        <p:nvSpPr>
          <p:cNvPr id="115" name="case-left-rule-3">
            <a:extLst xmlns:a="http://schemas.openxmlformats.org/drawingml/2006/main">
              <a:ext uri="{FF2B5EF4-FFF2-40B4-BE49-F238E27FC236}">
                <a16:creationId xmlns:a16="http://schemas.microsoft.com/office/drawing/2014/main" id="{73F1F4EA-AE10-4C4D-BA07-7CC8DAE70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386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6" name="case-right-rule-3">
            <a:extLst xmlns:a="http://schemas.openxmlformats.org/drawingml/2006/main">
              <a:ext uri="{FF2B5EF4-FFF2-40B4-BE49-F238E27FC236}">
                <a16:creationId xmlns:a16="http://schemas.microsoft.com/office/drawing/2014/main" id="{54F3B591-F56B-4DB3-A065-BC6E7BCF2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4386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7" name="case-label-left-3">
            <a:extLst xmlns:a="http://schemas.openxmlformats.org/drawingml/2006/main">
              <a:ext uri="{FF2B5EF4-FFF2-40B4-BE49-F238E27FC236}">
                <a16:creationId xmlns:a16="http://schemas.microsoft.com/office/drawing/2014/main" id="{678E3CF7-1438-4AC3-A0C1-5353F3F2F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958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evidence</a:t>
            </a:r>
          </a:p>
        </p:txBody>
      </p:sp>
      <p:sp>
        <p:nvSpPr>
          <p:cNvPr id="118" name="case-value-left-3">
            <a:extLst xmlns:a="http://schemas.openxmlformats.org/drawingml/2006/main">
              <a:ext uri="{FF2B5EF4-FFF2-40B4-BE49-F238E27FC236}">
                <a16:creationId xmlns:a16="http://schemas.microsoft.com/office/drawing/2014/main" id="{63677797-5DC0-45FD-9D3E-4D98A65D1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4958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device / commit / timestamp / raw errors</a:t>
            </a:r>
          </a:p>
        </p:txBody>
      </p:sp>
      <p:sp>
        <p:nvSpPr>
          <p:cNvPr id="119" name="case-label-right-3">
            <a:extLst xmlns:a="http://schemas.openxmlformats.org/drawingml/2006/main">
              <a:ext uri="{FF2B5EF4-FFF2-40B4-BE49-F238E27FC236}">
                <a16:creationId xmlns:a16="http://schemas.microsoft.com/office/drawing/2014/main" id="{796CDBCF-DEAC-47B8-9C7D-BBC794C33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4958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操作链</a:t>
            </a:r>
          </a:p>
        </p:txBody>
      </p:sp>
      <p:sp>
        <p:nvSpPr>
          <p:cNvPr id="120" name="case-value-right-3">
            <a:extLst xmlns:a="http://schemas.openxmlformats.org/drawingml/2006/main">
              <a:ext uri="{FF2B5EF4-FFF2-40B4-BE49-F238E27FC236}">
                <a16:creationId xmlns:a16="http://schemas.microsoft.com/office/drawing/2014/main" id="{1212E204-1B9F-477E-80DD-961E203DC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4958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build→install→admin→trigger→getter→截图</a:t>
            </a:r>
          </a:p>
        </p:txBody>
      </p:sp>
      <p:sp>
        <p:nvSpPr>
          <p:cNvPr id="121" name="case-transfer-circle">
            <a:extLst xmlns:a="http://schemas.openxmlformats.org/drawingml/2006/main">
              <a:ext uri="{FF2B5EF4-FFF2-40B4-BE49-F238E27FC236}">
                <a16:creationId xmlns:a16="http://schemas.microsoft.com/office/drawing/2014/main" id="{FF6A693F-DADF-434A-A7E7-B5831EE8E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95275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7000B"/>
            </a:solidFill>
            <a:prstDash val="solid"/>
          </a:ln>
        </p:spPr>
      </p:sp>
      <p:pic>
        <p:nvPicPr>
          <p:cNvPr id="2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9ecc5a579c4f99"/>
          <a:stretch xmlns:a="http://schemas.openxmlformats.org/drawingml/2006/main"/>
        </p:blipFill>
        <p:spPr>
          <a:xfrm xmlns:a="http://schemas.openxmlformats.org/drawingml/2006/main">
            <a:off x="5667375" y="3105150"/>
            <a:ext cx="400050" cy="400050"/>
          </a:xfrm>
          <a:prstGeom xmlns:a="http://schemas.openxmlformats.org/drawingml/2006/main" prst="rect">
            <a:avLst/>
          </a:prstGeom>
        </p:spPr>
      </p:pic>
      <p:sp>
        <p:nvSpPr>
          <p:cNvPr id="123" name="case-transfer-text">
            <a:extLst xmlns:a="http://schemas.openxmlformats.org/drawingml/2006/main">
              <a:ext uri="{FF2B5EF4-FFF2-40B4-BE49-F238E27FC236}">
                <a16:creationId xmlns:a16="http://schemas.microsoft.com/office/drawing/2014/main" id="{48A38601-6EA4-43E6-9D6F-38C449733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524250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88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对照</a:t>
            </a:r>
          </a:p>
        </p:txBody>
      </p:sp>
      <p:sp>
        <p:nvSpPr>
          <p:cNvPr id="124" name="case-left-arrow">
            <a:extLst xmlns:a="http://schemas.openxmlformats.org/drawingml/2006/main">
              <a:ext uri="{FF2B5EF4-FFF2-40B4-BE49-F238E27FC236}">
                <a16:creationId xmlns:a16="http://schemas.microsoft.com/office/drawing/2014/main" id="{03A1806C-B519-4A4A-9980-2434DFAFD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21945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22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←</a:t>
            </a:r>
          </a:p>
        </p:txBody>
      </p:sp>
      <p:sp>
        <p:nvSpPr>
          <p:cNvPr id="125" name="case-right-arrow">
            <a:extLst xmlns:a="http://schemas.openxmlformats.org/drawingml/2006/main">
              <a:ext uri="{FF2B5EF4-FFF2-40B4-BE49-F238E27FC236}">
                <a16:creationId xmlns:a16="http://schemas.microsoft.com/office/drawing/2014/main" id="{E8FB34F1-A4F6-406E-85FD-21A5A0934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21945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22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26" name="timeline-rule">
            <a:extLst xmlns:a="http://schemas.openxmlformats.org/drawingml/2006/main">
              <a:ext uri="{FF2B5EF4-FFF2-40B4-BE49-F238E27FC236}">
                <a16:creationId xmlns:a16="http://schemas.microsoft.com/office/drawing/2014/main" id="{46F26517-8D14-4ED8-B91E-154EEEC9A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81700"/>
            <a:ext cx="10934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7D7"/>
          </a:solidFill>
          <a:ln xmlns:a="http://schemas.openxmlformats.org/drawingml/2006/main" w="0">
            <a:solidFill>
              <a:srgbClr val="D7D7D7"/>
            </a:solidFill>
            <a:prstDash val="solid"/>
          </a:ln>
        </p:spPr>
      </p:sp>
      <p:sp>
        <p:nvSpPr>
          <p:cNvPr id="127" name="timeline-dot-0">
            <a:extLst xmlns:a="http://schemas.openxmlformats.org/drawingml/2006/main">
              <a:ext uri="{FF2B5EF4-FFF2-40B4-BE49-F238E27FC236}">
                <a16:creationId xmlns:a16="http://schemas.microsoft.com/office/drawing/2014/main" id="{B1B2265D-D326-40FF-A60F-C0FBE9741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674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128" name="timeline-card-0">
            <a:extLst xmlns:a="http://schemas.openxmlformats.org/drawingml/2006/main">
              <a:ext uri="{FF2B5EF4-FFF2-40B4-BE49-F238E27FC236}">
                <a16:creationId xmlns:a16="http://schemas.microsoft.com/office/drawing/2014/main" id="{E06F85EB-4FA9-4043-8BE1-A3CF40B5C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72200"/>
            <a:ext cx="2000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EC"/>
          </a:solidFill>
          <a:ln xmlns:a="http://schemas.openxmlformats.org/drawingml/2006/main" w="0">
            <a:solidFill>
              <a:srgbClr val="FBEAEC"/>
            </a:solidFill>
            <a:prstDash val="solid"/>
          </a:ln>
        </p:spPr>
      </p:sp>
      <p:pic>
        <p:nvPicPr>
          <p:cNvPr id="2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9b0f487efb4a40"/>
          <a:stretch xmlns:a="http://schemas.openxmlformats.org/drawingml/2006/main"/>
        </p:blipFill>
        <p:spPr>
          <a:xfrm xmlns:a="http://schemas.openxmlformats.org/drawingml/2006/main">
            <a:off x="514350" y="63055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30" name="timeline-text-0">
            <a:extLst xmlns:a="http://schemas.openxmlformats.org/drawingml/2006/main">
              <a:ext uri="{FF2B5EF4-FFF2-40B4-BE49-F238E27FC236}">
                <a16:creationId xmlns:a16="http://schemas.microsoft.com/office/drawing/2014/main" id="{3B912A19-9FE5-4187-98C5-1F80D3054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210300"/>
            <a:ext cx="1543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平台门</a:t>
            </a:r>
          </a:p>
        </p:txBody>
      </p:sp>
      <p:sp>
        <p:nvSpPr>
          <p:cNvPr id="131" name="timeline-dot-1">
            <a:extLst xmlns:a="http://schemas.openxmlformats.org/drawingml/2006/main">
              <a:ext uri="{FF2B5EF4-FFF2-40B4-BE49-F238E27FC236}">
                <a16:creationId xmlns:a16="http://schemas.microsoft.com/office/drawing/2014/main" id="{7D872788-C8C9-4D53-BCFB-3EE338664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58674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45C7"/>
          </a:solidFill>
          <a:ln xmlns:a="http://schemas.openxmlformats.org/drawingml/2006/main" w="0">
            <a:solidFill>
              <a:srgbClr val="6D45C7"/>
            </a:solidFill>
            <a:prstDash val="solid"/>
          </a:ln>
        </p:spPr>
      </p:sp>
      <p:sp>
        <p:nvSpPr>
          <p:cNvPr id="132" name="timeline-card-1">
            <a:extLst xmlns:a="http://schemas.openxmlformats.org/drawingml/2006/main">
              <a:ext uri="{FF2B5EF4-FFF2-40B4-BE49-F238E27FC236}">
                <a16:creationId xmlns:a16="http://schemas.microsoft.com/office/drawing/2014/main" id="{07574872-6C46-4DCB-998F-DE9FCE105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6172200"/>
            <a:ext cx="3048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FA"/>
          </a:solidFill>
          <a:ln xmlns:a="http://schemas.openxmlformats.org/drawingml/2006/main" w="0">
            <a:solidFill>
              <a:srgbClr val="F1ECFA"/>
            </a:solidFill>
            <a:prstDash val="solid"/>
          </a:ln>
        </p:spPr>
      </p:sp>
      <p:pic>
        <p:nvPicPr>
          <p:cNvPr id="2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1237e28b04468d"/>
          <a:stretch xmlns:a="http://schemas.openxmlformats.org/drawingml/2006/main"/>
        </p:blipFill>
        <p:spPr>
          <a:xfrm xmlns:a="http://schemas.openxmlformats.org/drawingml/2006/main">
            <a:off x="2705100" y="63055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34" name="timeline-text-1">
            <a:extLst xmlns:a="http://schemas.openxmlformats.org/drawingml/2006/main">
              <a:ext uri="{FF2B5EF4-FFF2-40B4-BE49-F238E27FC236}">
                <a16:creationId xmlns:a16="http://schemas.microsoft.com/office/drawing/2014/main" id="{4A727200-EA29-4361-9862-418A0DE95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6210300"/>
            <a:ext cx="2590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>跨进程</a:t>
            </a:r>
          </a:p>
        </p:txBody>
      </p:sp>
      <p:sp>
        <p:nvSpPr>
          <p:cNvPr id="135" name="timeline-dot-2">
            <a:extLst xmlns:a="http://schemas.openxmlformats.org/drawingml/2006/main">
              <a:ext uri="{FF2B5EF4-FFF2-40B4-BE49-F238E27FC236}">
                <a16:creationId xmlns:a16="http://schemas.microsoft.com/office/drawing/2014/main" id="{3F1EC896-E46F-4384-894B-3DDEC4776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58674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136" name="timeline-card-2">
            <a:extLst xmlns:a="http://schemas.openxmlformats.org/drawingml/2006/main">
              <a:ext uri="{FF2B5EF4-FFF2-40B4-BE49-F238E27FC236}">
                <a16:creationId xmlns:a16="http://schemas.microsoft.com/office/drawing/2014/main" id="{F4FEA41C-C58A-4D35-9F21-95E1FD4ED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6172200"/>
            <a:ext cx="1428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EC"/>
          </a:solidFill>
          <a:ln xmlns:a="http://schemas.openxmlformats.org/drawingml/2006/main" w="0">
            <a:solidFill>
              <a:srgbClr val="FBEAEC"/>
            </a:solidFill>
            <a:prstDash val="solid"/>
          </a:ln>
        </p:spPr>
      </p:sp>
      <p:pic>
        <p:nvPicPr>
          <p:cNvPr id="2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5b01a69cbf44b8"/>
          <a:stretch xmlns:a="http://schemas.openxmlformats.org/drawingml/2006/main"/>
        </p:blipFill>
        <p:spPr>
          <a:xfrm xmlns:a="http://schemas.openxmlformats.org/drawingml/2006/main">
            <a:off x="5943600" y="63055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38" name="timeline-text-2">
            <a:extLst xmlns:a="http://schemas.openxmlformats.org/drawingml/2006/main">
              <a:ext uri="{FF2B5EF4-FFF2-40B4-BE49-F238E27FC236}">
                <a16:creationId xmlns:a16="http://schemas.microsoft.com/office/drawing/2014/main" id="{75A6DFD3-381A-4508-A88C-74D03EE63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6210300"/>
            <a:ext cx="971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MCP</a:t>
            </a:r>
          </a:p>
        </p:txBody>
      </p:sp>
      <p:sp>
        <p:nvSpPr>
          <p:cNvPr id="139" name="timeline-dot-3">
            <a:extLst xmlns:a="http://schemas.openxmlformats.org/drawingml/2006/main">
              <a:ext uri="{FF2B5EF4-FFF2-40B4-BE49-F238E27FC236}">
                <a16:creationId xmlns:a16="http://schemas.microsoft.com/office/drawing/2014/main" id="{EE23DBD8-AF98-46BF-B5EA-9A5764E71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8674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45C7"/>
          </a:solidFill>
          <a:ln xmlns:a="http://schemas.openxmlformats.org/drawingml/2006/main" w="0">
            <a:solidFill>
              <a:srgbClr val="6D45C7"/>
            </a:solidFill>
            <a:prstDash val="solid"/>
          </a:ln>
        </p:spPr>
      </p:sp>
      <p:sp>
        <p:nvSpPr>
          <p:cNvPr id="140" name="timeline-card-3">
            <a:extLst xmlns:a="http://schemas.openxmlformats.org/drawingml/2006/main">
              <a:ext uri="{FF2B5EF4-FFF2-40B4-BE49-F238E27FC236}">
                <a16:creationId xmlns:a16="http://schemas.microsoft.com/office/drawing/2014/main" id="{705D6FCE-1ACC-445B-943D-DD93AE12E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72200"/>
            <a:ext cx="2571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FA"/>
          </a:solidFill>
          <a:ln xmlns:a="http://schemas.openxmlformats.org/drawingml/2006/main" w="0">
            <a:solidFill>
              <a:srgbClr val="F1ECFA"/>
            </a:solidFill>
            <a:prstDash val="solid"/>
          </a:ln>
        </p:spPr>
      </p:sp>
      <p:pic>
        <p:nvPicPr>
          <p:cNvPr id="25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63754b88894d9f"/>
          <a:stretch xmlns:a="http://schemas.openxmlformats.org/drawingml/2006/main"/>
        </p:blipFill>
        <p:spPr>
          <a:xfrm xmlns:a="http://schemas.openxmlformats.org/drawingml/2006/main">
            <a:off x="7562850" y="63055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42" name="timeline-text-3">
            <a:extLst xmlns:a="http://schemas.openxmlformats.org/drawingml/2006/main">
              <a:ext uri="{FF2B5EF4-FFF2-40B4-BE49-F238E27FC236}">
                <a16:creationId xmlns:a16="http://schemas.microsoft.com/office/drawing/2014/main" id="{D8BB6B58-07F6-42CB-AD15-5ADC5CB98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6210300"/>
            <a:ext cx="2114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>验收契约</a:t>
            </a:r>
          </a:p>
        </p:txBody>
      </p:sp>
      <p:sp>
        <p:nvSpPr>
          <p:cNvPr id="143" name="timeline-dot-4">
            <a:extLst xmlns:a="http://schemas.openxmlformats.org/drawingml/2006/main">
              <a:ext uri="{FF2B5EF4-FFF2-40B4-BE49-F238E27FC236}">
                <a16:creationId xmlns:a16="http://schemas.microsoft.com/office/drawing/2014/main" id="{42256876-971C-44C3-B36A-A2A5DC337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58674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F5B"/>
          </a:solidFill>
          <a:ln xmlns:a="http://schemas.openxmlformats.org/drawingml/2006/main" w="0">
            <a:solidFill>
              <a:srgbClr val="2F8F5B"/>
            </a:solidFill>
            <a:prstDash val="solid"/>
          </a:ln>
        </p:spPr>
      </p:sp>
      <p:sp>
        <p:nvSpPr>
          <p:cNvPr id="144" name="timeline-card-4">
            <a:extLst xmlns:a="http://schemas.openxmlformats.org/drawingml/2006/main">
              <a:ext uri="{FF2B5EF4-FFF2-40B4-BE49-F238E27FC236}">
                <a16:creationId xmlns:a16="http://schemas.microsoft.com/office/drawing/2014/main" id="{B406802C-BB49-4241-9BAC-E9752EDB4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6172200"/>
            <a:ext cx="10287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E"/>
          </a:solidFill>
          <a:ln xmlns:a="http://schemas.openxmlformats.org/drawingml/2006/main" w="0">
            <a:solidFill>
              <a:srgbClr val="EAF5EE"/>
            </a:solidFill>
            <a:prstDash val="solid"/>
          </a:ln>
        </p:spPr>
      </p:sp>
      <p:pic>
        <p:nvPicPr>
          <p:cNvPr id="26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204728f57c4c9b"/>
          <a:stretch xmlns:a="http://schemas.openxmlformats.org/drawingml/2006/main"/>
        </p:blipFill>
        <p:spPr>
          <a:xfrm xmlns:a="http://schemas.openxmlformats.org/drawingml/2006/main">
            <a:off x="10325100" y="63055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46" name="timeline-text-4">
            <a:extLst xmlns:a="http://schemas.openxmlformats.org/drawingml/2006/main">
              <a:ext uri="{FF2B5EF4-FFF2-40B4-BE49-F238E27FC236}">
                <a16:creationId xmlns:a16="http://schemas.microsoft.com/office/drawing/2014/main" id="{B28B3A76-07CD-44BF-8BCF-942072BDE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6210300"/>
            <a:ext cx="57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rPr>
              <a:t>Checkpoint</a:t>
            </a:r>
          </a:p>
        </p:txBody>
      </p:sp>
      <p:pic>
        <p:nvPicPr>
          <p:cNvPr id="26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aa6dea77cf4c4a"/>
          <a:stretch xmlns:a="http://schemas.openxmlformats.org/drawingml/2006/main"/>
        </p:blipFill>
        <p:spPr>
          <a:xfrm xmlns:a="http://schemas.openxmlformats.org/drawingml/2006/main">
            <a:off x="10382250" y="268813"/>
            <a:ext cx="952500" cy="2148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9805989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9937CBA2-7E4F-43F3-9EBA-CFD6BD1B5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38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rPr>
              <a:t>27 · 第四幕｜平台门与系统验收</a:t>
            </a:r>
          </a:p>
        </p:txBody>
      </p:sp>
      <p:sp>
        <p:nvSpPr>
          <p:cNvPr id="5" name="team-name">
            <a:extLst xmlns:a="http://schemas.openxmlformats.org/drawingml/2006/main">
              <a:ext uri="{FF2B5EF4-FFF2-40B4-BE49-F238E27FC236}">
                <a16:creationId xmlns:a16="http://schemas.microsoft.com/office/drawing/2014/main" id="{DF70FBB6-5F6E-4537-9090-0CBE67318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6" name="business-direction">
            <a:extLst xmlns:a="http://schemas.openxmlformats.org/drawingml/2006/main">
              <a:ext uri="{FF2B5EF4-FFF2-40B4-BE49-F238E27FC236}">
                <a16:creationId xmlns:a16="http://schemas.microsoft.com/office/drawing/2014/main" id="{264209F6-E82F-4B7F-97F5-9E0C8215D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" name="storyline-lead">
            <a:extLst xmlns:a="http://schemas.openxmlformats.org/drawingml/2006/main">
              <a:ext uri="{FF2B5EF4-FFF2-40B4-BE49-F238E27FC236}">
                <a16:creationId xmlns:a16="http://schemas.microsoft.com/office/drawing/2014/main" id="{513D4A51-8337-4FB4-B56E-8172C046E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8" name="storyline-outcome">
            <a:extLst xmlns:a="http://schemas.openxmlformats.org/drawingml/2006/main">
              <a:ext uri="{FF2B5EF4-FFF2-40B4-BE49-F238E27FC236}">
                <a16:creationId xmlns:a16="http://schemas.microsoft.com/office/drawing/2014/main" id="{BB1932BF-7915-4685-850E-EE30D779E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9" name="origin-story">
            <a:extLst xmlns:a="http://schemas.openxmlformats.org/drawingml/2006/main">
              <a:ext uri="{FF2B5EF4-FFF2-40B4-BE49-F238E27FC236}">
                <a16:creationId xmlns:a16="http://schemas.microsoft.com/office/drawing/2014/main" id="{4F383126-75F9-4A95-9DFA-12133DB4A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1104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210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MDM Checkpoint：交付一条完整证据链</a:t>
            </a:r>
          </a:p>
        </p:txBody>
      </p:sp>
      <p:sp>
        <p:nvSpPr>
          <p:cNvPr id="10" name="capability-label">
            <a:extLst xmlns:a="http://schemas.openxmlformats.org/drawingml/2006/main">
              <a:ext uri="{FF2B5EF4-FFF2-40B4-BE49-F238E27FC236}">
                <a16:creationId xmlns:a16="http://schemas.microsoft.com/office/drawing/2014/main" id="{6618DDA6-5320-4544-A67A-4138E5DF0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9115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SLIDE 27 · WORKSHOP</a:t>
            </a:r>
          </a:p>
        </p:txBody>
      </p:sp>
      <p:sp>
        <p:nvSpPr>
          <p:cNvPr id="12" name="capability-goal-text">
            <a:extLst xmlns:a="http://schemas.openxmlformats.org/drawingml/2006/main">
              <a:ext uri="{FF2B5EF4-FFF2-40B4-BE49-F238E27FC236}">
                <a16:creationId xmlns:a16="http://schemas.microsoft.com/office/drawing/2014/main" id="{A9BB6ADF-6F5A-486E-9828-9BB90056D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4" name="capability-tech-text">
            <a:extLst xmlns:a="http://schemas.openxmlformats.org/drawingml/2006/main">
              <a:ext uri="{FF2B5EF4-FFF2-40B4-BE49-F238E27FC236}">
                <a16:creationId xmlns:a16="http://schemas.microsoft.com/office/drawing/2014/main" id="{A789BA83-BEE2-4D60-80BC-6239BCAB3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6" name="capability-collaboration-text">
            <a:extLst xmlns:a="http://schemas.openxmlformats.org/drawingml/2006/main">
              <a:ext uri="{FF2B5EF4-FFF2-40B4-BE49-F238E27FC236}">
                <a16:creationId xmlns:a16="http://schemas.microsoft.com/office/drawing/2014/main" id="{D085A46E-BB95-4E44-A140-3211DC950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8" name="capability-cohesion-text">
            <a:extLst xmlns:a="http://schemas.openxmlformats.org/drawingml/2006/main">
              <a:ext uri="{FF2B5EF4-FFF2-40B4-BE49-F238E27FC236}">
                <a16:creationId xmlns:a16="http://schemas.microsoft.com/office/drawing/2014/main" id="{31E7FE61-7CF7-4BF1-B351-6E8BC2ABB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21" name="journey-top-rule">
            <a:extLst xmlns:a="http://schemas.openxmlformats.org/drawingml/2006/main">
              <a:ext uri="{FF2B5EF4-FFF2-40B4-BE49-F238E27FC236}">
                <a16:creationId xmlns:a16="http://schemas.microsoft.com/office/drawing/2014/main" id="{3F7D1C62-8DF5-4E48-9864-9C17DDEE1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2" name="journey-label">
            <a:extLst xmlns:a="http://schemas.openxmlformats.org/drawingml/2006/main">
              <a:ext uri="{FF2B5EF4-FFF2-40B4-BE49-F238E27FC236}">
                <a16:creationId xmlns:a16="http://schemas.microsoft.com/office/drawing/2014/main" id="{8E7E41EF-B0E6-4678-B07F-0EBF826CF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同伴 Reviewer 同时检查执行轨迹与系统 Outcome；Implementer 不能独自给自己打分。</a:t>
            </a:r>
          </a:p>
        </p:txBody>
      </p:sp>
      <p:sp>
        <p:nvSpPr>
          <p:cNvPr id="26" name="stage-01-number">
            <a:extLst xmlns:a="http://schemas.openxmlformats.org/drawingml/2006/main">
              <a:ext uri="{FF2B5EF4-FFF2-40B4-BE49-F238E27FC236}">
                <a16:creationId xmlns:a16="http://schemas.microsoft.com/office/drawing/2014/main" id="{4225D723-AF17-46CE-8F57-EF6385A30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27" name="stage-01-title">
            <a:extLst xmlns:a="http://schemas.openxmlformats.org/drawingml/2006/main">
              <a:ext uri="{FF2B5EF4-FFF2-40B4-BE49-F238E27FC236}">
                <a16:creationId xmlns:a16="http://schemas.microsoft.com/office/drawing/2014/main" id="{A080687F-349A-4D96-8B9B-B15D9284C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28" name="stage-01-body">
            <a:extLst xmlns:a="http://schemas.openxmlformats.org/drawingml/2006/main">
              <a:ext uri="{FF2B5EF4-FFF2-40B4-BE49-F238E27FC236}">
                <a16:creationId xmlns:a16="http://schemas.microsoft.com/office/drawing/2014/main" id="{35DB16DD-F51B-49F2-B81F-24E50A16B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36" name="stage-03-number">
            <a:extLst xmlns:a="http://schemas.openxmlformats.org/drawingml/2006/main">
              <a:ext uri="{FF2B5EF4-FFF2-40B4-BE49-F238E27FC236}">
                <a16:creationId xmlns:a16="http://schemas.microsoft.com/office/drawing/2014/main" id="{C0286EEE-76D7-4C3D-959B-C1A40C2DE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37" name="stage-03-title">
            <a:extLst xmlns:a="http://schemas.openxmlformats.org/drawingml/2006/main">
              <a:ext uri="{FF2B5EF4-FFF2-40B4-BE49-F238E27FC236}">
                <a16:creationId xmlns:a16="http://schemas.microsoft.com/office/drawing/2014/main" id="{B27EC97C-4E04-4513-B0CF-9ED410CD8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38" name="stage-03-body">
            <a:extLst xmlns:a="http://schemas.openxmlformats.org/drawingml/2006/main">
              <a:ext uri="{FF2B5EF4-FFF2-40B4-BE49-F238E27FC236}">
                <a16:creationId xmlns:a16="http://schemas.microsoft.com/office/drawing/2014/main" id="{9E912F49-5FAE-4B6A-9826-0EE1EFB7F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46" name="stage-05-number">
            <a:extLst xmlns:a="http://schemas.openxmlformats.org/drawingml/2006/main">
              <a:ext uri="{FF2B5EF4-FFF2-40B4-BE49-F238E27FC236}">
                <a16:creationId xmlns:a16="http://schemas.microsoft.com/office/drawing/2014/main" id="{AA36F8DB-73A8-47E8-A962-56FE8DE85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47" name="stage-05-title">
            <a:extLst xmlns:a="http://schemas.openxmlformats.org/drawingml/2006/main">
              <a:ext uri="{FF2B5EF4-FFF2-40B4-BE49-F238E27FC236}">
                <a16:creationId xmlns:a16="http://schemas.microsoft.com/office/drawing/2014/main" id="{E55E05DE-AFC6-4422-9A2F-AD9E27F89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48" name="stage-05-body">
            <a:extLst xmlns:a="http://schemas.openxmlformats.org/drawingml/2006/main">
              <a:ext uri="{FF2B5EF4-FFF2-40B4-BE49-F238E27FC236}">
                <a16:creationId xmlns:a16="http://schemas.microsoft.com/office/drawing/2014/main" id="{F938BB63-05FA-4699-B9B6-45CD5A0C9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0" name="rail-flow-label">
            <a:extLst xmlns:a="http://schemas.openxmlformats.org/drawingml/2006/main">
              <a:ext uri="{FF2B5EF4-FFF2-40B4-BE49-F238E27FC236}">
                <a16:creationId xmlns:a16="http://schemas.microsoft.com/office/drawing/2014/main" id="{FF5EAC43-B84B-4541-B2F4-61336FAA9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8585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858585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1" name="rail-flow-line">
            <a:extLst xmlns:a="http://schemas.openxmlformats.org/drawingml/2006/main">
              <a:ext uri="{FF2B5EF4-FFF2-40B4-BE49-F238E27FC236}">
                <a16:creationId xmlns:a16="http://schemas.microsoft.com/office/drawing/2014/main" id="{AF9A8871-2B22-4386-A390-72752FB38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3" name="rail-flow-idea-label">
            <a:extLst xmlns:a="http://schemas.openxmlformats.org/drawingml/2006/main">
              <a:ext uri="{FF2B5EF4-FFF2-40B4-BE49-F238E27FC236}">
                <a16:creationId xmlns:a16="http://schemas.microsoft.com/office/drawing/2014/main" id="{72E1E745-7177-4B95-A3C2-46F9EE067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5" name="rail-flow-attack-label">
            <a:extLst xmlns:a="http://schemas.openxmlformats.org/drawingml/2006/main">
              <a:ext uri="{FF2B5EF4-FFF2-40B4-BE49-F238E27FC236}">
                <a16:creationId xmlns:a16="http://schemas.microsoft.com/office/drawing/2014/main" id="{1CD5E551-A644-4209-8B85-C43D55DAD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7" name="rail-flow-delivery-label">
            <a:extLst xmlns:a="http://schemas.openxmlformats.org/drawingml/2006/main">
              <a:ext uri="{FF2B5EF4-FFF2-40B4-BE49-F238E27FC236}">
                <a16:creationId xmlns:a16="http://schemas.microsoft.com/office/drawing/2014/main" id="{41242F25-AB1D-4FEC-AA44-0C6A2FA72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8" name="rail-result-box">
            <a:extLst xmlns:a="http://schemas.openxmlformats.org/drawingml/2006/main">
              <a:ext uri="{FF2B5EF4-FFF2-40B4-BE49-F238E27FC236}">
                <a16:creationId xmlns:a16="http://schemas.microsoft.com/office/drawing/2014/main" id="{F7117D08-254C-4F26-B6DD-8B03EB047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0" name="rail-result-text">
            <a:extLst xmlns:a="http://schemas.openxmlformats.org/drawingml/2006/main">
              <a:ext uri="{FF2B5EF4-FFF2-40B4-BE49-F238E27FC236}">
                <a16:creationId xmlns:a16="http://schemas.microsoft.com/office/drawing/2014/main" id="{34A8EF6F-28E9-4F9F-8CFD-1BF6F2603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63" b="1">
                <a:solidFill>
                  <a:srgbClr val="9C000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9C000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61" name="grid-top-rule">
            <a:extLst xmlns:a="http://schemas.openxmlformats.org/drawingml/2006/main">
              <a:ext uri="{FF2B5EF4-FFF2-40B4-BE49-F238E27FC236}">
                <a16:creationId xmlns:a16="http://schemas.microsoft.com/office/drawing/2014/main" id="{0F39FBDF-9E3B-4D49-B005-6B5B93FED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2" name="grid-middle-rule">
            <a:extLst xmlns:a="http://schemas.openxmlformats.org/drawingml/2006/main">
              <a:ext uri="{FF2B5EF4-FFF2-40B4-BE49-F238E27FC236}">
                <a16:creationId xmlns:a16="http://schemas.microsoft.com/office/drawing/2014/main" id="{BBC7B45A-19EF-4696-97BA-CE5C123E4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3" name="grid-vertical-rule">
            <a:extLst xmlns:a="http://schemas.openxmlformats.org/drawingml/2006/main">
              <a:ext uri="{FF2B5EF4-FFF2-40B4-BE49-F238E27FC236}">
                <a16:creationId xmlns:a16="http://schemas.microsoft.com/office/drawing/2014/main" id="{9513784B-DF55-42B5-ACF2-4EF87CE54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4" name="capability-top-rule">
            <a:extLst xmlns:a="http://schemas.openxmlformats.org/drawingml/2006/main">
              <a:ext uri="{FF2B5EF4-FFF2-40B4-BE49-F238E27FC236}">
                <a16:creationId xmlns:a16="http://schemas.microsoft.com/office/drawing/2014/main" id="{9013330B-53F2-4C98-B459-B7BC45073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5" name="module-01-icon-background">
            <a:extLst xmlns:a="http://schemas.openxmlformats.org/drawingml/2006/main">
              <a:ext uri="{FF2B5EF4-FFF2-40B4-BE49-F238E27FC236}">
                <a16:creationId xmlns:a16="http://schemas.microsoft.com/office/drawing/2014/main" id="{6BB7565D-24EF-47D6-BBB0-E18B6DE76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24050"/>
            <a:ext cx="4762500" cy="3124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B"/>
          </a:solidFill>
          <a:ln xmlns:a="http://schemas.openxmlformats.org/drawingml/2006/main" w="0">
            <a:solidFill>
              <a:srgbClr val="EAF2FB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7" name="module-02-icon-background">
            <a:extLst xmlns:a="http://schemas.openxmlformats.org/drawingml/2006/main">
              <a:ext uri="{FF2B5EF4-FFF2-40B4-BE49-F238E27FC236}">
                <a16:creationId xmlns:a16="http://schemas.microsoft.com/office/drawing/2014/main" id="{80C31D3C-F758-4BBC-A10E-E9C339D14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24050"/>
            <a:ext cx="4762500" cy="3124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FA"/>
          </a:solidFill>
          <a:ln xmlns:a="http://schemas.openxmlformats.org/drawingml/2006/main" w="0">
            <a:solidFill>
              <a:srgbClr val="F1ECF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9" name="module-03-icon-background">
            <a:extLst xmlns:a="http://schemas.openxmlformats.org/drawingml/2006/main">
              <a:ext uri="{FF2B5EF4-FFF2-40B4-BE49-F238E27FC236}">
                <a16:creationId xmlns:a16="http://schemas.microsoft.com/office/drawing/2014/main" id="{78E97F08-D68A-43EC-A2D0-7C3051E07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1" name="module-04-icon-background">
            <a:extLst xmlns:a="http://schemas.openxmlformats.org/drawingml/2006/main">
              <a:ext uri="{FF2B5EF4-FFF2-40B4-BE49-F238E27FC236}">
                <a16:creationId xmlns:a16="http://schemas.microsoft.com/office/drawing/2014/main" id="{C303905D-0287-4B86-92D4-33F0EB3B9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3" name="module-04-number">
            <a:extLst xmlns:a="http://schemas.openxmlformats.org/drawingml/2006/main">
              <a:ext uri="{FF2B5EF4-FFF2-40B4-BE49-F238E27FC236}">
                <a16:creationId xmlns:a16="http://schemas.microsoft.com/office/drawing/2014/main" id="{644EFF2E-DC9B-4D41-84F4-10582B446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4" name="module-04-title">
            <a:extLst xmlns:a="http://schemas.openxmlformats.org/drawingml/2006/main">
              <a:ext uri="{FF2B5EF4-FFF2-40B4-BE49-F238E27FC236}">
                <a16:creationId xmlns:a16="http://schemas.microsoft.com/office/drawing/2014/main" id="{9C3B8801-0886-4C35-A421-9571B2595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5" name="module-04-body">
            <a:extLst xmlns:a="http://schemas.openxmlformats.org/drawingml/2006/main">
              <a:ext uri="{FF2B5EF4-FFF2-40B4-BE49-F238E27FC236}">
                <a16:creationId xmlns:a16="http://schemas.microsoft.com/office/drawing/2014/main" id="{815AB31E-77DC-41EF-9FDD-2104B3529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6" name="capability-goal-icon-background">
            <a:extLst xmlns:a="http://schemas.openxmlformats.org/drawingml/2006/main">
              <a:ext uri="{FF2B5EF4-FFF2-40B4-BE49-F238E27FC236}">
                <a16:creationId xmlns:a16="http://schemas.microsoft.com/office/drawing/2014/main" id="{ACC8CF6A-83B8-4CA8-B500-7FCD1FE49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8" name="capability-tech-icon-background">
            <a:extLst xmlns:a="http://schemas.openxmlformats.org/drawingml/2006/main">
              <a:ext uri="{FF2B5EF4-FFF2-40B4-BE49-F238E27FC236}">
                <a16:creationId xmlns:a16="http://schemas.microsoft.com/office/drawing/2014/main" id="{1FBC427F-E57C-45DB-9CCE-FEBB0D899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0" name="capability-collaboration-icon-background">
            <a:extLst xmlns:a="http://schemas.openxmlformats.org/drawingml/2006/main">
              <a:ext uri="{FF2B5EF4-FFF2-40B4-BE49-F238E27FC236}">
                <a16:creationId xmlns:a16="http://schemas.microsoft.com/office/drawing/2014/main" id="{6E13DFB3-20F1-4890-9CA4-4556205A7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2" name="capability-cohesion-icon-background">
            <a:extLst xmlns:a="http://schemas.openxmlformats.org/drawingml/2006/main">
              <a:ext uri="{FF2B5EF4-FFF2-40B4-BE49-F238E27FC236}">
                <a16:creationId xmlns:a16="http://schemas.microsoft.com/office/drawing/2014/main" id="{6D6CB4E0-0BEB-4D63-8FF5-DCEBE4D95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4" name="competitiveness-result-box">
            <a:extLst xmlns:a="http://schemas.openxmlformats.org/drawingml/2006/main">
              <a:ext uri="{FF2B5EF4-FFF2-40B4-BE49-F238E27FC236}">
                <a16:creationId xmlns:a16="http://schemas.microsoft.com/office/drawing/2014/main" id="{F216EF67-2742-4E3A-81AE-9DA7A0133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6" name="competitiveness-result-text">
            <a:extLst xmlns:a="http://schemas.openxmlformats.org/drawingml/2006/main">
              <a:ext uri="{FF2B5EF4-FFF2-40B4-BE49-F238E27FC236}">
                <a16:creationId xmlns:a16="http://schemas.microsoft.com/office/drawing/2014/main" id="{5EF20348-951F-48D4-9F42-3FB89748A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276850"/>
            <a:ext cx="733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38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rPr>
              <a:t>Outcome 决定最终结论；Trace 用于解释可信度、复现过程和发现越界。</a:t>
            </a:r>
          </a:p>
        </p:txBody>
      </p:sp>
      <p:pic>
        <p:nvPicPr>
          <p:cNvPr id="20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75371f4a834127"/>
          <a:stretch xmlns:a="http://schemas.openxmlformats.org/drawingml/2006/main"/>
        </p:blipFill>
        <p:spPr>
          <a:xfrm xmlns:a="http://schemas.openxmlformats.org/drawingml/2006/main">
            <a:off x="400050" y="257175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88" name="case-header-rule">
            <a:extLst xmlns:a="http://schemas.openxmlformats.org/drawingml/2006/main">
              <a:ext uri="{FF2B5EF4-FFF2-40B4-BE49-F238E27FC236}">
                <a16:creationId xmlns:a16="http://schemas.microsoft.com/office/drawing/2014/main" id="{BAC1EAF4-B798-4F81-B3D8-E711C771E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0020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7D7"/>
          </a:solidFill>
          <a:ln xmlns:a="http://schemas.openxmlformats.org/drawingml/2006/main" w="0">
            <a:solidFill>
              <a:srgbClr val="D7D7D7"/>
            </a:solidFill>
            <a:prstDash val="solid"/>
          </a:ln>
        </p:spPr>
      </p:sp>
      <p:pic>
        <p:nvPicPr>
          <p:cNvPr id="20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1e0d4fd453418e"/>
          <a:stretch xmlns:a="http://schemas.openxmlformats.org/drawingml/2006/main"/>
        </p:blipFill>
        <p:spPr>
          <a:xfrm xmlns:a="http://schemas.openxmlformats.org/drawingml/2006/main">
            <a:off x="666750" y="2190750"/>
            <a:ext cx="438150" cy="438150"/>
          </a:xfrm>
          <a:prstGeom xmlns:a="http://schemas.openxmlformats.org/drawingml/2006/main" prst="rect">
            <a:avLst/>
          </a:prstGeom>
        </p:spPr>
      </p:pic>
      <p:pic>
        <p:nvPicPr>
          <p:cNvPr id="20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09a7d3bc444805"/>
          <a:stretch xmlns:a="http://schemas.openxmlformats.org/drawingml/2006/main"/>
        </p:blipFill>
        <p:spPr>
          <a:xfrm xmlns:a="http://schemas.openxmlformats.org/drawingml/2006/main">
            <a:off x="6838950" y="2190750"/>
            <a:ext cx="438150" cy="438150"/>
          </a:xfrm>
          <a:prstGeom xmlns:a="http://schemas.openxmlformats.org/drawingml/2006/main" prst="rect">
            <a:avLst/>
          </a:prstGeom>
        </p:spPr>
      </p:pic>
      <p:sp>
        <p:nvSpPr>
          <p:cNvPr id="91" name="case-one-number">
            <a:extLst xmlns:a="http://schemas.openxmlformats.org/drawingml/2006/main">
              <a:ext uri="{FF2B5EF4-FFF2-40B4-BE49-F238E27FC236}">
                <a16:creationId xmlns:a16="http://schemas.microsoft.com/office/drawing/2014/main" id="{80F689AD-6F88-4A35-AE85-A26AC3B82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1526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rPr>
              <a:t>CASE 27</a:t>
            </a:r>
          </a:p>
        </p:txBody>
      </p:sp>
      <p:sp>
        <p:nvSpPr>
          <p:cNvPr id="92" name="case-two-number">
            <a:extLst xmlns:a="http://schemas.openxmlformats.org/drawingml/2006/main">
              <a:ext uri="{FF2B5EF4-FFF2-40B4-BE49-F238E27FC236}">
                <a16:creationId xmlns:a16="http://schemas.microsoft.com/office/drawing/2014/main" id="{0A6698CA-AC0B-41F4-85BA-082BCE6B8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1526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93" name="case-one-title">
            <a:extLst xmlns:a="http://schemas.openxmlformats.org/drawingml/2006/main">
              <a:ext uri="{FF2B5EF4-FFF2-40B4-BE49-F238E27FC236}">
                <a16:creationId xmlns:a16="http://schemas.microsoft.com/office/drawing/2014/main" id="{EE710BA8-D19C-4963-AFB4-4F3C1F99D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3622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同伴验收六问</a:t>
            </a:r>
          </a:p>
        </p:txBody>
      </p:sp>
      <p:sp>
        <p:nvSpPr>
          <p:cNvPr id="94" name="case-two-title">
            <a:extLst xmlns:a="http://schemas.openxmlformats.org/drawingml/2006/main">
              <a:ext uri="{FF2B5EF4-FFF2-40B4-BE49-F238E27FC236}">
                <a16:creationId xmlns:a16="http://schemas.microsoft.com/office/drawing/2014/main" id="{318AF84A-C84B-43B2-BA7D-1800772BA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3622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95" name="case-one-method">
            <a:extLst xmlns:a="http://schemas.openxmlformats.org/drawingml/2006/main">
              <a:ext uri="{FF2B5EF4-FFF2-40B4-BE49-F238E27FC236}">
                <a16:creationId xmlns:a16="http://schemas.microsoft.com/office/drawing/2014/main" id="{D641B88F-BC38-42A3-A4BB-5C0A78563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rPr>
              <a:t>INDEPENDENT REVIEW</a:t>
            </a:r>
          </a:p>
        </p:txBody>
      </p:sp>
      <p:sp>
        <p:nvSpPr>
          <p:cNvPr id="96" name="case-two-method">
            <a:extLst xmlns:a="http://schemas.openxmlformats.org/drawingml/2006/main">
              <a:ext uri="{FF2B5EF4-FFF2-40B4-BE49-F238E27FC236}">
                <a16:creationId xmlns:a16="http://schemas.microsoft.com/office/drawing/2014/main" id="{138671CA-C122-4895-8836-E45A6FC58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575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97" name="case-left-rule-0">
            <a:extLst xmlns:a="http://schemas.openxmlformats.org/drawingml/2006/main">
              <a:ext uri="{FF2B5EF4-FFF2-40B4-BE49-F238E27FC236}">
                <a16:creationId xmlns:a16="http://schemas.microsoft.com/office/drawing/2014/main" id="{A9E0F7F1-556E-496E-816D-C112F9654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813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98" name="case-right-rule-0">
            <a:extLst xmlns:a="http://schemas.openxmlformats.org/drawingml/2006/main">
              <a:ext uri="{FF2B5EF4-FFF2-40B4-BE49-F238E27FC236}">
                <a16:creationId xmlns:a16="http://schemas.microsoft.com/office/drawing/2014/main" id="{F698392D-CBD9-4BDB-A31B-B374CB008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1813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99" name="case-label-left-0">
            <a:extLst xmlns:a="http://schemas.openxmlformats.org/drawingml/2006/main">
              <a:ext uri="{FF2B5EF4-FFF2-40B4-BE49-F238E27FC236}">
                <a16:creationId xmlns:a16="http://schemas.microsoft.com/office/drawing/2014/main" id="{1AFF2D59-C41A-4DA2-B654-8554618F8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规格</a:t>
            </a:r>
          </a:p>
        </p:txBody>
      </p:sp>
      <p:sp>
        <p:nvSpPr>
          <p:cNvPr id="100" name="case-value-left-0">
            <a:extLst xmlns:a="http://schemas.openxmlformats.org/drawingml/2006/main">
              <a:ext uri="{FF2B5EF4-FFF2-40B4-BE49-F238E27FC236}">
                <a16:creationId xmlns:a16="http://schemas.microsoft.com/office/drawing/2014/main" id="{17B95C37-E670-4E76-804D-E304F37CD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2385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事实、失败语义、提交点冻结？</a:t>
            </a:r>
          </a:p>
        </p:txBody>
      </p:sp>
      <p:sp>
        <p:nvSpPr>
          <p:cNvPr id="101" name="case-label-right-0">
            <a:extLst xmlns:a="http://schemas.openxmlformats.org/drawingml/2006/main">
              <a:ext uri="{FF2B5EF4-FFF2-40B4-BE49-F238E27FC236}">
                <a16:creationId xmlns:a16="http://schemas.microsoft.com/office/drawing/2014/main" id="{18A46C20-C188-49D9-98C2-BA5F1F298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2385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02" name="case-value-right-0">
            <a:extLst xmlns:a="http://schemas.openxmlformats.org/drawingml/2006/main">
              <a:ext uri="{FF2B5EF4-FFF2-40B4-BE49-F238E27FC236}">
                <a16:creationId xmlns:a16="http://schemas.microsoft.com/office/drawing/2014/main" id="{7B7E08BA-BD87-441F-B3DB-2BCCF3B9A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2385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03" name="case-left-rule-1">
            <a:extLst xmlns:a="http://schemas.openxmlformats.org/drawingml/2006/main">
              <a:ext uri="{FF2B5EF4-FFF2-40B4-BE49-F238E27FC236}">
                <a16:creationId xmlns:a16="http://schemas.microsoft.com/office/drawing/2014/main" id="{659D7CC2-4EC3-4F7C-BF89-3A07EE6C3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004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04" name="case-right-rule-1">
            <a:extLst xmlns:a="http://schemas.openxmlformats.org/drawingml/2006/main">
              <a:ext uri="{FF2B5EF4-FFF2-40B4-BE49-F238E27FC236}">
                <a16:creationId xmlns:a16="http://schemas.microsoft.com/office/drawing/2014/main" id="{B37D164D-5E44-46FA-ADF5-91601117C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6004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05" name="case-label-left-1">
            <a:extLst xmlns:a="http://schemas.openxmlformats.org/drawingml/2006/main">
              <a:ext uri="{FF2B5EF4-FFF2-40B4-BE49-F238E27FC236}">
                <a16:creationId xmlns:a16="http://schemas.microsoft.com/office/drawing/2014/main" id="{796BAB44-29A4-4469-8C56-2DD29EAB6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576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实现</a:t>
            </a:r>
          </a:p>
        </p:txBody>
      </p:sp>
      <p:sp>
        <p:nvSpPr>
          <p:cNvPr id="106" name="case-value-left-1">
            <a:extLst xmlns:a="http://schemas.openxmlformats.org/drawingml/2006/main">
              <a:ext uri="{FF2B5EF4-FFF2-40B4-BE49-F238E27FC236}">
                <a16:creationId xmlns:a16="http://schemas.microsoft.com/office/drawing/2014/main" id="{E2585E34-D692-44BF-BE1E-7329CBA4B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576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T01/T02 是否真的 RED→GREEN？</a:t>
            </a:r>
          </a:p>
        </p:txBody>
      </p:sp>
      <p:sp>
        <p:nvSpPr>
          <p:cNvPr id="107" name="case-label-right-1">
            <a:extLst xmlns:a="http://schemas.openxmlformats.org/drawingml/2006/main">
              <a:ext uri="{FF2B5EF4-FFF2-40B4-BE49-F238E27FC236}">
                <a16:creationId xmlns:a16="http://schemas.microsoft.com/office/drawing/2014/main" id="{40591D54-6B8B-4336-9EA6-38AC4E705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6576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08" name="case-value-right-1">
            <a:extLst xmlns:a="http://schemas.openxmlformats.org/drawingml/2006/main">
              <a:ext uri="{FF2B5EF4-FFF2-40B4-BE49-F238E27FC236}">
                <a16:creationId xmlns:a16="http://schemas.microsoft.com/office/drawing/2014/main" id="{3E0F325A-0686-4039-ACBE-35AD57BC2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6576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09" name="case-left-rule-2">
            <a:extLst xmlns:a="http://schemas.openxmlformats.org/drawingml/2006/main">
              <a:ext uri="{FF2B5EF4-FFF2-40B4-BE49-F238E27FC236}">
                <a16:creationId xmlns:a16="http://schemas.microsoft.com/office/drawing/2014/main" id="{B431DC1D-7996-47F7-B716-B4104C061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195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0" name="case-right-rule-2">
            <a:extLst xmlns:a="http://schemas.openxmlformats.org/drawingml/2006/main">
              <a:ext uri="{FF2B5EF4-FFF2-40B4-BE49-F238E27FC236}">
                <a16:creationId xmlns:a16="http://schemas.microsoft.com/office/drawing/2014/main" id="{8A9990CB-8F45-4A02-86D6-E10EE0E9F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0195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1" name="case-label-left-2">
            <a:extLst xmlns:a="http://schemas.openxmlformats.org/drawingml/2006/main">
              <a:ext uri="{FF2B5EF4-FFF2-40B4-BE49-F238E27FC236}">
                <a16:creationId xmlns:a16="http://schemas.microsoft.com/office/drawing/2014/main" id="{2BEDC775-5045-4471-AF1B-C0AD01484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767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设备</a:t>
            </a:r>
          </a:p>
        </p:txBody>
      </p:sp>
      <p:sp>
        <p:nvSpPr>
          <p:cNvPr id="112" name="case-value-left-2">
            <a:extLst xmlns:a="http://schemas.openxmlformats.org/drawingml/2006/main">
              <a:ext uri="{FF2B5EF4-FFF2-40B4-BE49-F238E27FC236}">
                <a16:creationId xmlns:a16="http://schemas.microsoft.com/office/drawing/2014/main" id="{EA218FAD-D644-4FFB-BE95-C64F04C7F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767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真机证据与 UNKNOWN 诚实？</a:t>
            </a:r>
          </a:p>
        </p:txBody>
      </p:sp>
      <p:sp>
        <p:nvSpPr>
          <p:cNvPr id="113" name="case-label-right-2">
            <a:extLst xmlns:a="http://schemas.openxmlformats.org/drawingml/2006/main">
              <a:ext uri="{FF2B5EF4-FFF2-40B4-BE49-F238E27FC236}">
                <a16:creationId xmlns:a16="http://schemas.microsoft.com/office/drawing/2014/main" id="{577C7B67-0F67-44A6-9DDD-559EFF9DC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0767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14" name="case-value-right-2">
            <a:extLst xmlns:a="http://schemas.openxmlformats.org/drawingml/2006/main">
              <a:ext uri="{FF2B5EF4-FFF2-40B4-BE49-F238E27FC236}">
                <a16:creationId xmlns:a16="http://schemas.microsoft.com/office/drawing/2014/main" id="{563E56E8-30B3-435F-846A-BBF723B44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0767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15" name="case-left-rule-3">
            <a:extLst xmlns:a="http://schemas.openxmlformats.org/drawingml/2006/main">
              <a:ext uri="{FF2B5EF4-FFF2-40B4-BE49-F238E27FC236}">
                <a16:creationId xmlns:a16="http://schemas.microsoft.com/office/drawing/2014/main" id="{73F1F4EA-AE10-4C4D-BA07-7CC8DAE70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386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6" name="case-right-rule-3">
            <a:extLst xmlns:a="http://schemas.openxmlformats.org/drawingml/2006/main">
              <a:ext uri="{FF2B5EF4-FFF2-40B4-BE49-F238E27FC236}">
                <a16:creationId xmlns:a16="http://schemas.microsoft.com/office/drawing/2014/main" id="{54F3B591-F56B-4DB3-A065-BC6E7BCF2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4386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7" name="case-label-left-3">
            <a:extLst xmlns:a="http://schemas.openxmlformats.org/drawingml/2006/main">
              <a:ext uri="{FF2B5EF4-FFF2-40B4-BE49-F238E27FC236}">
                <a16:creationId xmlns:a16="http://schemas.microsoft.com/office/drawing/2014/main" id="{678E3CF7-1438-4AC3-A0C1-5353F3F2F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958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边界</a:t>
            </a:r>
          </a:p>
        </p:txBody>
      </p:sp>
      <p:sp>
        <p:nvSpPr>
          <p:cNvPr id="118" name="case-value-left-3">
            <a:extLst xmlns:a="http://schemas.openxmlformats.org/drawingml/2006/main">
              <a:ext uri="{FF2B5EF4-FFF2-40B4-BE49-F238E27FC236}">
                <a16:creationId xmlns:a16="http://schemas.microsoft.com/office/drawing/2014/main" id="{63677797-5DC0-45FD-9D3E-4D98A65D1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4958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diff 完全落在允许范围？</a:t>
            </a:r>
          </a:p>
        </p:txBody>
      </p:sp>
      <p:sp>
        <p:nvSpPr>
          <p:cNvPr id="119" name="case-label-right-3">
            <a:extLst xmlns:a="http://schemas.openxmlformats.org/drawingml/2006/main">
              <a:ext uri="{FF2B5EF4-FFF2-40B4-BE49-F238E27FC236}">
                <a16:creationId xmlns:a16="http://schemas.microsoft.com/office/drawing/2014/main" id="{796CDBCF-DEAC-47B8-9C7D-BBC794C33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4958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20" name="case-value-right-3">
            <a:extLst xmlns:a="http://schemas.openxmlformats.org/drawingml/2006/main">
              <a:ext uri="{FF2B5EF4-FFF2-40B4-BE49-F238E27FC236}">
                <a16:creationId xmlns:a16="http://schemas.microsoft.com/office/drawing/2014/main" id="{1212E204-1B9F-477E-80DD-961E203DC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4958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21" name="case-transfer-circle">
            <a:extLst xmlns:a="http://schemas.openxmlformats.org/drawingml/2006/main">
              <a:ext uri="{FF2B5EF4-FFF2-40B4-BE49-F238E27FC236}">
                <a16:creationId xmlns:a16="http://schemas.microsoft.com/office/drawing/2014/main" id="{FF6A693F-DADF-434A-A7E7-B5831EE8E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95275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7000B"/>
            </a:solidFill>
            <a:prstDash val="solid"/>
          </a:ln>
        </p:spPr>
      </p:sp>
      <p:pic>
        <p:nvPicPr>
          <p:cNvPr id="2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41c59ee10f4f52"/>
          <a:stretch xmlns:a="http://schemas.openxmlformats.org/drawingml/2006/main"/>
        </p:blipFill>
        <p:spPr>
          <a:xfrm xmlns:a="http://schemas.openxmlformats.org/drawingml/2006/main">
            <a:off x="5667375" y="3105150"/>
            <a:ext cx="400050" cy="400050"/>
          </a:xfrm>
          <a:prstGeom xmlns:a="http://schemas.openxmlformats.org/drawingml/2006/main" prst="rect">
            <a:avLst/>
          </a:prstGeom>
        </p:spPr>
      </p:pic>
      <p:sp>
        <p:nvSpPr>
          <p:cNvPr id="123" name="case-transfer-text">
            <a:extLst xmlns:a="http://schemas.openxmlformats.org/drawingml/2006/main">
              <a:ext uri="{FF2B5EF4-FFF2-40B4-BE49-F238E27FC236}">
                <a16:creationId xmlns:a16="http://schemas.microsoft.com/office/drawing/2014/main" id="{48A38601-6EA4-43E6-9D6F-38C449733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524250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88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证据</a:t>
            </a:r>
          </a:p>
        </p:txBody>
      </p:sp>
      <p:sp>
        <p:nvSpPr>
          <p:cNvPr id="124" name="case-left-arrow">
            <a:extLst xmlns:a="http://schemas.openxmlformats.org/drawingml/2006/main">
              <a:ext uri="{FF2B5EF4-FFF2-40B4-BE49-F238E27FC236}">
                <a16:creationId xmlns:a16="http://schemas.microsoft.com/office/drawing/2014/main" id="{03A1806C-B519-4A4A-9980-2434DFAFD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21945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22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←</a:t>
            </a:r>
          </a:p>
        </p:txBody>
      </p:sp>
      <p:sp>
        <p:nvSpPr>
          <p:cNvPr id="125" name="case-right-arrow">
            <a:extLst xmlns:a="http://schemas.openxmlformats.org/drawingml/2006/main">
              <a:ext uri="{FF2B5EF4-FFF2-40B4-BE49-F238E27FC236}">
                <a16:creationId xmlns:a16="http://schemas.microsoft.com/office/drawing/2014/main" id="{E8FB34F1-A4F6-406E-85FD-21A5A0934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21945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22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26" name="timeline-rule">
            <a:extLst xmlns:a="http://schemas.openxmlformats.org/drawingml/2006/main">
              <a:ext uri="{FF2B5EF4-FFF2-40B4-BE49-F238E27FC236}">
                <a16:creationId xmlns:a16="http://schemas.microsoft.com/office/drawing/2014/main" id="{46F26517-8D14-4ED8-B91E-154EEEC9A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81700"/>
            <a:ext cx="10934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7D7"/>
          </a:solidFill>
          <a:ln xmlns:a="http://schemas.openxmlformats.org/drawingml/2006/main" w="0">
            <a:solidFill>
              <a:srgbClr val="D7D7D7"/>
            </a:solidFill>
            <a:prstDash val="solid"/>
          </a:ln>
        </p:spPr>
      </p:sp>
      <p:sp>
        <p:nvSpPr>
          <p:cNvPr id="127" name="timeline-dot-0">
            <a:extLst xmlns:a="http://schemas.openxmlformats.org/drawingml/2006/main">
              <a:ext uri="{FF2B5EF4-FFF2-40B4-BE49-F238E27FC236}">
                <a16:creationId xmlns:a16="http://schemas.microsoft.com/office/drawing/2014/main" id="{B1B2265D-D326-40FF-A60F-C0FBE9741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674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128" name="timeline-card-0">
            <a:extLst xmlns:a="http://schemas.openxmlformats.org/drawingml/2006/main">
              <a:ext uri="{FF2B5EF4-FFF2-40B4-BE49-F238E27FC236}">
                <a16:creationId xmlns:a16="http://schemas.microsoft.com/office/drawing/2014/main" id="{E06F85EB-4FA9-4043-8BE1-A3CF40B5C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72200"/>
            <a:ext cx="2000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EC"/>
          </a:solidFill>
          <a:ln xmlns:a="http://schemas.openxmlformats.org/drawingml/2006/main" w="0">
            <a:solidFill>
              <a:srgbClr val="FBEAEC"/>
            </a:solidFill>
            <a:prstDash val="solid"/>
          </a:ln>
        </p:spPr>
      </p:sp>
      <p:pic>
        <p:nvPicPr>
          <p:cNvPr id="2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667de366b9426b"/>
          <a:stretch xmlns:a="http://schemas.openxmlformats.org/drawingml/2006/main"/>
        </p:blipFill>
        <p:spPr>
          <a:xfrm xmlns:a="http://schemas.openxmlformats.org/drawingml/2006/main">
            <a:off x="514350" y="63055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30" name="timeline-text-0">
            <a:extLst xmlns:a="http://schemas.openxmlformats.org/drawingml/2006/main">
              <a:ext uri="{FF2B5EF4-FFF2-40B4-BE49-F238E27FC236}">
                <a16:creationId xmlns:a16="http://schemas.microsoft.com/office/drawing/2014/main" id="{3B912A19-9FE5-4187-98C5-1F80D3054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210300"/>
            <a:ext cx="1543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平台门</a:t>
            </a:r>
          </a:p>
        </p:txBody>
      </p:sp>
      <p:sp>
        <p:nvSpPr>
          <p:cNvPr id="131" name="timeline-dot-1">
            <a:extLst xmlns:a="http://schemas.openxmlformats.org/drawingml/2006/main">
              <a:ext uri="{FF2B5EF4-FFF2-40B4-BE49-F238E27FC236}">
                <a16:creationId xmlns:a16="http://schemas.microsoft.com/office/drawing/2014/main" id="{7D872788-C8C9-4D53-BCFB-3EE338664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58674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45C7"/>
          </a:solidFill>
          <a:ln xmlns:a="http://schemas.openxmlformats.org/drawingml/2006/main" w="0">
            <a:solidFill>
              <a:srgbClr val="6D45C7"/>
            </a:solidFill>
            <a:prstDash val="solid"/>
          </a:ln>
        </p:spPr>
      </p:sp>
      <p:sp>
        <p:nvSpPr>
          <p:cNvPr id="132" name="timeline-card-1">
            <a:extLst xmlns:a="http://schemas.openxmlformats.org/drawingml/2006/main">
              <a:ext uri="{FF2B5EF4-FFF2-40B4-BE49-F238E27FC236}">
                <a16:creationId xmlns:a16="http://schemas.microsoft.com/office/drawing/2014/main" id="{07574872-6C46-4DCB-998F-DE9FCE105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6172200"/>
            <a:ext cx="3048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FA"/>
          </a:solidFill>
          <a:ln xmlns:a="http://schemas.openxmlformats.org/drawingml/2006/main" w="0">
            <a:solidFill>
              <a:srgbClr val="F1ECFA"/>
            </a:solidFill>
            <a:prstDash val="solid"/>
          </a:ln>
        </p:spPr>
      </p:sp>
      <p:pic>
        <p:nvPicPr>
          <p:cNvPr id="2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b6553b983f4dd6"/>
          <a:stretch xmlns:a="http://schemas.openxmlformats.org/drawingml/2006/main"/>
        </p:blipFill>
        <p:spPr>
          <a:xfrm xmlns:a="http://schemas.openxmlformats.org/drawingml/2006/main">
            <a:off x="2705100" y="63055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34" name="timeline-text-1">
            <a:extLst xmlns:a="http://schemas.openxmlformats.org/drawingml/2006/main">
              <a:ext uri="{FF2B5EF4-FFF2-40B4-BE49-F238E27FC236}">
                <a16:creationId xmlns:a16="http://schemas.microsoft.com/office/drawing/2014/main" id="{4A727200-EA29-4361-9862-418A0DE95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6210300"/>
            <a:ext cx="2590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>跨进程</a:t>
            </a:r>
          </a:p>
        </p:txBody>
      </p:sp>
      <p:sp>
        <p:nvSpPr>
          <p:cNvPr id="135" name="timeline-dot-2">
            <a:extLst xmlns:a="http://schemas.openxmlformats.org/drawingml/2006/main">
              <a:ext uri="{FF2B5EF4-FFF2-40B4-BE49-F238E27FC236}">
                <a16:creationId xmlns:a16="http://schemas.microsoft.com/office/drawing/2014/main" id="{3F1EC896-E46F-4384-894B-3DDEC4776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58674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136" name="timeline-card-2">
            <a:extLst xmlns:a="http://schemas.openxmlformats.org/drawingml/2006/main">
              <a:ext uri="{FF2B5EF4-FFF2-40B4-BE49-F238E27FC236}">
                <a16:creationId xmlns:a16="http://schemas.microsoft.com/office/drawing/2014/main" id="{F4FEA41C-C58A-4D35-9F21-95E1FD4ED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6172200"/>
            <a:ext cx="1428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EC"/>
          </a:solidFill>
          <a:ln xmlns:a="http://schemas.openxmlformats.org/drawingml/2006/main" w="0">
            <a:solidFill>
              <a:srgbClr val="FBEAEC"/>
            </a:solidFill>
            <a:prstDash val="solid"/>
          </a:ln>
        </p:spPr>
      </p:sp>
      <p:pic>
        <p:nvPicPr>
          <p:cNvPr id="2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02633134e54d56"/>
          <a:stretch xmlns:a="http://schemas.openxmlformats.org/drawingml/2006/main"/>
        </p:blipFill>
        <p:spPr>
          <a:xfrm xmlns:a="http://schemas.openxmlformats.org/drawingml/2006/main">
            <a:off x="5943600" y="63055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38" name="timeline-text-2">
            <a:extLst xmlns:a="http://schemas.openxmlformats.org/drawingml/2006/main">
              <a:ext uri="{FF2B5EF4-FFF2-40B4-BE49-F238E27FC236}">
                <a16:creationId xmlns:a16="http://schemas.microsoft.com/office/drawing/2014/main" id="{75A6DFD3-381A-4508-A88C-74D03EE63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6210300"/>
            <a:ext cx="971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MCP</a:t>
            </a:r>
          </a:p>
        </p:txBody>
      </p:sp>
      <p:sp>
        <p:nvSpPr>
          <p:cNvPr id="139" name="timeline-dot-3">
            <a:extLst xmlns:a="http://schemas.openxmlformats.org/drawingml/2006/main">
              <a:ext uri="{FF2B5EF4-FFF2-40B4-BE49-F238E27FC236}">
                <a16:creationId xmlns:a16="http://schemas.microsoft.com/office/drawing/2014/main" id="{EE23DBD8-AF98-46BF-B5EA-9A5764E71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8674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45C7"/>
          </a:solidFill>
          <a:ln xmlns:a="http://schemas.openxmlformats.org/drawingml/2006/main" w="0">
            <a:solidFill>
              <a:srgbClr val="6D45C7"/>
            </a:solidFill>
            <a:prstDash val="solid"/>
          </a:ln>
        </p:spPr>
      </p:sp>
      <p:sp>
        <p:nvSpPr>
          <p:cNvPr id="140" name="timeline-card-3">
            <a:extLst xmlns:a="http://schemas.openxmlformats.org/drawingml/2006/main">
              <a:ext uri="{FF2B5EF4-FFF2-40B4-BE49-F238E27FC236}">
                <a16:creationId xmlns:a16="http://schemas.microsoft.com/office/drawing/2014/main" id="{705D6FCE-1ACC-445B-943D-DD93AE12E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72200"/>
            <a:ext cx="2571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FA"/>
          </a:solidFill>
          <a:ln xmlns:a="http://schemas.openxmlformats.org/drawingml/2006/main" w="0">
            <a:solidFill>
              <a:srgbClr val="F1ECFA"/>
            </a:solidFill>
            <a:prstDash val="solid"/>
          </a:ln>
        </p:spPr>
      </p:sp>
      <p:pic>
        <p:nvPicPr>
          <p:cNvPr id="25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e2203389104e22"/>
          <a:stretch xmlns:a="http://schemas.openxmlformats.org/drawingml/2006/main"/>
        </p:blipFill>
        <p:spPr>
          <a:xfrm xmlns:a="http://schemas.openxmlformats.org/drawingml/2006/main">
            <a:off x="7562850" y="63055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42" name="timeline-text-3">
            <a:extLst xmlns:a="http://schemas.openxmlformats.org/drawingml/2006/main">
              <a:ext uri="{FF2B5EF4-FFF2-40B4-BE49-F238E27FC236}">
                <a16:creationId xmlns:a16="http://schemas.microsoft.com/office/drawing/2014/main" id="{D8BB6B58-07F6-42CB-AD15-5ADC5CB98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6210300"/>
            <a:ext cx="2114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>验收契约</a:t>
            </a:r>
          </a:p>
        </p:txBody>
      </p:sp>
      <p:sp>
        <p:nvSpPr>
          <p:cNvPr id="143" name="timeline-dot-4">
            <a:extLst xmlns:a="http://schemas.openxmlformats.org/drawingml/2006/main">
              <a:ext uri="{FF2B5EF4-FFF2-40B4-BE49-F238E27FC236}">
                <a16:creationId xmlns:a16="http://schemas.microsoft.com/office/drawing/2014/main" id="{42256876-971C-44C3-B36A-A2A5DC337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58674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F5B"/>
          </a:solidFill>
          <a:ln xmlns:a="http://schemas.openxmlformats.org/drawingml/2006/main" w="0">
            <a:solidFill>
              <a:srgbClr val="2F8F5B"/>
            </a:solidFill>
            <a:prstDash val="solid"/>
          </a:ln>
        </p:spPr>
      </p:sp>
      <p:sp>
        <p:nvSpPr>
          <p:cNvPr id="144" name="timeline-card-4">
            <a:extLst xmlns:a="http://schemas.openxmlformats.org/drawingml/2006/main">
              <a:ext uri="{FF2B5EF4-FFF2-40B4-BE49-F238E27FC236}">
                <a16:creationId xmlns:a16="http://schemas.microsoft.com/office/drawing/2014/main" id="{B406802C-BB49-4241-9BAC-E9752EDB4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6172200"/>
            <a:ext cx="10287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E"/>
          </a:solidFill>
          <a:ln xmlns:a="http://schemas.openxmlformats.org/drawingml/2006/main" w="0">
            <a:solidFill>
              <a:srgbClr val="EAF5EE"/>
            </a:solidFill>
            <a:prstDash val="solid"/>
          </a:ln>
        </p:spPr>
      </p:sp>
      <p:pic>
        <p:nvPicPr>
          <p:cNvPr id="26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7c8420673c4bae"/>
          <a:stretch xmlns:a="http://schemas.openxmlformats.org/drawingml/2006/main"/>
        </p:blipFill>
        <p:spPr>
          <a:xfrm xmlns:a="http://schemas.openxmlformats.org/drawingml/2006/main">
            <a:off x="10325100" y="63055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46" name="timeline-text-4">
            <a:extLst xmlns:a="http://schemas.openxmlformats.org/drawingml/2006/main">
              <a:ext uri="{FF2B5EF4-FFF2-40B4-BE49-F238E27FC236}">
                <a16:creationId xmlns:a16="http://schemas.microsoft.com/office/drawing/2014/main" id="{B28B3A76-07CD-44BF-8BCF-942072BDE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6210300"/>
            <a:ext cx="57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rPr>
              <a:t>Checkpoint</a:t>
            </a:r>
          </a:p>
        </p:txBody>
      </p:sp>
      <p:pic>
        <p:nvPicPr>
          <p:cNvPr id="26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58ceef03db45aa"/>
          <a:stretch xmlns:a="http://schemas.openxmlformats.org/drawingml/2006/main"/>
        </p:blipFill>
        <p:spPr>
          <a:xfrm xmlns:a="http://schemas.openxmlformats.org/drawingml/2006/main">
            <a:off x="10382250" y="268813"/>
            <a:ext cx="952500" cy="214850"/>
          </a:xfrm>
          <a:prstGeom xmlns:a="http://schemas.openxmlformats.org/drawingml/2006/main" prst="rect">
            <a:avLst/>
          </a:prstGeom>
        </p:spPr>
      </p:pic>
      <p:pic>
        <p:nvPicPr>
          <p:cNvPr id="26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fd17314c3c4cb3"/>
          <a:stretch xmlns:a="http://schemas.openxmlformats.org/drawingml/2006/main"/>
        </p:blipFill>
        <p:spPr>
          <a:xfrm xmlns:a="http://schemas.openxmlformats.org/drawingml/2006/main">
            <a:off x="6572250" y="2494376"/>
            <a:ext cx="4762500" cy="198354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9805989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9937CBA2-7E4F-43F3-9EBA-CFD6BD1B5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38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rPr>
              <a:t>28 · 第五幕｜GPU 方法迁移</a:t>
            </a:r>
          </a:p>
        </p:txBody>
      </p:sp>
      <p:sp>
        <p:nvSpPr>
          <p:cNvPr id="5" name="team-name">
            <a:extLst xmlns:a="http://schemas.openxmlformats.org/drawingml/2006/main">
              <a:ext uri="{FF2B5EF4-FFF2-40B4-BE49-F238E27FC236}">
                <a16:creationId xmlns:a16="http://schemas.microsoft.com/office/drawing/2014/main" id="{DF70FBB6-5F6E-4537-9090-0CBE67318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6" name="business-direction">
            <a:extLst xmlns:a="http://schemas.openxmlformats.org/drawingml/2006/main">
              <a:ext uri="{FF2B5EF4-FFF2-40B4-BE49-F238E27FC236}">
                <a16:creationId xmlns:a16="http://schemas.microsoft.com/office/drawing/2014/main" id="{264209F6-E82F-4B7F-97F5-9E0C8215D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" name="storyline-lead">
            <a:extLst xmlns:a="http://schemas.openxmlformats.org/drawingml/2006/main">
              <a:ext uri="{FF2B5EF4-FFF2-40B4-BE49-F238E27FC236}">
                <a16:creationId xmlns:a16="http://schemas.microsoft.com/office/drawing/2014/main" id="{513D4A51-8337-4FB4-B56E-8172C046E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8" name="storyline-outcome">
            <a:extLst xmlns:a="http://schemas.openxmlformats.org/drawingml/2006/main">
              <a:ext uri="{FF2B5EF4-FFF2-40B4-BE49-F238E27FC236}">
                <a16:creationId xmlns:a16="http://schemas.microsoft.com/office/drawing/2014/main" id="{BB1932BF-7915-4685-850E-EE30D779E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9" name="origin-story">
            <a:extLst xmlns:a="http://schemas.openxmlformats.org/drawingml/2006/main">
              <a:ext uri="{FF2B5EF4-FFF2-40B4-BE49-F238E27FC236}">
                <a16:creationId xmlns:a16="http://schemas.microsoft.com/office/drawing/2014/main" id="{4F383126-75F9-4A95-9DFA-12133DB4A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1104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210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GPU 问题先走 Evidence-first</a:t>
            </a:r>
          </a:p>
        </p:txBody>
      </p:sp>
      <p:sp>
        <p:nvSpPr>
          <p:cNvPr id="10" name="capability-label">
            <a:extLst xmlns:a="http://schemas.openxmlformats.org/drawingml/2006/main">
              <a:ext uri="{FF2B5EF4-FFF2-40B4-BE49-F238E27FC236}">
                <a16:creationId xmlns:a16="http://schemas.microsoft.com/office/drawing/2014/main" id="{6618DDA6-5320-4544-A67A-4138E5DF0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9115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SLIDE 28 · WORKSHOP</a:t>
            </a:r>
          </a:p>
        </p:txBody>
      </p:sp>
      <p:sp>
        <p:nvSpPr>
          <p:cNvPr id="12" name="capability-goal-text">
            <a:extLst xmlns:a="http://schemas.openxmlformats.org/drawingml/2006/main">
              <a:ext uri="{FF2B5EF4-FFF2-40B4-BE49-F238E27FC236}">
                <a16:creationId xmlns:a16="http://schemas.microsoft.com/office/drawing/2014/main" id="{A9BB6ADF-6F5A-486E-9828-9BB90056D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4" name="capability-tech-text">
            <a:extLst xmlns:a="http://schemas.openxmlformats.org/drawingml/2006/main">
              <a:ext uri="{FF2B5EF4-FFF2-40B4-BE49-F238E27FC236}">
                <a16:creationId xmlns:a16="http://schemas.microsoft.com/office/drawing/2014/main" id="{A789BA83-BEE2-4D60-80BC-6239BCAB3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6" name="capability-collaboration-text">
            <a:extLst xmlns:a="http://schemas.openxmlformats.org/drawingml/2006/main">
              <a:ext uri="{FF2B5EF4-FFF2-40B4-BE49-F238E27FC236}">
                <a16:creationId xmlns:a16="http://schemas.microsoft.com/office/drawing/2014/main" id="{D085A46E-BB95-4E44-A140-3211DC950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8" name="capability-cohesion-text">
            <a:extLst xmlns:a="http://schemas.openxmlformats.org/drawingml/2006/main">
              <a:ext uri="{FF2B5EF4-FFF2-40B4-BE49-F238E27FC236}">
                <a16:creationId xmlns:a16="http://schemas.microsoft.com/office/drawing/2014/main" id="{31E7FE61-7CF7-4BF1-B351-6E8BC2ABB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21" name="journey-top-rule">
            <a:extLst xmlns:a="http://schemas.openxmlformats.org/drawingml/2006/main">
              <a:ext uri="{FF2B5EF4-FFF2-40B4-BE49-F238E27FC236}">
                <a16:creationId xmlns:a16="http://schemas.microsoft.com/office/drawing/2014/main" id="{3F7D1C62-8DF5-4E48-9864-9C17DDEE1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2" name="journey-label">
            <a:extLst xmlns:a="http://schemas.openxmlformats.org/drawingml/2006/main">
              <a:ext uri="{FF2B5EF4-FFF2-40B4-BE49-F238E27FC236}">
                <a16:creationId xmlns:a16="http://schemas.microsoft.com/office/drawing/2014/main" id="{8E7E41EF-B0E6-4678-B07F-0EBF826CF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看到黑屏先冻结现象和缺失证据，不从症状直接跳到 decoder、shader 或线程。</a:t>
            </a:r>
          </a:p>
        </p:txBody>
      </p:sp>
      <p:sp>
        <p:nvSpPr>
          <p:cNvPr id="26" name="stage-01-number">
            <a:extLst xmlns:a="http://schemas.openxmlformats.org/drawingml/2006/main">
              <a:ext uri="{FF2B5EF4-FFF2-40B4-BE49-F238E27FC236}">
                <a16:creationId xmlns:a16="http://schemas.microsoft.com/office/drawing/2014/main" id="{4225D723-AF17-46CE-8F57-EF6385A30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27" name="stage-01-title">
            <a:extLst xmlns:a="http://schemas.openxmlformats.org/drawingml/2006/main">
              <a:ext uri="{FF2B5EF4-FFF2-40B4-BE49-F238E27FC236}">
                <a16:creationId xmlns:a16="http://schemas.microsoft.com/office/drawing/2014/main" id="{A080687F-349A-4D96-8B9B-B15D9284C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28" name="stage-01-body">
            <a:extLst xmlns:a="http://schemas.openxmlformats.org/drawingml/2006/main">
              <a:ext uri="{FF2B5EF4-FFF2-40B4-BE49-F238E27FC236}">
                <a16:creationId xmlns:a16="http://schemas.microsoft.com/office/drawing/2014/main" id="{35DB16DD-F51B-49F2-B81F-24E50A16B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36" name="stage-03-number">
            <a:extLst xmlns:a="http://schemas.openxmlformats.org/drawingml/2006/main">
              <a:ext uri="{FF2B5EF4-FFF2-40B4-BE49-F238E27FC236}">
                <a16:creationId xmlns:a16="http://schemas.microsoft.com/office/drawing/2014/main" id="{C0286EEE-76D7-4C3D-959B-C1A40C2DE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37" name="stage-03-title">
            <a:extLst xmlns:a="http://schemas.openxmlformats.org/drawingml/2006/main">
              <a:ext uri="{FF2B5EF4-FFF2-40B4-BE49-F238E27FC236}">
                <a16:creationId xmlns:a16="http://schemas.microsoft.com/office/drawing/2014/main" id="{B27EC97C-4E04-4513-B0CF-9ED410CD8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38" name="stage-03-body">
            <a:extLst xmlns:a="http://schemas.openxmlformats.org/drawingml/2006/main">
              <a:ext uri="{FF2B5EF4-FFF2-40B4-BE49-F238E27FC236}">
                <a16:creationId xmlns:a16="http://schemas.microsoft.com/office/drawing/2014/main" id="{9E912F49-5FAE-4B6A-9826-0EE1EFB7F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46" name="stage-05-number">
            <a:extLst xmlns:a="http://schemas.openxmlformats.org/drawingml/2006/main">
              <a:ext uri="{FF2B5EF4-FFF2-40B4-BE49-F238E27FC236}">
                <a16:creationId xmlns:a16="http://schemas.microsoft.com/office/drawing/2014/main" id="{AA36F8DB-73A8-47E8-A962-56FE8DE85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47" name="stage-05-title">
            <a:extLst xmlns:a="http://schemas.openxmlformats.org/drawingml/2006/main">
              <a:ext uri="{FF2B5EF4-FFF2-40B4-BE49-F238E27FC236}">
                <a16:creationId xmlns:a16="http://schemas.microsoft.com/office/drawing/2014/main" id="{E55E05DE-AFC6-4422-9A2F-AD9E27F89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48" name="stage-05-body">
            <a:extLst xmlns:a="http://schemas.openxmlformats.org/drawingml/2006/main">
              <a:ext uri="{FF2B5EF4-FFF2-40B4-BE49-F238E27FC236}">
                <a16:creationId xmlns:a16="http://schemas.microsoft.com/office/drawing/2014/main" id="{F938BB63-05FA-4699-B9B6-45CD5A0C9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0" name="rail-flow-label">
            <a:extLst xmlns:a="http://schemas.openxmlformats.org/drawingml/2006/main">
              <a:ext uri="{FF2B5EF4-FFF2-40B4-BE49-F238E27FC236}">
                <a16:creationId xmlns:a16="http://schemas.microsoft.com/office/drawing/2014/main" id="{FF5EAC43-B84B-4541-B2F4-61336FAA9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8585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858585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1" name="rail-flow-line">
            <a:extLst xmlns:a="http://schemas.openxmlformats.org/drawingml/2006/main">
              <a:ext uri="{FF2B5EF4-FFF2-40B4-BE49-F238E27FC236}">
                <a16:creationId xmlns:a16="http://schemas.microsoft.com/office/drawing/2014/main" id="{AF9A8871-2B22-4386-A390-72752FB38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3" name="rail-flow-idea-label">
            <a:extLst xmlns:a="http://schemas.openxmlformats.org/drawingml/2006/main">
              <a:ext uri="{FF2B5EF4-FFF2-40B4-BE49-F238E27FC236}">
                <a16:creationId xmlns:a16="http://schemas.microsoft.com/office/drawing/2014/main" id="{72E1E745-7177-4B95-A3C2-46F9EE067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5" name="rail-flow-attack-label">
            <a:extLst xmlns:a="http://schemas.openxmlformats.org/drawingml/2006/main">
              <a:ext uri="{FF2B5EF4-FFF2-40B4-BE49-F238E27FC236}">
                <a16:creationId xmlns:a16="http://schemas.microsoft.com/office/drawing/2014/main" id="{1CD5E551-A644-4209-8B85-C43D55DAD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7" name="rail-flow-delivery-label">
            <a:extLst xmlns:a="http://schemas.openxmlformats.org/drawingml/2006/main">
              <a:ext uri="{FF2B5EF4-FFF2-40B4-BE49-F238E27FC236}">
                <a16:creationId xmlns:a16="http://schemas.microsoft.com/office/drawing/2014/main" id="{41242F25-AB1D-4FEC-AA44-0C6A2FA72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8" name="rail-result-box">
            <a:extLst xmlns:a="http://schemas.openxmlformats.org/drawingml/2006/main">
              <a:ext uri="{FF2B5EF4-FFF2-40B4-BE49-F238E27FC236}">
                <a16:creationId xmlns:a16="http://schemas.microsoft.com/office/drawing/2014/main" id="{F7117D08-254C-4F26-B6DD-8B03EB047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0" name="rail-result-text">
            <a:extLst xmlns:a="http://schemas.openxmlformats.org/drawingml/2006/main">
              <a:ext uri="{FF2B5EF4-FFF2-40B4-BE49-F238E27FC236}">
                <a16:creationId xmlns:a16="http://schemas.microsoft.com/office/drawing/2014/main" id="{34A8EF6F-28E9-4F9F-8CFD-1BF6F2603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63" b="1">
                <a:solidFill>
                  <a:srgbClr val="9C000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9C000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61" name="grid-top-rule">
            <a:extLst xmlns:a="http://schemas.openxmlformats.org/drawingml/2006/main">
              <a:ext uri="{FF2B5EF4-FFF2-40B4-BE49-F238E27FC236}">
                <a16:creationId xmlns:a16="http://schemas.microsoft.com/office/drawing/2014/main" id="{0F39FBDF-9E3B-4D49-B005-6B5B93FED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2" name="grid-middle-rule">
            <a:extLst xmlns:a="http://schemas.openxmlformats.org/drawingml/2006/main">
              <a:ext uri="{FF2B5EF4-FFF2-40B4-BE49-F238E27FC236}">
                <a16:creationId xmlns:a16="http://schemas.microsoft.com/office/drawing/2014/main" id="{BBC7B45A-19EF-4696-97BA-CE5C123E4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3" name="grid-vertical-rule">
            <a:extLst xmlns:a="http://schemas.openxmlformats.org/drawingml/2006/main">
              <a:ext uri="{FF2B5EF4-FFF2-40B4-BE49-F238E27FC236}">
                <a16:creationId xmlns:a16="http://schemas.microsoft.com/office/drawing/2014/main" id="{9513784B-DF55-42B5-ACF2-4EF87CE54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4" name="capability-top-rule">
            <a:extLst xmlns:a="http://schemas.openxmlformats.org/drawingml/2006/main">
              <a:ext uri="{FF2B5EF4-FFF2-40B4-BE49-F238E27FC236}">
                <a16:creationId xmlns:a16="http://schemas.microsoft.com/office/drawing/2014/main" id="{9013330B-53F2-4C98-B459-B7BC45073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5" name="module-01-icon-background">
            <a:extLst xmlns:a="http://schemas.openxmlformats.org/drawingml/2006/main">
              <a:ext uri="{FF2B5EF4-FFF2-40B4-BE49-F238E27FC236}">
                <a16:creationId xmlns:a16="http://schemas.microsoft.com/office/drawing/2014/main" id="{6BB7565D-24EF-47D6-BBB0-E18B6DE76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24050"/>
            <a:ext cx="4762500" cy="3124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B"/>
          </a:solidFill>
          <a:ln xmlns:a="http://schemas.openxmlformats.org/drawingml/2006/main" w="0">
            <a:solidFill>
              <a:srgbClr val="EAF2FB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7" name="module-02-icon-background">
            <a:extLst xmlns:a="http://schemas.openxmlformats.org/drawingml/2006/main">
              <a:ext uri="{FF2B5EF4-FFF2-40B4-BE49-F238E27FC236}">
                <a16:creationId xmlns:a16="http://schemas.microsoft.com/office/drawing/2014/main" id="{80C31D3C-F758-4BBC-A10E-E9C339D14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24050"/>
            <a:ext cx="4762500" cy="3124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FA"/>
          </a:solidFill>
          <a:ln xmlns:a="http://schemas.openxmlformats.org/drawingml/2006/main" w="0">
            <a:solidFill>
              <a:srgbClr val="F1ECF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9" name="module-03-icon-background">
            <a:extLst xmlns:a="http://schemas.openxmlformats.org/drawingml/2006/main">
              <a:ext uri="{FF2B5EF4-FFF2-40B4-BE49-F238E27FC236}">
                <a16:creationId xmlns:a16="http://schemas.microsoft.com/office/drawing/2014/main" id="{78E97F08-D68A-43EC-A2D0-7C3051E07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1" name="module-04-icon-background">
            <a:extLst xmlns:a="http://schemas.openxmlformats.org/drawingml/2006/main">
              <a:ext uri="{FF2B5EF4-FFF2-40B4-BE49-F238E27FC236}">
                <a16:creationId xmlns:a16="http://schemas.microsoft.com/office/drawing/2014/main" id="{C303905D-0287-4B86-92D4-33F0EB3B9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3" name="module-04-number">
            <a:extLst xmlns:a="http://schemas.openxmlformats.org/drawingml/2006/main">
              <a:ext uri="{FF2B5EF4-FFF2-40B4-BE49-F238E27FC236}">
                <a16:creationId xmlns:a16="http://schemas.microsoft.com/office/drawing/2014/main" id="{644EFF2E-DC9B-4D41-84F4-10582B446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4" name="module-04-title">
            <a:extLst xmlns:a="http://schemas.openxmlformats.org/drawingml/2006/main">
              <a:ext uri="{FF2B5EF4-FFF2-40B4-BE49-F238E27FC236}">
                <a16:creationId xmlns:a16="http://schemas.microsoft.com/office/drawing/2014/main" id="{9C3B8801-0886-4C35-A421-9571B2595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5" name="module-04-body">
            <a:extLst xmlns:a="http://schemas.openxmlformats.org/drawingml/2006/main">
              <a:ext uri="{FF2B5EF4-FFF2-40B4-BE49-F238E27FC236}">
                <a16:creationId xmlns:a16="http://schemas.microsoft.com/office/drawing/2014/main" id="{815AB31E-77DC-41EF-9FDD-2104B3529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6" name="capability-goal-icon-background">
            <a:extLst xmlns:a="http://schemas.openxmlformats.org/drawingml/2006/main">
              <a:ext uri="{FF2B5EF4-FFF2-40B4-BE49-F238E27FC236}">
                <a16:creationId xmlns:a16="http://schemas.microsoft.com/office/drawing/2014/main" id="{ACC8CF6A-83B8-4CA8-B500-7FCD1FE49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8" name="capability-tech-icon-background">
            <a:extLst xmlns:a="http://schemas.openxmlformats.org/drawingml/2006/main">
              <a:ext uri="{FF2B5EF4-FFF2-40B4-BE49-F238E27FC236}">
                <a16:creationId xmlns:a16="http://schemas.microsoft.com/office/drawing/2014/main" id="{1FBC427F-E57C-45DB-9CCE-FEBB0D899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0" name="capability-collaboration-icon-background">
            <a:extLst xmlns:a="http://schemas.openxmlformats.org/drawingml/2006/main">
              <a:ext uri="{FF2B5EF4-FFF2-40B4-BE49-F238E27FC236}">
                <a16:creationId xmlns:a16="http://schemas.microsoft.com/office/drawing/2014/main" id="{6E13DFB3-20F1-4890-9CA4-4556205A7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2" name="capability-cohesion-icon-background">
            <a:extLst xmlns:a="http://schemas.openxmlformats.org/drawingml/2006/main">
              <a:ext uri="{FF2B5EF4-FFF2-40B4-BE49-F238E27FC236}">
                <a16:creationId xmlns:a16="http://schemas.microsoft.com/office/drawing/2014/main" id="{6D6CB4E0-0BEB-4D63-8FF5-DCEBE4D95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4" name="competitiveness-result-box">
            <a:extLst xmlns:a="http://schemas.openxmlformats.org/drawingml/2006/main">
              <a:ext uri="{FF2B5EF4-FFF2-40B4-BE49-F238E27FC236}">
                <a16:creationId xmlns:a16="http://schemas.microsoft.com/office/drawing/2014/main" id="{F216EF67-2742-4E3A-81AE-9DA7A0133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6" name="competitiveness-result-text">
            <a:extLst xmlns:a="http://schemas.openxmlformats.org/drawingml/2006/main">
              <a:ext uri="{FF2B5EF4-FFF2-40B4-BE49-F238E27FC236}">
                <a16:creationId xmlns:a16="http://schemas.microsoft.com/office/drawing/2014/main" id="{5EF20348-951F-48D4-9F42-3FB89748A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276850"/>
            <a:ext cx="733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38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rPr>
              <a:t>Evidence-first 不是更慢，而是先缩小搜索空间。</a:t>
            </a:r>
          </a:p>
        </p:txBody>
      </p:sp>
      <p:pic>
        <p:nvPicPr>
          <p:cNvPr id="20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0666c8b4844fa5"/>
          <a:stretch xmlns:a="http://schemas.openxmlformats.org/drawingml/2006/main"/>
        </p:blipFill>
        <p:spPr>
          <a:xfrm xmlns:a="http://schemas.openxmlformats.org/drawingml/2006/main">
            <a:off x="400050" y="257175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88" name="case-header-rule">
            <a:extLst xmlns:a="http://schemas.openxmlformats.org/drawingml/2006/main">
              <a:ext uri="{FF2B5EF4-FFF2-40B4-BE49-F238E27FC236}">
                <a16:creationId xmlns:a16="http://schemas.microsoft.com/office/drawing/2014/main" id="{BAC1EAF4-B798-4F81-B3D8-E711C771E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0020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7D7"/>
          </a:solidFill>
          <a:ln xmlns:a="http://schemas.openxmlformats.org/drawingml/2006/main" w="0">
            <a:solidFill>
              <a:srgbClr val="D7D7D7"/>
            </a:solidFill>
            <a:prstDash val="solid"/>
          </a:ln>
        </p:spPr>
      </p:sp>
      <p:pic>
        <p:nvPicPr>
          <p:cNvPr id="20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32a95ab5694a19"/>
          <a:stretch xmlns:a="http://schemas.openxmlformats.org/drawingml/2006/main"/>
        </p:blipFill>
        <p:spPr>
          <a:xfrm xmlns:a="http://schemas.openxmlformats.org/drawingml/2006/main">
            <a:off x="666750" y="2190750"/>
            <a:ext cx="438150" cy="438150"/>
          </a:xfrm>
          <a:prstGeom xmlns:a="http://schemas.openxmlformats.org/drawingml/2006/main" prst="rect">
            <a:avLst/>
          </a:prstGeom>
        </p:spPr>
      </p:pic>
      <p:pic>
        <p:nvPicPr>
          <p:cNvPr id="20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d8872ae3cf4c2a"/>
          <a:stretch xmlns:a="http://schemas.openxmlformats.org/drawingml/2006/main"/>
        </p:blipFill>
        <p:spPr>
          <a:xfrm xmlns:a="http://schemas.openxmlformats.org/drawingml/2006/main">
            <a:off x="6838950" y="2190750"/>
            <a:ext cx="438150" cy="438150"/>
          </a:xfrm>
          <a:prstGeom xmlns:a="http://schemas.openxmlformats.org/drawingml/2006/main" prst="rect">
            <a:avLst/>
          </a:prstGeom>
        </p:spPr>
      </p:pic>
      <p:sp>
        <p:nvSpPr>
          <p:cNvPr id="91" name="case-one-number">
            <a:extLst xmlns:a="http://schemas.openxmlformats.org/drawingml/2006/main">
              <a:ext uri="{FF2B5EF4-FFF2-40B4-BE49-F238E27FC236}">
                <a16:creationId xmlns:a16="http://schemas.microsoft.com/office/drawing/2014/main" id="{80F689AD-6F88-4A35-AE85-A26AC3B82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1526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rPr>
              <a:t>CASE 28</a:t>
            </a:r>
          </a:p>
        </p:txBody>
      </p:sp>
      <p:sp>
        <p:nvSpPr>
          <p:cNvPr id="92" name="case-two-number">
            <a:extLst xmlns:a="http://schemas.openxmlformats.org/drawingml/2006/main">
              <a:ext uri="{FF2B5EF4-FFF2-40B4-BE49-F238E27FC236}">
                <a16:creationId xmlns:a16="http://schemas.microsoft.com/office/drawing/2014/main" id="{0A6698CA-AC0B-41F4-85BA-082BCE6B8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1526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93" name="case-one-title">
            <a:extLst xmlns:a="http://schemas.openxmlformats.org/drawingml/2006/main">
              <a:ext uri="{FF2B5EF4-FFF2-40B4-BE49-F238E27FC236}">
                <a16:creationId xmlns:a16="http://schemas.microsoft.com/office/drawing/2014/main" id="{EE710BA8-D19C-4963-AFB4-4F3C1F99D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3622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两种复杂任务入口</a:t>
            </a:r>
          </a:p>
        </p:txBody>
      </p:sp>
      <p:sp>
        <p:nvSpPr>
          <p:cNvPr id="94" name="case-two-title">
            <a:extLst xmlns:a="http://schemas.openxmlformats.org/drawingml/2006/main">
              <a:ext uri="{FF2B5EF4-FFF2-40B4-BE49-F238E27FC236}">
                <a16:creationId xmlns:a16="http://schemas.microsoft.com/office/drawing/2014/main" id="{318AF84A-C84B-43B2-BA7D-1800772BA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3622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95" name="case-one-method">
            <a:extLst xmlns:a="http://schemas.openxmlformats.org/drawingml/2006/main">
              <a:ext uri="{FF2B5EF4-FFF2-40B4-BE49-F238E27FC236}">
                <a16:creationId xmlns:a16="http://schemas.microsoft.com/office/drawing/2014/main" id="{D641B88F-BC38-42A3-A4BB-5C0A78563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rPr>
              <a:t>METHOD TRANSFER</a:t>
            </a:r>
          </a:p>
        </p:txBody>
      </p:sp>
      <p:sp>
        <p:nvSpPr>
          <p:cNvPr id="96" name="case-two-method">
            <a:extLst xmlns:a="http://schemas.openxmlformats.org/drawingml/2006/main">
              <a:ext uri="{FF2B5EF4-FFF2-40B4-BE49-F238E27FC236}">
                <a16:creationId xmlns:a16="http://schemas.microsoft.com/office/drawing/2014/main" id="{138671CA-C122-4895-8836-E45A6FC58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575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97" name="case-left-rule-0">
            <a:extLst xmlns:a="http://schemas.openxmlformats.org/drawingml/2006/main">
              <a:ext uri="{FF2B5EF4-FFF2-40B4-BE49-F238E27FC236}">
                <a16:creationId xmlns:a16="http://schemas.microsoft.com/office/drawing/2014/main" id="{A9E0F7F1-556E-496E-816D-C112F9654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813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98" name="case-right-rule-0">
            <a:extLst xmlns:a="http://schemas.openxmlformats.org/drawingml/2006/main">
              <a:ext uri="{FF2B5EF4-FFF2-40B4-BE49-F238E27FC236}">
                <a16:creationId xmlns:a16="http://schemas.microsoft.com/office/drawing/2014/main" id="{F698392D-CBD9-4BDB-A31B-B374CB008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1813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99" name="case-label-left-0">
            <a:extLst xmlns:a="http://schemas.openxmlformats.org/drawingml/2006/main">
              <a:ext uri="{FF2B5EF4-FFF2-40B4-BE49-F238E27FC236}">
                <a16:creationId xmlns:a16="http://schemas.microsoft.com/office/drawing/2014/main" id="{1AFF2D59-C41A-4DA2-B654-8554618F8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MDM</a:t>
            </a:r>
          </a:p>
        </p:txBody>
      </p:sp>
      <p:sp>
        <p:nvSpPr>
          <p:cNvPr id="100" name="case-value-left-0">
            <a:extLst xmlns:a="http://schemas.openxmlformats.org/drawingml/2006/main">
              <a:ext uri="{FF2B5EF4-FFF2-40B4-BE49-F238E27FC236}">
                <a16:creationId xmlns:a16="http://schemas.microsoft.com/office/drawing/2014/main" id="{17B95C37-E670-4E76-804D-E304F37CD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2385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需求→规格→RED→系统回读</a:t>
            </a:r>
          </a:p>
        </p:txBody>
      </p:sp>
      <p:sp>
        <p:nvSpPr>
          <p:cNvPr id="101" name="case-label-right-0">
            <a:extLst xmlns:a="http://schemas.openxmlformats.org/drawingml/2006/main">
              <a:ext uri="{FF2B5EF4-FFF2-40B4-BE49-F238E27FC236}">
                <a16:creationId xmlns:a16="http://schemas.microsoft.com/office/drawing/2014/main" id="{18A46C20-C188-49D9-98C2-BA5F1F298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2385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02" name="case-value-right-0">
            <a:extLst xmlns:a="http://schemas.openxmlformats.org/drawingml/2006/main">
              <a:ext uri="{FF2B5EF4-FFF2-40B4-BE49-F238E27FC236}">
                <a16:creationId xmlns:a16="http://schemas.microsoft.com/office/drawing/2014/main" id="{7B7E08BA-BD87-441F-B3DB-2BCCF3B9A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2385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03" name="case-left-rule-1">
            <a:extLst xmlns:a="http://schemas.openxmlformats.org/drawingml/2006/main">
              <a:ext uri="{FF2B5EF4-FFF2-40B4-BE49-F238E27FC236}">
                <a16:creationId xmlns:a16="http://schemas.microsoft.com/office/drawing/2014/main" id="{659D7CC2-4EC3-4F7C-BF89-3A07EE6C3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004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04" name="case-right-rule-1">
            <a:extLst xmlns:a="http://schemas.openxmlformats.org/drawingml/2006/main">
              <a:ext uri="{FF2B5EF4-FFF2-40B4-BE49-F238E27FC236}">
                <a16:creationId xmlns:a16="http://schemas.microsoft.com/office/drawing/2014/main" id="{B37D164D-5E44-46FA-ADF5-91601117C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6004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05" name="case-label-left-1">
            <a:extLst xmlns:a="http://schemas.openxmlformats.org/drawingml/2006/main">
              <a:ext uri="{FF2B5EF4-FFF2-40B4-BE49-F238E27FC236}">
                <a16:creationId xmlns:a16="http://schemas.microsoft.com/office/drawing/2014/main" id="{796BAB44-29A4-4469-8C56-2DD29EAB6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576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GPU</a:t>
            </a:r>
          </a:p>
        </p:txBody>
      </p:sp>
      <p:sp>
        <p:nvSpPr>
          <p:cNvPr id="106" name="case-value-left-1">
            <a:extLst xmlns:a="http://schemas.openxmlformats.org/drawingml/2006/main">
              <a:ext uri="{FF2B5EF4-FFF2-40B4-BE49-F238E27FC236}">
                <a16:creationId xmlns:a16="http://schemas.microsoft.com/office/drawing/2014/main" id="{E2585E34-D692-44BF-BE1E-7329CBA4B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576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现象→帧证据→可证伪假设</a:t>
            </a:r>
          </a:p>
        </p:txBody>
      </p:sp>
      <p:sp>
        <p:nvSpPr>
          <p:cNvPr id="107" name="case-label-right-1">
            <a:extLst xmlns:a="http://schemas.openxmlformats.org/drawingml/2006/main">
              <a:ext uri="{FF2B5EF4-FFF2-40B4-BE49-F238E27FC236}">
                <a16:creationId xmlns:a16="http://schemas.microsoft.com/office/drawing/2014/main" id="{40591D54-6B8B-4336-9EA6-38AC4E705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6576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08" name="case-value-right-1">
            <a:extLst xmlns:a="http://schemas.openxmlformats.org/drawingml/2006/main">
              <a:ext uri="{FF2B5EF4-FFF2-40B4-BE49-F238E27FC236}">
                <a16:creationId xmlns:a16="http://schemas.microsoft.com/office/drawing/2014/main" id="{3E0F325A-0686-4039-ACBE-35AD57BC2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6576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09" name="case-left-rule-2">
            <a:extLst xmlns:a="http://schemas.openxmlformats.org/drawingml/2006/main">
              <a:ext uri="{FF2B5EF4-FFF2-40B4-BE49-F238E27FC236}">
                <a16:creationId xmlns:a16="http://schemas.microsoft.com/office/drawing/2014/main" id="{B431DC1D-7996-47F7-B716-B4104C061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195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0" name="case-right-rule-2">
            <a:extLst xmlns:a="http://schemas.openxmlformats.org/drawingml/2006/main">
              <a:ext uri="{FF2B5EF4-FFF2-40B4-BE49-F238E27FC236}">
                <a16:creationId xmlns:a16="http://schemas.microsoft.com/office/drawing/2014/main" id="{8A9990CB-8F45-4A02-86D6-E10EE0E9F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0195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1" name="case-label-left-2">
            <a:extLst xmlns:a="http://schemas.openxmlformats.org/drawingml/2006/main">
              <a:ext uri="{FF2B5EF4-FFF2-40B4-BE49-F238E27FC236}">
                <a16:creationId xmlns:a16="http://schemas.microsoft.com/office/drawing/2014/main" id="{2BEDC775-5045-4471-AF1B-C0AD01484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767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禁止</a:t>
            </a:r>
          </a:p>
        </p:txBody>
      </p:sp>
      <p:sp>
        <p:nvSpPr>
          <p:cNvPr id="112" name="case-value-left-2">
            <a:extLst xmlns:a="http://schemas.openxmlformats.org/drawingml/2006/main">
              <a:ext uri="{FF2B5EF4-FFF2-40B4-BE49-F238E27FC236}">
                <a16:creationId xmlns:a16="http://schemas.microsoft.com/office/drawing/2014/main" id="{EA218FAD-D644-4FFB-BE95-C64F04C7F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767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从黑屏直接改 shader</a:t>
            </a:r>
          </a:p>
        </p:txBody>
      </p:sp>
      <p:sp>
        <p:nvSpPr>
          <p:cNvPr id="113" name="case-label-right-2">
            <a:extLst xmlns:a="http://schemas.openxmlformats.org/drawingml/2006/main">
              <a:ext uri="{FF2B5EF4-FFF2-40B4-BE49-F238E27FC236}">
                <a16:creationId xmlns:a16="http://schemas.microsoft.com/office/drawing/2014/main" id="{577C7B67-0F67-44A6-9DDD-559EFF9DC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0767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14" name="case-value-right-2">
            <a:extLst xmlns:a="http://schemas.openxmlformats.org/drawingml/2006/main">
              <a:ext uri="{FF2B5EF4-FFF2-40B4-BE49-F238E27FC236}">
                <a16:creationId xmlns:a16="http://schemas.microsoft.com/office/drawing/2014/main" id="{563E56E8-30B3-435F-846A-BBF723B44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0767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15" name="case-left-rule-3">
            <a:extLst xmlns:a="http://schemas.openxmlformats.org/drawingml/2006/main">
              <a:ext uri="{FF2B5EF4-FFF2-40B4-BE49-F238E27FC236}">
                <a16:creationId xmlns:a16="http://schemas.microsoft.com/office/drawing/2014/main" id="{73F1F4EA-AE10-4C4D-BA07-7CC8DAE70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386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6" name="case-right-rule-3">
            <a:extLst xmlns:a="http://schemas.openxmlformats.org/drawingml/2006/main">
              <a:ext uri="{FF2B5EF4-FFF2-40B4-BE49-F238E27FC236}">
                <a16:creationId xmlns:a16="http://schemas.microsoft.com/office/drawing/2014/main" id="{54F3B591-F56B-4DB3-A065-BC6E7BCF2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4386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7" name="case-label-left-3">
            <a:extLst xmlns:a="http://schemas.openxmlformats.org/drawingml/2006/main">
              <a:ext uri="{FF2B5EF4-FFF2-40B4-BE49-F238E27FC236}">
                <a16:creationId xmlns:a16="http://schemas.microsoft.com/office/drawing/2014/main" id="{678E3CF7-1438-4AC3-A0C1-5353F3F2F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958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现场选择</a:t>
            </a:r>
          </a:p>
        </p:txBody>
      </p:sp>
      <p:sp>
        <p:nvSpPr>
          <p:cNvPr id="118" name="case-value-left-3">
            <a:extLst xmlns:a="http://schemas.openxmlformats.org/drawingml/2006/main">
              <a:ext uri="{FF2B5EF4-FFF2-40B4-BE49-F238E27FC236}">
                <a16:creationId xmlns:a16="http://schemas.microsoft.com/office/drawing/2014/main" id="{63677797-5DC0-45FD-9D3E-4D98A65D1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4958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哪条证据能推翻你的第一判断？</a:t>
            </a:r>
          </a:p>
        </p:txBody>
      </p:sp>
      <p:sp>
        <p:nvSpPr>
          <p:cNvPr id="119" name="case-label-right-3">
            <a:extLst xmlns:a="http://schemas.openxmlformats.org/drawingml/2006/main">
              <a:ext uri="{FF2B5EF4-FFF2-40B4-BE49-F238E27FC236}">
                <a16:creationId xmlns:a16="http://schemas.microsoft.com/office/drawing/2014/main" id="{796CDBCF-DEAC-47B8-9C7D-BBC794C33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4958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20" name="case-value-right-3">
            <a:extLst xmlns:a="http://schemas.openxmlformats.org/drawingml/2006/main">
              <a:ext uri="{FF2B5EF4-FFF2-40B4-BE49-F238E27FC236}">
                <a16:creationId xmlns:a16="http://schemas.microsoft.com/office/drawing/2014/main" id="{1212E204-1B9F-477E-80DD-961E203DC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4958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21" name="case-transfer-circle">
            <a:extLst xmlns:a="http://schemas.openxmlformats.org/drawingml/2006/main">
              <a:ext uri="{FF2B5EF4-FFF2-40B4-BE49-F238E27FC236}">
                <a16:creationId xmlns:a16="http://schemas.microsoft.com/office/drawing/2014/main" id="{FF6A693F-DADF-434A-A7E7-B5831EE8E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95275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7000B"/>
            </a:solidFill>
            <a:prstDash val="solid"/>
          </a:ln>
        </p:spPr>
      </p:sp>
      <p:pic>
        <p:nvPicPr>
          <p:cNvPr id="2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b9337b40524d28"/>
          <a:stretch xmlns:a="http://schemas.openxmlformats.org/drawingml/2006/main"/>
        </p:blipFill>
        <p:spPr>
          <a:xfrm xmlns:a="http://schemas.openxmlformats.org/drawingml/2006/main">
            <a:off x="5667375" y="3105150"/>
            <a:ext cx="400050" cy="400050"/>
          </a:xfrm>
          <a:prstGeom xmlns:a="http://schemas.openxmlformats.org/drawingml/2006/main" prst="rect">
            <a:avLst/>
          </a:prstGeom>
        </p:spPr>
      </p:pic>
      <p:sp>
        <p:nvSpPr>
          <p:cNvPr id="123" name="case-transfer-text">
            <a:extLst xmlns:a="http://schemas.openxmlformats.org/drawingml/2006/main">
              <a:ext uri="{FF2B5EF4-FFF2-40B4-BE49-F238E27FC236}">
                <a16:creationId xmlns:a16="http://schemas.microsoft.com/office/drawing/2014/main" id="{48A38601-6EA4-43E6-9D6F-38C449733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524250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88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证据</a:t>
            </a:r>
          </a:p>
        </p:txBody>
      </p:sp>
      <p:sp>
        <p:nvSpPr>
          <p:cNvPr id="124" name="case-left-arrow">
            <a:extLst xmlns:a="http://schemas.openxmlformats.org/drawingml/2006/main">
              <a:ext uri="{FF2B5EF4-FFF2-40B4-BE49-F238E27FC236}">
                <a16:creationId xmlns:a16="http://schemas.microsoft.com/office/drawing/2014/main" id="{03A1806C-B519-4A4A-9980-2434DFAFD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21945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22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←</a:t>
            </a:r>
          </a:p>
        </p:txBody>
      </p:sp>
      <p:sp>
        <p:nvSpPr>
          <p:cNvPr id="125" name="case-right-arrow">
            <a:extLst xmlns:a="http://schemas.openxmlformats.org/drawingml/2006/main">
              <a:ext uri="{FF2B5EF4-FFF2-40B4-BE49-F238E27FC236}">
                <a16:creationId xmlns:a16="http://schemas.microsoft.com/office/drawing/2014/main" id="{E8FB34F1-A4F6-406E-85FD-21A5A0934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21945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22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26" name="timeline-rule">
            <a:extLst xmlns:a="http://schemas.openxmlformats.org/drawingml/2006/main">
              <a:ext uri="{FF2B5EF4-FFF2-40B4-BE49-F238E27FC236}">
                <a16:creationId xmlns:a16="http://schemas.microsoft.com/office/drawing/2014/main" id="{46F26517-8D14-4ED8-B91E-154EEEC9A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81700"/>
            <a:ext cx="10934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7D7"/>
          </a:solidFill>
          <a:ln xmlns:a="http://schemas.openxmlformats.org/drawingml/2006/main" w="0">
            <a:solidFill>
              <a:srgbClr val="D7D7D7"/>
            </a:solidFill>
            <a:prstDash val="solid"/>
          </a:ln>
        </p:spPr>
      </p:sp>
      <p:sp>
        <p:nvSpPr>
          <p:cNvPr id="127" name="timeline-dot-0">
            <a:extLst xmlns:a="http://schemas.openxmlformats.org/drawingml/2006/main">
              <a:ext uri="{FF2B5EF4-FFF2-40B4-BE49-F238E27FC236}">
                <a16:creationId xmlns:a16="http://schemas.microsoft.com/office/drawing/2014/main" id="{B1B2265D-D326-40FF-A60F-C0FBE9741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674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128" name="timeline-card-0">
            <a:extLst xmlns:a="http://schemas.openxmlformats.org/drawingml/2006/main">
              <a:ext uri="{FF2B5EF4-FFF2-40B4-BE49-F238E27FC236}">
                <a16:creationId xmlns:a16="http://schemas.microsoft.com/office/drawing/2014/main" id="{E06F85EB-4FA9-4043-8BE1-A3CF40B5C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72200"/>
            <a:ext cx="2000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EC"/>
          </a:solidFill>
          <a:ln xmlns:a="http://schemas.openxmlformats.org/drawingml/2006/main" w="0">
            <a:solidFill>
              <a:srgbClr val="FBEAEC"/>
            </a:solidFill>
            <a:prstDash val="solid"/>
          </a:ln>
        </p:spPr>
      </p:sp>
      <p:pic>
        <p:nvPicPr>
          <p:cNvPr id="2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88d6110d45491a"/>
          <a:stretch xmlns:a="http://schemas.openxmlformats.org/drawingml/2006/main"/>
        </p:blipFill>
        <p:spPr>
          <a:xfrm xmlns:a="http://schemas.openxmlformats.org/drawingml/2006/main">
            <a:off x="514350" y="63055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30" name="timeline-text-0">
            <a:extLst xmlns:a="http://schemas.openxmlformats.org/drawingml/2006/main">
              <a:ext uri="{FF2B5EF4-FFF2-40B4-BE49-F238E27FC236}">
                <a16:creationId xmlns:a16="http://schemas.microsoft.com/office/drawing/2014/main" id="{3B912A19-9FE5-4187-98C5-1F80D3054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210300"/>
            <a:ext cx="1543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冻结现象</a:t>
            </a:r>
          </a:p>
        </p:txBody>
      </p:sp>
      <p:sp>
        <p:nvSpPr>
          <p:cNvPr id="131" name="timeline-dot-1">
            <a:extLst xmlns:a="http://schemas.openxmlformats.org/drawingml/2006/main">
              <a:ext uri="{FF2B5EF4-FFF2-40B4-BE49-F238E27FC236}">
                <a16:creationId xmlns:a16="http://schemas.microsoft.com/office/drawing/2014/main" id="{7D872788-C8C9-4D53-BCFB-3EE338664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58674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45C7"/>
          </a:solidFill>
          <a:ln xmlns:a="http://schemas.openxmlformats.org/drawingml/2006/main" w="0">
            <a:solidFill>
              <a:srgbClr val="6D45C7"/>
            </a:solidFill>
            <a:prstDash val="solid"/>
          </a:ln>
        </p:spPr>
      </p:sp>
      <p:sp>
        <p:nvSpPr>
          <p:cNvPr id="132" name="timeline-card-1">
            <a:extLst xmlns:a="http://schemas.openxmlformats.org/drawingml/2006/main">
              <a:ext uri="{FF2B5EF4-FFF2-40B4-BE49-F238E27FC236}">
                <a16:creationId xmlns:a16="http://schemas.microsoft.com/office/drawing/2014/main" id="{07574872-6C46-4DCB-998F-DE9FCE105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6172200"/>
            <a:ext cx="3048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FA"/>
          </a:solidFill>
          <a:ln xmlns:a="http://schemas.openxmlformats.org/drawingml/2006/main" w="0">
            <a:solidFill>
              <a:srgbClr val="F1ECFA"/>
            </a:solidFill>
            <a:prstDash val="solid"/>
          </a:ln>
        </p:spPr>
      </p:sp>
      <p:pic>
        <p:nvPicPr>
          <p:cNvPr id="2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5fd9e3f1a24c6c"/>
          <a:stretch xmlns:a="http://schemas.openxmlformats.org/drawingml/2006/main"/>
        </p:blipFill>
        <p:spPr>
          <a:xfrm xmlns:a="http://schemas.openxmlformats.org/drawingml/2006/main">
            <a:off x="2705100" y="63055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34" name="timeline-text-1">
            <a:extLst xmlns:a="http://schemas.openxmlformats.org/drawingml/2006/main">
              <a:ext uri="{FF2B5EF4-FFF2-40B4-BE49-F238E27FC236}">
                <a16:creationId xmlns:a16="http://schemas.microsoft.com/office/drawing/2014/main" id="{4A727200-EA29-4361-9862-418A0DE95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6210300"/>
            <a:ext cx="2590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>同帧证据</a:t>
            </a:r>
          </a:p>
        </p:txBody>
      </p:sp>
      <p:sp>
        <p:nvSpPr>
          <p:cNvPr id="135" name="timeline-dot-2">
            <a:extLst xmlns:a="http://schemas.openxmlformats.org/drawingml/2006/main">
              <a:ext uri="{FF2B5EF4-FFF2-40B4-BE49-F238E27FC236}">
                <a16:creationId xmlns:a16="http://schemas.microsoft.com/office/drawing/2014/main" id="{3F1EC896-E46F-4384-894B-3DDEC4776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58674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136" name="timeline-card-2">
            <a:extLst xmlns:a="http://schemas.openxmlformats.org/drawingml/2006/main">
              <a:ext uri="{FF2B5EF4-FFF2-40B4-BE49-F238E27FC236}">
                <a16:creationId xmlns:a16="http://schemas.microsoft.com/office/drawing/2014/main" id="{F4FEA41C-C58A-4D35-9F21-95E1FD4ED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6172200"/>
            <a:ext cx="1428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EC"/>
          </a:solidFill>
          <a:ln xmlns:a="http://schemas.openxmlformats.org/drawingml/2006/main" w="0">
            <a:solidFill>
              <a:srgbClr val="FBEAEC"/>
            </a:solidFill>
            <a:prstDash val="solid"/>
          </a:ln>
        </p:spPr>
      </p:sp>
      <p:pic>
        <p:nvPicPr>
          <p:cNvPr id="2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b481ddb9ac4c03"/>
          <a:stretch xmlns:a="http://schemas.openxmlformats.org/drawingml/2006/main"/>
        </p:blipFill>
        <p:spPr>
          <a:xfrm xmlns:a="http://schemas.openxmlformats.org/drawingml/2006/main">
            <a:off x="5943600" y="63055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38" name="timeline-text-2">
            <a:extLst xmlns:a="http://schemas.openxmlformats.org/drawingml/2006/main">
              <a:ext uri="{FF2B5EF4-FFF2-40B4-BE49-F238E27FC236}">
                <a16:creationId xmlns:a16="http://schemas.microsoft.com/office/drawing/2014/main" id="{75A6DFD3-381A-4508-A88C-74D03EE63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6210300"/>
            <a:ext cx="971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指标路由</a:t>
            </a:r>
          </a:p>
        </p:txBody>
      </p:sp>
      <p:sp>
        <p:nvSpPr>
          <p:cNvPr id="139" name="timeline-dot-3">
            <a:extLst xmlns:a="http://schemas.openxmlformats.org/drawingml/2006/main">
              <a:ext uri="{FF2B5EF4-FFF2-40B4-BE49-F238E27FC236}">
                <a16:creationId xmlns:a16="http://schemas.microsoft.com/office/drawing/2014/main" id="{EE23DBD8-AF98-46BF-B5EA-9A5764E71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8674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45C7"/>
          </a:solidFill>
          <a:ln xmlns:a="http://schemas.openxmlformats.org/drawingml/2006/main" w="0">
            <a:solidFill>
              <a:srgbClr val="6D45C7"/>
            </a:solidFill>
            <a:prstDash val="solid"/>
          </a:ln>
        </p:spPr>
      </p:sp>
      <p:sp>
        <p:nvSpPr>
          <p:cNvPr id="140" name="timeline-card-3">
            <a:extLst xmlns:a="http://schemas.openxmlformats.org/drawingml/2006/main">
              <a:ext uri="{FF2B5EF4-FFF2-40B4-BE49-F238E27FC236}">
                <a16:creationId xmlns:a16="http://schemas.microsoft.com/office/drawing/2014/main" id="{705D6FCE-1ACC-445B-943D-DD93AE12E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72200"/>
            <a:ext cx="2571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FA"/>
          </a:solidFill>
          <a:ln xmlns:a="http://schemas.openxmlformats.org/drawingml/2006/main" w="0">
            <a:solidFill>
              <a:srgbClr val="F1ECFA"/>
            </a:solidFill>
            <a:prstDash val="solid"/>
          </a:ln>
        </p:spPr>
      </p:sp>
      <p:pic>
        <p:nvPicPr>
          <p:cNvPr id="25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2a366d61d04f5f"/>
          <a:stretch xmlns:a="http://schemas.openxmlformats.org/drawingml/2006/main"/>
        </p:blipFill>
        <p:spPr>
          <a:xfrm xmlns:a="http://schemas.openxmlformats.org/drawingml/2006/main">
            <a:off x="7562850" y="63055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42" name="timeline-text-3">
            <a:extLst xmlns:a="http://schemas.openxmlformats.org/drawingml/2006/main">
              <a:ext uri="{FF2B5EF4-FFF2-40B4-BE49-F238E27FC236}">
                <a16:creationId xmlns:a16="http://schemas.microsoft.com/office/drawing/2014/main" id="{D8BB6B58-07F6-42CB-AD15-5ADC5CB98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6210300"/>
            <a:ext cx="2114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>生命周期</a:t>
            </a:r>
          </a:p>
        </p:txBody>
      </p:sp>
      <p:sp>
        <p:nvSpPr>
          <p:cNvPr id="143" name="timeline-dot-4">
            <a:extLst xmlns:a="http://schemas.openxmlformats.org/drawingml/2006/main">
              <a:ext uri="{FF2B5EF4-FFF2-40B4-BE49-F238E27FC236}">
                <a16:creationId xmlns:a16="http://schemas.microsoft.com/office/drawing/2014/main" id="{42256876-971C-44C3-B36A-A2A5DC337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58674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F5B"/>
          </a:solidFill>
          <a:ln xmlns:a="http://schemas.openxmlformats.org/drawingml/2006/main" w="0">
            <a:solidFill>
              <a:srgbClr val="2F8F5B"/>
            </a:solidFill>
            <a:prstDash val="solid"/>
          </a:ln>
        </p:spPr>
      </p:sp>
      <p:sp>
        <p:nvSpPr>
          <p:cNvPr id="144" name="timeline-card-4">
            <a:extLst xmlns:a="http://schemas.openxmlformats.org/drawingml/2006/main">
              <a:ext uri="{FF2B5EF4-FFF2-40B4-BE49-F238E27FC236}">
                <a16:creationId xmlns:a16="http://schemas.microsoft.com/office/drawing/2014/main" id="{B406802C-BB49-4241-9BAC-E9752EDB4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6172200"/>
            <a:ext cx="10287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E"/>
          </a:solidFill>
          <a:ln xmlns:a="http://schemas.openxmlformats.org/drawingml/2006/main" w="0">
            <a:solidFill>
              <a:srgbClr val="EAF5EE"/>
            </a:solidFill>
            <a:prstDash val="solid"/>
          </a:ln>
        </p:spPr>
      </p:sp>
      <p:pic>
        <p:nvPicPr>
          <p:cNvPr id="26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bab66b1e334c39"/>
          <a:stretch xmlns:a="http://schemas.openxmlformats.org/drawingml/2006/main"/>
        </p:blipFill>
        <p:spPr>
          <a:xfrm xmlns:a="http://schemas.openxmlformats.org/drawingml/2006/main">
            <a:off x="10325100" y="63055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46" name="timeline-text-4">
            <a:extLst xmlns:a="http://schemas.openxmlformats.org/drawingml/2006/main">
              <a:ext uri="{FF2B5EF4-FFF2-40B4-BE49-F238E27FC236}">
                <a16:creationId xmlns:a16="http://schemas.microsoft.com/office/drawing/2014/main" id="{B28B3A76-07CD-44BF-8BCF-942072BDE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6210300"/>
            <a:ext cx="57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rPr>
              <a:t>输出契约</a:t>
            </a:r>
          </a:p>
        </p:txBody>
      </p:sp>
      <p:pic>
        <p:nvPicPr>
          <p:cNvPr id="26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46fcbdd2f04c81"/>
          <a:stretch xmlns:a="http://schemas.openxmlformats.org/drawingml/2006/main"/>
        </p:blipFill>
        <p:spPr>
          <a:xfrm xmlns:a="http://schemas.openxmlformats.org/drawingml/2006/main">
            <a:off x="10382250" y="268813"/>
            <a:ext cx="952500" cy="214850"/>
          </a:xfrm>
          <a:prstGeom xmlns:a="http://schemas.openxmlformats.org/drawingml/2006/main" prst="rect">
            <a:avLst/>
          </a:prstGeom>
        </p:spPr>
      </p:pic>
      <p:pic>
        <p:nvPicPr>
          <p:cNvPr id="26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f898c697d7405a"/>
          <a:stretch xmlns:a="http://schemas.openxmlformats.org/drawingml/2006/main"/>
        </p:blipFill>
        <p:spPr>
          <a:xfrm xmlns:a="http://schemas.openxmlformats.org/drawingml/2006/main">
            <a:off x="6572250" y="2493963"/>
            <a:ext cx="4762500" cy="19843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9805989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9937CBA2-7E4F-43F3-9EBA-CFD6BD1B5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38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>29 · 第五幕｜GPU 方法迁移</a:t>
            </a:r>
          </a:p>
        </p:txBody>
      </p:sp>
      <p:sp>
        <p:nvSpPr>
          <p:cNvPr id="5" name="team-name">
            <a:extLst xmlns:a="http://schemas.openxmlformats.org/drawingml/2006/main">
              <a:ext uri="{FF2B5EF4-FFF2-40B4-BE49-F238E27FC236}">
                <a16:creationId xmlns:a16="http://schemas.microsoft.com/office/drawing/2014/main" id="{DF70FBB6-5F6E-4537-9090-0CBE67318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812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三个定位问题</a:t>
            </a:r>
          </a:p>
        </p:txBody>
      </p:sp>
      <p:sp>
        <p:nvSpPr>
          <p:cNvPr id="6" name="business-direction">
            <a:extLst xmlns:a="http://schemas.openxmlformats.org/drawingml/2006/main">
              <a:ext uri="{FF2B5EF4-FFF2-40B4-BE49-F238E27FC236}">
                <a16:creationId xmlns:a16="http://schemas.microsoft.com/office/drawing/2014/main" id="{264209F6-E82F-4B7F-97F5-9E0C8215D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" name="storyline-lead">
            <a:extLst xmlns:a="http://schemas.openxmlformats.org/drawingml/2006/main">
              <a:ext uri="{FF2B5EF4-FFF2-40B4-BE49-F238E27FC236}">
                <a16:creationId xmlns:a16="http://schemas.microsoft.com/office/drawing/2014/main" id="{513D4A51-8337-4FB4-B56E-8172C046E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5146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命令走哪条 codec？</a:t>
            </a:r>
          </a:p>
        </p:txBody>
      </p:sp>
      <p:sp>
        <p:nvSpPr>
          <p:cNvPr id="8" name="storyline-outcome">
            <a:extLst xmlns:a="http://schemas.openxmlformats.org/drawingml/2006/main">
              <a:ext uri="{FF2B5EF4-FFF2-40B4-BE49-F238E27FC236}">
                <a16:creationId xmlns:a16="http://schemas.microsoft.com/office/drawing/2014/main" id="{BB1932BF-7915-4685-850E-EE30D779E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85750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4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4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先证明 AVC420 或 AVC444</a:t>
            </a:r>
          </a:p>
        </p:txBody>
      </p:sp>
      <p:sp>
        <p:nvSpPr>
          <p:cNvPr id="9" name="origin-story">
            <a:extLst xmlns:a="http://schemas.openxmlformats.org/drawingml/2006/main">
              <a:ext uri="{FF2B5EF4-FFF2-40B4-BE49-F238E27FC236}">
                <a16:creationId xmlns:a16="http://schemas.microsoft.com/office/drawing/2014/main" id="{4F383126-75F9-4A95-9DFA-12133DB4A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1104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210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先分开两条真实数据路径</a:t>
            </a:r>
          </a:p>
        </p:txBody>
      </p:sp>
      <p:sp>
        <p:nvSpPr>
          <p:cNvPr id="10" name="capability-label">
            <a:extLst xmlns:a="http://schemas.openxmlformats.org/drawingml/2006/main">
              <a:ext uri="{FF2B5EF4-FFF2-40B4-BE49-F238E27FC236}">
                <a16:creationId xmlns:a16="http://schemas.microsoft.com/office/drawing/2014/main" id="{6618DDA6-5320-4544-A67A-4138E5DF0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92455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本页控制点</a:t>
            </a:r>
          </a:p>
        </p:txBody>
      </p:sp>
      <p:sp>
        <p:nvSpPr>
          <p:cNvPr id="12" name="capability-goal-text">
            <a:extLst xmlns:a="http://schemas.openxmlformats.org/drawingml/2006/main">
              <a:ext uri="{FF2B5EF4-FFF2-40B4-BE49-F238E27FC236}">
                <a16:creationId xmlns:a16="http://schemas.microsoft.com/office/drawing/2014/main" id="{A9BB6ADF-6F5A-486E-9828-9BB90056D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4" name="capability-tech-text">
            <a:extLst xmlns:a="http://schemas.openxmlformats.org/drawingml/2006/main">
              <a:ext uri="{FF2B5EF4-FFF2-40B4-BE49-F238E27FC236}">
                <a16:creationId xmlns:a16="http://schemas.microsoft.com/office/drawing/2014/main" id="{A789BA83-BEE2-4D60-80BC-6239BCAB3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6" name="capability-collaboration-text">
            <a:extLst xmlns:a="http://schemas.openxmlformats.org/drawingml/2006/main">
              <a:ext uri="{FF2B5EF4-FFF2-40B4-BE49-F238E27FC236}">
                <a16:creationId xmlns:a16="http://schemas.microsoft.com/office/drawing/2014/main" id="{D085A46E-BB95-4E44-A140-3211DC950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8" name="capability-cohesion-text">
            <a:extLst xmlns:a="http://schemas.openxmlformats.org/drawingml/2006/main">
              <a:ext uri="{FF2B5EF4-FFF2-40B4-BE49-F238E27FC236}">
                <a16:creationId xmlns:a16="http://schemas.microsoft.com/office/drawing/2014/main" id="{31E7FE61-7CF7-4BF1-B351-6E8BC2ABB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21" name="journey-top-rule">
            <a:extLst xmlns:a="http://schemas.openxmlformats.org/drawingml/2006/main">
              <a:ext uri="{FF2B5EF4-FFF2-40B4-BE49-F238E27FC236}">
                <a16:creationId xmlns:a16="http://schemas.microsoft.com/office/drawing/2014/main" id="{3F7D1C62-8DF5-4E48-9864-9C17DDEE1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2" name="journey-label">
            <a:extLst xmlns:a="http://schemas.openxmlformats.org/drawingml/2006/main">
              <a:ext uri="{FF2B5EF4-FFF2-40B4-BE49-F238E27FC236}">
                <a16:creationId xmlns:a16="http://schemas.microsoft.com/office/drawing/2014/main" id="{8E7E41EF-B0E6-4678-B07F-0EBF826CF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420 与 444 共用输出目标，但输入、retained state 和合成语义完全不同。</a:t>
            </a:r>
          </a:p>
        </p:txBody>
      </p:sp>
      <p:sp>
        <p:nvSpPr>
          <p:cNvPr id="26" name="stage-01-number">
            <a:extLst xmlns:a="http://schemas.openxmlformats.org/drawingml/2006/main">
              <a:ext uri="{FF2B5EF4-FFF2-40B4-BE49-F238E27FC236}">
                <a16:creationId xmlns:a16="http://schemas.microsoft.com/office/drawing/2014/main" id="{4225D723-AF17-46CE-8F57-EF6385A30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27" name="stage-01-title">
            <a:extLst xmlns:a="http://schemas.openxmlformats.org/drawingml/2006/main">
              <a:ext uri="{FF2B5EF4-FFF2-40B4-BE49-F238E27FC236}">
                <a16:creationId xmlns:a16="http://schemas.microsoft.com/office/drawing/2014/main" id="{A080687F-349A-4D96-8B9B-B15D9284C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28" name="stage-01-body">
            <a:extLst xmlns:a="http://schemas.openxmlformats.org/drawingml/2006/main">
              <a:ext uri="{FF2B5EF4-FFF2-40B4-BE49-F238E27FC236}">
                <a16:creationId xmlns:a16="http://schemas.microsoft.com/office/drawing/2014/main" id="{35DB16DD-F51B-49F2-B81F-24E50A16B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36" name="stage-03-number">
            <a:extLst xmlns:a="http://schemas.openxmlformats.org/drawingml/2006/main">
              <a:ext uri="{FF2B5EF4-FFF2-40B4-BE49-F238E27FC236}">
                <a16:creationId xmlns:a16="http://schemas.microsoft.com/office/drawing/2014/main" id="{C0286EEE-76D7-4C3D-959B-C1A40C2DE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37" name="stage-03-title">
            <a:extLst xmlns:a="http://schemas.openxmlformats.org/drawingml/2006/main">
              <a:ext uri="{FF2B5EF4-FFF2-40B4-BE49-F238E27FC236}">
                <a16:creationId xmlns:a16="http://schemas.microsoft.com/office/drawing/2014/main" id="{B27EC97C-4E04-4513-B0CF-9ED410CD8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38" name="stage-03-body">
            <a:extLst xmlns:a="http://schemas.openxmlformats.org/drawingml/2006/main">
              <a:ext uri="{FF2B5EF4-FFF2-40B4-BE49-F238E27FC236}">
                <a16:creationId xmlns:a16="http://schemas.microsoft.com/office/drawing/2014/main" id="{9E912F49-5FAE-4B6A-9826-0EE1EFB7F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46" name="stage-05-number">
            <a:extLst xmlns:a="http://schemas.openxmlformats.org/drawingml/2006/main">
              <a:ext uri="{FF2B5EF4-FFF2-40B4-BE49-F238E27FC236}">
                <a16:creationId xmlns:a16="http://schemas.microsoft.com/office/drawing/2014/main" id="{AA36F8DB-73A8-47E8-A962-56FE8DE85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47" name="stage-05-title">
            <a:extLst xmlns:a="http://schemas.openxmlformats.org/drawingml/2006/main">
              <a:ext uri="{FF2B5EF4-FFF2-40B4-BE49-F238E27FC236}">
                <a16:creationId xmlns:a16="http://schemas.microsoft.com/office/drawing/2014/main" id="{E55E05DE-AFC6-4422-9A2F-AD9E27F89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48" name="stage-05-body">
            <a:extLst xmlns:a="http://schemas.openxmlformats.org/drawingml/2006/main">
              <a:ext uri="{FF2B5EF4-FFF2-40B4-BE49-F238E27FC236}">
                <a16:creationId xmlns:a16="http://schemas.microsoft.com/office/drawing/2014/main" id="{F938BB63-05FA-4699-B9B6-45CD5A0C9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0" name="rail-flow-label">
            <a:extLst xmlns:a="http://schemas.openxmlformats.org/drawingml/2006/main">
              <a:ext uri="{FF2B5EF4-FFF2-40B4-BE49-F238E27FC236}">
                <a16:creationId xmlns:a16="http://schemas.microsoft.com/office/drawing/2014/main" id="{FF5EAC43-B84B-4541-B2F4-61336FAA9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8585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858585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1" name="rail-flow-line">
            <a:extLst xmlns:a="http://schemas.openxmlformats.org/drawingml/2006/main">
              <a:ext uri="{FF2B5EF4-FFF2-40B4-BE49-F238E27FC236}">
                <a16:creationId xmlns:a16="http://schemas.microsoft.com/office/drawing/2014/main" id="{AF9A8871-2B22-4386-A390-72752FB38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3" name="rail-flow-idea-label">
            <a:extLst xmlns:a="http://schemas.openxmlformats.org/drawingml/2006/main">
              <a:ext uri="{FF2B5EF4-FFF2-40B4-BE49-F238E27FC236}">
                <a16:creationId xmlns:a16="http://schemas.microsoft.com/office/drawing/2014/main" id="{72E1E745-7177-4B95-A3C2-46F9EE067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6385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谁拥有输出？</a:t>
            </a:r>
          </a:p>
        </p:txBody>
      </p:sp>
      <p:sp>
        <p:nvSpPr>
          <p:cNvPr id="55" name="rail-flow-attack-label">
            <a:extLst xmlns:a="http://schemas.openxmlformats.org/drawingml/2006/main">
              <a:ext uri="{FF2B5EF4-FFF2-40B4-BE49-F238E27FC236}">
                <a16:creationId xmlns:a16="http://schemas.microsoft.com/office/drawing/2014/main" id="{1CD5E551-A644-4209-8B85-C43D55DAD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7625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最早异常在哪？</a:t>
            </a:r>
          </a:p>
        </p:txBody>
      </p:sp>
      <p:sp>
        <p:nvSpPr>
          <p:cNvPr id="57" name="rail-flow-delivery-label">
            <a:extLst xmlns:a="http://schemas.openxmlformats.org/drawingml/2006/main">
              <a:ext uri="{FF2B5EF4-FFF2-40B4-BE49-F238E27FC236}">
                <a16:creationId xmlns:a16="http://schemas.microsoft.com/office/drawing/2014/main" id="{41242F25-AB1D-4FEC-AA44-0C6A2FA72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98145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4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RenderOutputOwner 必须唯一</a:t>
            </a:r>
          </a:p>
        </p:txBody>
      </p:sp>
      <p:sp>
        <p:nvSpPr>
          <p:cNvPr id="58" name="rail-result-box">
            <a:extLst xmlns:a="http://schemas.openxmlformats.org/drawingml/2006/main">
              <a:ext uri="{FF2B5EF4-FFF2-40B4-BE49-F238E27FC236}">
                <a16:creationId xmlns:a16="http://schemas.microsoft.com/office/drawing/2014/main" id="{F7117D08-254C-4F26-B6DD-8B03EB047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19800"/>
            <a:ext cx="2781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solidFill>
              <a:srgbClr val="F6F6F6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0" name="rail-result-text">
            <a:extLst xmlns:a="http://schemas.openxmlformats.org/drawingml/2006/main">
              <a:ext uri="{FF2B5EF4-FFF2-40B4-BE49-F238E27FC236}">
                <a16:creationId xmlns:a16="http://schemas.microsoft.com/office/drawing/2014/main" id="{34A8EF6F-28E9-4F9F-8CFD-1BF6F2603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10540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4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decode / queue / retained / present</a:t>
            </a:r>
          </a:p>
        </p:txBody>
      </p:sp>
      <p:sp>
        <p:nvSpPr>
          <p:cNvPr id="61" name="grid-top-rule">
            <a:extLst xmlns:a="http://schemas.openxmlformats.org/drawingml/2006/main">
              <a:ext uri="{FF2B5EF4-FFF2-40B4-BE49-F238E27FC236}">
                <a16:creationId xmlns:a16="http://schemas.microsoft.com/office/drawing/2014/main" id="{0F39FBDF-9E3B-4D49-B005-6B5B93FED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2" name="grid-middle-rule">
            <a:extLst xmlns:a="http://schemas.openxmlformats.org/drawingml/2006/main">
              <a:ext uri="{FF2B5EF4-FFF2-40B4-BE49-F238E27FC236}">
                <a16:creationId xmlns:a16="http://schemas.microsoft.com/office/drawing/2014/main" id="{BBC7B45A-19EF-4696-97BA-CE5C123E4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3" name="grid-vertical-rule">
            <a:extLst xmlns:a="http://schemas.openxmlformats.org/drawingml/2006/main">
              <a:ext uri="{FF2B5EF4-FFF2-40B4-BE49-F238E27FC236}">
                <a16:creationId xmlns:a16="http://schemas.microsoft.com/office/drawing/2014/main" id="{9513784B-DF55-42B5-ACF2-4EF87CE54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4" name="capability-top-rule">
            <a:extLst xmlns:a="http://schemas.openxmlformats.org/drawingml/2006/main">
              <a:ext uri="{FF2B5EF4-FFF2-40B4-BE49-F238E27FC236}">
                <a16:creationId xmlns:a16="http://schemas.microsoft.com/office/drawing/2014/main" id="{9013330B-53F2-4C98-B459-B7BC45073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5" name="module-01-icon-background">
            <a:extLst xmlns:a="http://schemas.openxmlformats.org/drawingml/2006/main">
              <a:ext uri="{FF2B5EF4-FFF2-40B4-BE49-F238E27FC236}">
                <a16:creationId xmlns:a16="http://schemas.microsoft.com/office/drawing/2014/main" id="{6BB7565D-24EF-47D6-BBB0-E18B6DE76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33650"/>
            <a:ext cx="514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EC"/>
          </a:solidFill>
          <a:ln xmlns:a="http://schemas.openxmlformats.org/drawingml/2006/main" w="0">
            <a:solidFill>
              <a:srgbClr val="FBEAEC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7" name="module-02-icon-background">
            <a:extLst xmlns:a="http://schemas.openxmlformats.org/drawingml/2006/main">
              <a:ext uri="{FF2B5EF4-FFF2-40B4-BE49-F238E27FC236}">
                <a16:creationId xmlns:a16="http://schemas.microsoft.com/office/drawing/2014/main" id="{80C31D3C-F758-4BBC-A10E-E9C339D14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57600"/>
            <a:ext cx="514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FA"/>
          </a:solidFill>
          <a:ln xmlns:a="http://schemas.openxmlformats.org/drawingml/2006/main" w="0">
            <a:solidFill>
              <a:srgbClr val="F1ECF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9" name="module-03-icon-background">
            <a:extLst xmlns:a="http://schemas.openxmlformats.org/drawingml/2006/main">
              <a:ext uri="{FF2B5EF4-FFF2-40B4-BE49-F238E27FC236}">
                <a16:creationId xmlns:a16="http://schemas.microsoft.com/office/drawing/2014/main" id="{78E97F08-D68A-43EC-A2D0-7C3051E07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81550"/>
            <a:ext cx="514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E"/>
          </a:solidFill>
          <a:ln xmlns:a="http://schemas.openxmlformats.org/drawingml/2006/main" w="0">
            <a:solidFill>
              <a:srgbClr val="EAF5EE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1" name="module-04-icon-background">
            <a:extLst xmlns:a="http://schemas.openxmlformats.org/drawingml/2006/main">
              <a:ext uri="{FF2B5EF4-FFF2-40B4-BE49-F238E27FC236}">
                <a16:creationId xmlns:a16="http://schemas.microsoft.com/office/drawing/2014/main" id="{C303905D-0287-4B86-92D4-33F0EB3B9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924050"/>
            <a:ext cx="75247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EC"/>
          </a:solidFill>
          <a:ln xmlns:a="http://schemas.openxmlformats.org/drawingml/2006/main" w="0">
            <a:solidFill>
              <a:srgbClr val="FBEAEC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3" name="module-04-number">
            <a:extLst xmlns:a="http://schemas.openxmlformats.org/drawingml/2006/main">
              <a:ext uri="{FF2B5EF4-FFF2-40B4-BE49-F238E27FC236}">
                <a16:creationId xmlns:a16="http://schemas.microsoft.com/office/drawing/2014/main" id="{644EFF2E-DC9B-4D41-84F4-10582B446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4" name="module-04-title">
            <a:extLst xmlns:a="http://schemas.openxmlformats.org/drawingml/2006/main">
              <a:ext uri="{FF2B5EF4-FFF2-40B4-BE49-F238E27FC236}">
                <a16:creationId xmlns:a16="http://schemas.microsoft.com/office/drawing/2014/main" id="{9C3B8801-0886-4C35-A421-9571B2595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5" name="module-04-body">
            <a:extLst xmlns:a="http://schemas.openxmlformats.org/drawingml/2006/main">
              <a:ext uri="{FF2B5EF4-FFF2-40B4-BE49-F238E27FC236}">
                <a16:creationId xmlns:a16="http://schemas.microsoft.com/office/drawing/2014/main" id="{815AB31E-77DC-41EF-9FDD-2104B3529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6" name="capability-goal-icon-background">
            <a:extLst xmlns:a="http://schemas.openxmlformats.org/drawingml/2006/main">
              <a:ext uri="{FF2B5EF4-FFF2-40B4-BE49-F238E27FC236}">
                <a16:creationId xmlns:a16="http://schemas.microsoft.com/office/drawing/2014/main" id="{ACC8CF6A-83B8-4CA8-B500-7FCD1FE49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914650"/>
            <a:ext cx="75247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B"/>
          </a:solidFill>
          <a:ln xmlns:a="http://schemas.openxmlformats.org/drawingml/2006/main" w="0">
            <a:solidFill>
              <a:srgbClr val="EAF2FB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8" name="capability-tech-icon-background">
            <a:extLst xmlns:a="http://schemas.openxmlformats.org/drawingml/2006/main">
              <a:ext uri="{FF2B5EF4-FFF2-40B4-BE49-F238E27FC236}">
                <a16:creationId xmlns:a16="http://schemas.microsoft.com/office/drawing/2014/main" id="{1FBC427F-E57C-45DB-9CCE-FEBB0D899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905250"/>
            <a:ext cx="75247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FA"/>
          </a:solidFill>
          <a:ln xmlns:a="http://schemas.openxmlformats.org/drawingml/2006/main" w="0">
            <a:solidFill>
              <a:srgbClr val="F1ECF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0" name="capability-collaboration-icon-background">
            <a:extLst xmlns:a="http://schemas.openxmlformats.org/drawingml/2006/main">
              <a:ext uri="{FF2B5EF4-FFF2-40B4-BE49-F238E27FC236}">
                <a16:creationId xmlns:a16="http://schemas.microsoft.com/office/drawing/2014/main" id="{6E13DFB3-20F1-4890-9CA4-4556205A7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895850"/>
            <a:ext cx="75247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E"/>
          </a:solidFill>
          <a:ln xmlns:a="http://schemas.openxmlformats.org/drawingml/2006/main" w="0">
            <a:solidFill>
              <a:srgbClr val="EAF5EE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2" name="capability-cohesion-icon-background">
            <a:extLst xmlns:a="http://schemas.openxmlformats.org/drawingml/2006/main">
              <a:ext uri="{FF2B5EF4-FFF2-40B4-BE49-F238E27FC236}">
                <a16:creationId xmlns:a16="http://schemas.microsoft.com/office/drawing/2014/main" id="{6D6CB4E0-0BEB-4D63-8FF5-DCEBE4D95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4" name="competitiveness-result-box">
            <a:extLst xmlns:a="http://schemas.openxmlformats.org/drawingml/2006/main">
              <a:ext uri="{FF2B5EF4-FFF2-40B4-BE49-F238E27FC236}">
                <a16:creationId xmlns:a16="http://schemas.microsoft.com/office/drawing/2014/main" id="{F216EF67-2742-4E3A-81AE-9DA7A0133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6" name="competitiveness-result-text">
            <a:extLst xmlns:a="http://schemas.openxmlformats.org/drawingml/2006/main">
              <a:ext uri="{FF2B5EF4-FFF2-40B4-BE49-F238E27FC236}">
                <a16:creationId xmlns:a16="http://schemas.microsoft.com/office/drawing/2014/main" id="{5EF20348-951F-48D4-9F42-3FB89748A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657350"/>
            <a:ext cx="5029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38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可控边界  →  可持续推进  →  可信结论</a:t>
            </a:r>
          </a:p>
        </p:txBody>
      </p:sp>
      <p:pic>
        <p:nvPicPr>
          <p:cNvPr id="17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8f195083ea4859"/>
          <a:stretch xmlns:a="http://schemas.openxmlformats.org/drawingml/2006/main"/>
        </p:blipFill>
        <p:spPr>
          <a:xfrm xmlns:a="http://schemas.openxmlformats.org/drawingml/2006/main">
            <a:off x="400050" y="257175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88" name="architecture-header-rule">
            <a:extLst xmlns:a="http://schemas.openxmlformats.org/drawingml/2006/main">
              <a:ext uri="{FF2B5EF4-FFF2-40B4-BE49-F238E27FC236}">
                <a16:creationId xmlns:a16="http://schemas.microsoft.com/office/drawing/2014/main" id="{8C8E1332-DB97-4F95-88E9-7ACDBC606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0020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7D7"/>
          </a:solidFill>
          <a:ln xmlns:a="http://schemas.openxmlformats.org/drawingml/2006/main" w="0">
            <a:solidFill>
              <a:srgbClr val="D7D7D7"/>
            </a:solidFill>
            <a:prstDash val="solid"/>
          </a:ln>
        </p:spPr>
      </p:sp>
      <p:sp>
        <p:nvSpPr>
          <p:cNvPr id="89" name="q-num-0">
            <a:extLst xmlns:a="http://schemas.openxmlformats.org/drawingml/2006/main">
              <a:ext uri="{FF2B5EF4-FFF2-40B4-BE49-F238E27FC236}">
                <a16:creationId xmlns:a16="http://schemas.microsoft.com/office/drawing/2014/main" id="{95D3E07F-72EE-48E8-BBF5-4D9CD972A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0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90" name="q-num-1">
            <a:extLst xmlns:a="http://schemas.openxmlformats.org/drawingml/2006/main">
              <a:ext uri="{FF2B5EF4-FFF2-40B4-BE49-F238E27FC236}">
                <a16:creationId xmlns:a16="http://schemas.microsoft.com/office/drawing/2014/main" id="{C2EA1DC9-97B5-42F2-B7FB-2EBB9D9D4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90950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91" name="q-num-2">
            <a:extLst xmlns:a="http://schemas.openxmlformats.org/drawingml/2006/main">
              <a:ext uri="{FF2B5EF4-FFF2-40B4-BE49-F238E27FC236}">
                <a16:creationId xmlns:a16="http://schemas.microsoft.com/office/drawing/2014/main" id="{321C382E-32FD-40D8-91EF-ACD6CD4CB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14900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92" name="architecture-target">
            <a:extLst xmlns:a="http://schemas.openxmlformats.org/drawingml/2006/main">
              <a:ext uri="{FF2B5EF4-FFF2-40B4-BE49-F238E27FC236}">
                <a16:creationId xmlns:a16="http://schemas.microsoft.com/office/drawing/2014/main" id="{12241DB1-113D-4F60-AE02-2E037D9D5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15050"/>
            <a:ext cx="2457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8717"/>
          </a:bodyPr>
          <a:lstStyle xmlns:a="http://schemas.openxmlformats.org/drawingml/2006/main"/>
          <a:p xmlns:a="http://schemas.openxmlformats.org/drawingml/2006/main">
            <a:pPr algn="l">
              <a:buNone/>
              <a:defRPr sz="1013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只加载当前 command 实际经过的 codec、consumer 与 owner</a:t>
            </a:r>
          </a:p>
        </p:txBody>
      </p:sp>
      <p:sp>
        <p:nvSpPr>
          <p:cNvPr id="93" name="layer-accent-0">
            <a:extLst xmlns:a="http://schemas.openxmlformats.org/drawingml/2006/main">
              <a:ext uri="{FF2B5EF4-FFF2-40B4-BE49-F238E27FC236}">
                <a16:creationId xmlns:a16="http://schemas.microsoft.com/office/drawing/2014/main" id="{C4D02609-394E-4CD4-B67E-CEDC234B4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924050"/>
            <a:ext cx="666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pic>
        <p:nvPicPr>
          <p:cNvPr id="18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cdf66f73cd48d1"/>
          <a:stretch xmlns:a="http://schemas.openxmlformats.org/drawingml/2006/main"/>
        </p:blipFill>
        <p:spPr>
          <a:xfrm xmlns:a="http://schemas.openxmlformats.org/drawingml/2006/main">
            <a:off x="4114800" y="216217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95" name="layer-title-0">
            <a:extLst xmlns:a="http://schemas.openxmlformats.org/drawingml/2006/main">
              <a:ext uri="{FF2B5EF4-FFF2-40B4-BE49-F238E27FC236}">
                <a16:creationId xmlns:a16="http://schemas.microsoft.com/office/drawing/2014/main" id="{73692C3D-C3CC-44D2-8B66-24EA0321E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0574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13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AVC420 decode</a:t>
            </a:r>
          </a:p>
        </p:txBody>
      </p:sp>
      <p:sp>
        <p:nvSpPr>
          <p:cNvPr id="96" name="layer-body-0">
            <a:extLst xmlns:a="http://schemas.openxmlformats.org/drawingml/2006/main">
              <a:ext uri="{FF2B5EF4-FFF2-40B4-BE49-F238E27FC236}">
                <a16:creationId xmlns:a16="http://schemas.microsoft.com/office/drawing/2014/main" id="{6270DFAF-8692-4203-B7DA-F946DA138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371725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6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OH_AVCodec → opaque NativeBuffer</a:t>
            </a:r>
          </a:p>
        </p:txBody>
      </p:sp>
      <p:sp>
        <p:nvSpPr>
          <p:cNvPr id="97" name="layer-accent-1">
            <a:extLst xmlns:a="http://schemas.openxmlformats.org/drawingml/2006/main">
              <a:ext uri="{FF2B5EF4-FFF2-40B4-BE49-F238E27FC236}">
                <a16:creationId xmlns:a16="http://schemas.microsoft.com/office/drawing/2014/main" id="{38476F31-F954-4946-9E80-79FC850AF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914650"/>
            <a:ext cx="666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AB"/>
          </a:solidFill>
          <a:ln xmlns:a="http://schemas.openxmlformats.org/drawingml/2006/main" w="0">
            <a:solidFill>
              <a:srgbClr val="2F6FAB"/>
            </a:solidFill>
            <a:prstDash val="solid"/>
          </a:ln>
        </p:spPr>
      </p:sp>
      <p:pic>
        <p:nvPicPr>
          <p:cNvPr id="18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547ba0f5e9486c"/>
          <a:stretch xmlns:a="http://schemas.openxmlformats.org/drawingml/2006/main"/>
        </p:blipFill>
        <p:spPr>
          <a:xfrm xmlns:a="http://schemas.openxmlformats.org/drawingml/2006/main">
            <a:off x="4114800" y="315277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99" name="layer-title-1">
            <a:extLst xmlns:a="http://schemas.openxmlformats.org/drawingml/2006/main">
              <a:ext uri="{FF2B5EF4-FFF2-40B4-BE49-F238E27FC236}">
                <a16:creationId xmlns:a16="http://schemas.microsoft.com/office/drawing/2014/main" id="{0758B4E0-34DD-4B59-B36F-42AE8019E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0480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13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AVC420 compose</a:t>
            </a:r>
          </a:p>
        </p:txBody>
      </p:sp>
      <p:sp>
        <p:nvSpPr>
          <p:cNvPr id="100" name="layer-body-1">
            <a:extLst xmlns:a="http://schemas.openxmlformats.org/drawingml/2006/main">
              <a:ext uri="{FF2B5EF4-FFF2-40B4-BE49-F238E27FC236}">
                <a16:creationId xmlns:a16="http://schemas.microsoft.com/office/drawing/2014/main" id="{F16FC356-915C-4ACE-B046-75DBA07A5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362325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6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EGLImage / OES → RGBA retained</a:t>
            </a:r>
          </a:p>
        </p:txBody>
      </p:sp>
      <p:sp>
        <p:nvSpPr>
          <p:cNvPr id="101" name="layer-accent-2">
            <a:extLst xmlns:a="http://schemas.openxmlformats.org/drawingml/2006/main">
              <a:ext uri="{FF2B5EF4-FFF2-40B4-BE49-F238E27FC236}">
                <a16:creationId xmlns:a16="http://schemas.microsoft.com/office/drawing/2014/main" id="{2A7A9663-4C9B-419A-9A7A-30A2B696B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905250"/>
            <a:ext cx="666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45C7"/>
          </a:solidFill>
          <a:ln xmlns:a="http://schemas.openxmlformats.org/drawingml/2006/main" w="0">
            <a:solidFill>
              <a:srgbClr val="6D45C7"/>
            </a:solidFill>
            <a:prstDash val="solid"/>
          </a:ln>
        </p:spPr>
      </p:sp>
      <p:pic>
        <p:nvPicPr>
          <p:cNvPr id="18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c006e40d054829"/>
          <a:stretch xmlns:a="http://schemas.openxmlformats.org/drawingml/2006/main"/>
        </p:blipFill>
        <p:spPr>
          <a:xfrm xmlns:a="http://schemas.openxmlformats.org/drawingml/2006/main">
            <a:off x="4114800" y="414337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103" name="layer-title-2">
            <a:extLst xmlns:a="http://schemas.openxmlformats.org/drawingml/2006/main">
              <a:ext uri="{FF2B5EF4-FFF2-40B4-BE49-F238E27FC236}">
                <a16:creationId xmlns:a16="http://schemas.microsoft.com/office/drawing/2014/main" id="{1C142090-7102-4B20-A7AD-E8F3342F1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0386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13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AVC444 decode</a:t>
            </a:r>
          </a:p>
        </p:txBody>
      </p:sp>
      <p:sp>
        <p:nvSpPr>
          <p:cNvPr id="104" name="layer-body-2">
            <a:extLst xmlns:a="http://schemas.openxmlformats.org/drawingml/2006/main">
              <a:ext uri="{FF2B5EF4-FFF2-40B4-BE49-F238E27FC236}">
                <a16:creationId xmlns:a16="http://schemas.microsoft.com/office/drawing/2014/main" id="{9AB0736D-B741-4F78-9B35-544802619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352925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6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单 Decoder → mapped NV12/NV21</a:t>
            </a:r>
          </a:p>
        </p:txBody>
      </p:sp>
      <p:sp>
        <p:nvSpPr>
          <p:cNvPr id="105" name="layer-accent-3">
            <a:extLst xmlns:a="http://schemas.openxmlformats.org/drawingml/2006/main">
              <a:ext uri="{FF2B5EF4-FFF2-40B4-BE49-F238E27FC236}">
                <a16:creationId xmlns:a16="http://schemas.microsoft.com/office/drawing/2014/main" id="{7B9EE8B6-61C7-4632-96AD-9023E988A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895850"/>
            <a:ext cx="666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F5B"/>
          </a:solidFill>
          <a:ln xmlns:a="http://schemas.openxmlformats.org/drawingml/2006/main" w="0">
            <a:solidFill>
              <a:srgbClr val="2F8F5B"/>
            </a:solidFill>
            <a:prstDash val="solid"/>
          </a:ln>
        </p:spPr>
      </p:sp>
      <p:pic>
        <p:nvPicPr>
          <p:cNvPr id="19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1061fc71694468"/>
          <a:stretch xmlns:a="http://schemas.openxmlformats.org/drawingml/2006/main"/>
        </p:blipFill>
        <p:spPr>
          <a:xfrm xmlns:a="http://schemas.openxmlformats.org/drawingml/2006/main">
            <a:off x="4114800" y="513397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107" name="layer-title-3">
            <a:extLst xmlns:a="http://schemas.openxmlformats.org/drawingml/2006/main">
              <a:ext uri="{FF2B5EF4-FFF2-40B4-BE49-F238E27FC236}">
                <a16:creationId xmlns:a16="http://schemas.microsoft.com/office/drawing/2014/main" id="{88A99DE1-E22D-4207-AACB-C8BC242AE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50292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13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AVC444 compose</a:t>
            </a:r>
          </a:p>
        </p:txBody>
      </p:sp>
      <p:sp>
        <p:nvSpPr>
          <p:cNvPr id="108" name="layer-body-3">
            <a:extLst xmlns:a="http://schemas.openxmlformats.org/drawingml/2006/main">
              <a:ext uri="{FF2B5EF4-FFF2-40B4-BE49-F238E27FC236}">
                <a16:creationId xmlns:a16="http://schemas.microsoft.com/office/drawing/2014/main" id="{BA330E66-C90C-4840-B93B-A552E2455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5343525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6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LC 更新 → retained Y/U/V</a:t>
            </a:r>
          </a:p>
        </p:txBody>
      </p:sp>
      <p:sp>
        <p:nvSpPr>
          <p:cNvPr id="109" name="chip-bg-0">
            <a:extLst xmlns:a="http://schemas.openxmlformats.org/drawingml/2006/main">
              <a:ext uri="{FF2B5EF4-FFF2-40B4-BE49-F238E27FC236}">
                <a16:creationId xmlns:a16="http://schemas.microsoft.com/office/drawing/2014/main" id="{71D48416-ED97-466F-982F-A938B7CCD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6172200"/>
            <a:ext cx="1104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EC"/>
          </a:solidFill>
          <a:ln xmlns:a="http://schemas.openxmlformats.org/drawingml/2006/main" w="0">
            <a:solidFill>
              <a:srgbClr val="FBEAEC"/>
            </a:solidFill>
            <a:prstDash val="solid"/>
          </a:ln>
        </p:spPr>
      </p:sp>
      <p:sp>
        <p:nvSpPr>
          <p:cNvPr id="110" name="chip-text-0">
            <a:extLst xmlns:a="http://schemas.openxmlformats.org/drawingml/2006/main">
              <a:ext uri="{FF2B5EF4-FFF2-40B4-BE49-F238E27FC236}">
                <a16:creationId xmlns:a16="http://schemas.microsoft.com/office/drawing/2014/main" id="{82123FD4-7C58-402C-AF80-432A473B2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191250"/>
            <a:ext cx="990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1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frameId</a:t>
            </a:r>
          </a:p>
        </p:txBody>
      </p:sp>
      <p:sp>
        <p:nvSpPr>
          <p:cNvPr id="111" name="chip-bg-1">
            <a:extLst xmlns:a="http://schemas.openxmlformats.org/drawingml/2006/main">
              <a:ext uri="{FF2B5EF4-FFF2-40B4-BE49-F238E27FC236}">
                <a16:creationId xmlns:a16="http://schemas.microsoft.com/office/drawing/2014/main" id="{E0EB52C1-7F9C-4EE5-9820-1E0467F6C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6172200"/>
            <a:ext cx="1104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B"/>
          </a:solidFill>
          <a:ln xmlns:a="http://schemas.openxmlformats.org/drawingml/2006/main" w="0">
            <a:solidFill>
              <a:srgbClr val="EAF2FB"/>
            </a:solidFill>
            <a:prstDash val="solid"/>
          </a:ln>
        </p:spPr>
      </p:sp>
      <p:sp>
        <p:nvSpPr>
          <p:cNvPr id="112" name="chip-text-1">
            <a:extLst xmlns:a="http://schemas.openxmlformats.org/drawingml/2006/main">
              <a:ext uri="{FF2B5EF4-FFF2-40B4-BE49-F238E27FC236}">
                <a16:creationId xmlns:a16="http://schemas.microsoft.com/office/drawing/2014/main" id="{59CCB1FF-670F-4D97-8118-28C74FF03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6191250"/>
            <a:ext cx="990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1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rPr>
              <a:t>codec</a:t>
            </a:r>
          </a:p>
        </p:txBody>
      </p:sp>
      <p:sp>
        <p:nvSpPr>
          <p:cNvPr id="113" name="chip-bg-2">
            <a:extLst xmlns:a="http://schemas.openxmlformats.org/drawingml/2006/main">
              <a:ext uri="{FF2B5EF4-FFF2-40B4-BE49-F238E27FC236}">
                <a16:creationId xmlns:a16="http://schemas.microsoft.com/office/drawing/2014/main" id="{A060C2F7-7655-4EAB-891A-4CEF2DE5E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6172200"/>
            <a:ext cx="1104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FA"/>
          </a:solidFill>
          <a:ln xmlns:a="http://schemas.openxmlformats.org/drawingml/2006/main" w="0">
            <a:solidFill>
              <a:srgbClr val="F1ECFA"/>
            </a:solidFill>
            <a:prstDash val="solid"/>
          </a:ln>
        </p:spPr>
      </p:sp>
      <p:sp>
        <p:nvSpPr>
          <p:cNvPr id="114" name="chip-text-2">
            <a:extLst xmlns:a="http://schemas.openxmlformats.org/drawingml/2006/main">
              <a:ext uri="{FF2B5EF4-FFF2-40B4-BE49-F238E27FC236}">
                <a16:creationId xmlns:a16="http://schemas.microsoft.com/office/drawing/2014/main" id="{5961A5BA-B64A-460E-86DF-8B93DD2D6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6191250"/>
            <a:ext cx="990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1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>owner</a:t>
            </a:r>
          </a:p>
        </p:txBody>
      </p:sp>
      <p:sp>
        <p:nvSpPr>
          <p:cNvPr id="115" name="chip-bg-3">
            <a:extLst xmlns:a="http://schemas.openxmlformats.org/drawingml/2006/main">
              <a:ext uri="{FF2B5EF4-FFF2-40B4-BE49-F238E27FC236}">
                <a16:creationId xmlns:a16="http://schemas.microsoft.com/office/drawing/2014/main" id="{48CD9102-C72A-4AE6-A58C-D40684E4D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6172200"/>
            <a:ext cx="1104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EC"/>
          </a:solidFill>
          <a:ln xmlns:a="http://schemas.openxmlformats.org/drawingml/2006/main" w="0">
            <a:solidFill>
              <a:srgbClr val="FBEAEC"/>
            </a:solidFill>
            <a:prstDash val="solid"/>
          </a:ln>
        </p:spPr>
      </p:sp>
      <p:sp>
        <p:nvSpPr>
          <p:cNvPr id="116" name="chip-text-3">
            <a:extLst xmlns:a="http://schemas.openxmlformats.org/drawingml/2006/main">
              <a:ext uri="{FF2B5EF4-FFF2-40B4-BE49-F238E27FC236}">
                <a16:creationId xmlns:a16="http://schemas.microsoft.com/office/drawing/2014/main" id="{57E1BF08-1076-41DF-BD9B-B932FDFC1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6191250"/>
            <a:ext cx="990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1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retained</a:t>
            </a:r>
          </a:p>
        </p:txBody>
      </p:sp>
      <p:sp>
        <p:nvSpPr>
          <p:cNvPr id="117" name="chip-bg-4">
            <a:extLst xmlns:a="http://schemas.openxmlformats.org/drawingml/2006/main">
              <a:ext uri="{FF2B5EF4-FFF2-40B4-BE49-F238E27FC236}">
                <a16:creationId xmlns:a16="http://schemas.microsoft.com/office/drawing/2014/main" id="{BF04FEDE-110C-425C-9C36-536012F08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6172200"/>
            <a:ext cx="1104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E"/>
          </a:solidFill>
          <a:ln xmlns:a="http://schemas.openxmlformats.org/drawingml/2006/main" w="0">
            <a:solidFill>
              <a:srgbClr val="EAF5EE"/>
            </a:solidFill>
            <a:prstDash val="solid"/>
          </a:ln>
        </p:spPr>
      </p:sp>
      <p:sp>
        <p:nvSpPr>
          <p:cNvPr id="118" name="chip-text-4">
            <a:extLst xmlns:a="http://schemas.openxmlformats.org/drawingml/2006/main">
              <a:ext uri="{FF2B5EF4-FFF2-40B4-BE49-F238E27FC236}">
                <a16:creationId xmlns:a16="http://schemas.microsoft.com/office/drawing/2014/main" id="{5A5ADC84-38AC-4FBC-95CC-E2E737B1B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6191250"/>
            <a:ext cx="990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10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rPr>
              <a:t>EndFrame</a:t>
            </a:r>
          </a:p>
        </p:txBody>
      </p:sp>
      <p:sp>
        <p:nvSpPr>
          <p:cNvPr id="119" name="chip-bg-5">
            <a:extLst xmlns:a="http://schemas.openxmlformats.org/drawingml/2006/main">
              <a:ext uri="{FF2B5EF4-FFF2-40B4-BE49-F238E27FC236}">
                <a16:creationId xmlns:a16="http://schemas.microsoft.com/office/drawing/2014/main" id="{731D3DC7-788F-4FCD-87FB-859D9D9F2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6172200"/>
            <a:ext cx="1104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FA"/>
          </a:solidFill>
          <a:ln xmlns:a="http://schemas.openxmlformats.org/drawingml/2006/main" w="0">
            <a:solidFill>
              <a:srgbClr val="F1ECFA"/>
            </a:solidFill>
            <a:prstDash val="solid"/>
          </a:ln>
        </p:spPr>
      </p:sp>
      <p:sp>
        <p:nvSpPr>
          <p:cNvPr id="120" name="chip-text-5">
            <a:extLst xmlns:a="http://schemas.openxmlformats.org/drawingml/2006/main">
              <a:ext uri="{FF2B5EF4-FFF2-40B4-BE49-F238E27FC236}">
                <a16:creationId xmlns:a16="http://schemas.microsoft.com/office/drawing/2014/main" id="{08648007-8237-4261-9844-2F0380139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191250"/>
            <a:ext cx="990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1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>present</a:t>
            </a:r>
          </a:p>
        </p:txBody>
      </p:sp>
      <p:pic>
        <p:nvPicPr>
          <p:cNvPr id="20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088d265b3d4024"/>
          <a:stretch xmlns:a="http://schemas.openxmlformats.org/drawingml/2006/main"/>
        </p:blipFill>
        <p:spPr>
          <a:xfrm xmlns:a="http://schemas.openxmlformats.org/drawingml/2006/main">
            <a:off x="10382250" y="268813"/>
            <a:ext cx="952500" cy="2148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9805989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9937CBA2-7E4F-43F3-9EBA-CFD6BD1B5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38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rPr>
              <a:t>30 · 第五幕｜GPU 方法迁移</a:t>
            </a:r>
          </a:p>
        </p:txBody>
      </p:sp>
      <p:sp>
        <p:nvSpPr>
          <p:cNvPr id="5" name="team-name">
            <a:extLst xmlns:a="http://schemas.openxmlformats.org/drawingml/2006/main">
              <a:ext uri="{FF2B5EF4-FFF2-40B4-BE49-F238E27FC236}">
                <a16:creationId xmlns:a16="http://schemas.microsoft.com/office/drawing/2014/main" id="{DF70FBB6-5F6E-4537-9090-0CBE67318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6" name="business-direction">
            <a:extLst xmlns:a="http://schemas.openxmlformats.org/drawingml/2006/main">
              <a:ext uri="{FF2B5EF4-FFF2-40B4-BE49-F238E27FC236}">
                <a16:creationId xmlns:a16="http://schemas.microsoft.com/office/drawing/2014/main" id="{264209F6-E82F-4B7F-97F5-9E0C8215D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" name="storyline-lead">
            <a:extLst xmlns:a="http://schemas.openxmlformats.org/drawingml/2006/main">
              <a:ext uri="{FF2B5EF4-FFF2-40B4-BE49-F238E27FC236}">
                <a16:creationId xmlns:a16="http://schemas.microsoft.com/office/drawing/2014/main" id="{513D4A51-8337-4FB4-B56E-8172C046E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8" name="storyline-outcome">
            <a:extLst xmlns:a="http://schemas.openxmlformats.org/drawingml/2006/main">
              <a:ext uri="{FF2B5EF4-FFF2-40B4-BE49-F238E27FC236}">
                <a16:creationId xmlns:a16="http://schemas.microsoft.com/office/drawing/2014/main" id="{BB1932BF-7915-4685-850E-EE30D779E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9" name="origin-story">
            <a:extLst xmlns:a="http://schemas.openxmlformats.org/drawingml/2006/main">
              <a:ext uri="{FF2B5EF4-FFF2-40B4-BE49-F238E27FC236}">
                <a16:creationId xmlns:a16="http://schemas.microsoft.com/office/drawing/2014/main" id="{4F383126-75F9-4A95-9DFA-12133DB4A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1104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210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实践：用同一个 frameId 还原一帧</a:t>
            </a:r>
          </a:p>
        </p:txBody>
      </p:sp>
      <p:sp>
        <p:nvSpPr>
          <p:cNvPr id="10" name="capability-label">
            <a:extLst xmlns:a="http://schemas.openxmlformats.org/drawingml/2006/main">
              <a:ext uri="{FF2B5EF4-FFF2-40B4-BE49-F238E27FC236}">
                <a16:creationId xmlns:a16="http://schemas.microsoft.com/office/drawing/2014/main" id="{6618DDA6-5320-4544-A67A-4138E5DF0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9115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SLIDE 30 · WORKSHOP</a:t>
            </a:r>
          </a:p>
        </p:txBody>
      </p:sp>
      <p:sp>
        <p:nvSpPr>
          <p:cNvPr id="12" name="capability-goal-text">
            <a:extLst xmlns:a="http://schemas.openxmlformats.org/drawingml/2006/main">
              <a:ext uri="{FF2B5EF4-FFF2-40B4-BE49-F238E27FC236}">
                <a16:creationId xmlns:a16="http://schemas.microsoft.com/office/drawing/2014/main" id="{A9BB6ADF-6F5A-486E-9828-9BB90056D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4" name="capability-tech-text">
            <a:extLst xmlns:a="http://schemas.openxmlformats.org/drawingml/2006/main">
              <a:ext uri="{FF2B5EF4-FFF2-40B4-BE49-F238E27FC236}">
                <a16:creationId xmlns:a16="http://schemas.microsoft.com/office/drawing/2014/main" id="{A789BA83-BEE2-4D60-80BC-6239BCAB3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6" name="capability-collaboration-text">
            <a:extLst xmlns:a="http://schemas.openxmlformats.org/drawingml/2006/main">
              <a:ext uri="{FF2B5EF4-FFF2-40B4-BE49-F238E27FC236}">
                <a16:creationId xmlns:a16="http://schemas.microsoft.com/office/drawing/2014/main" id="{D085A46E-BB95-4E44-A140-3211DC950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8" name="capability-cohesion-text">
            <a:extLst xmlns:a="http://schemas.openxmlformats.org/drawingml/2006/main">
              <a:ext uri="{FF2B5EF4-FFF2-40B4-BE49-F238E27FC236}">
                <a16:creationId xmlns:a16="http://schemas.microsoft.com/office/drawing/2014/main" id="{31E7FE61-7CF7-4BF1-B351-6E8BC2ABB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21" name="journey-top-rule">
            <a:extLst xmlns:a="http://schemas.openxmlformats.org/drawingml/2006/main">
              <a:ext uri="{FF2B5EF4-FFF2-40B4-BE49-F238E27FC236}">
                <a16:creationId xmlns:a16="http://schemas.microsoft.com/office/drawing/2014/main" id="{3F7D1C62-8DF5-4E48-9864-9C17DDEE1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2" name="journey-label">
            <a:extLst xmlns:a="http://schemas.openxmlformats.org/drawingml/2006/main">
              <a:ext uri="{FF2B5EF4-FFF2-40B4-BE49-F238E27FC236}">
                <a16:creationId xmlns:a16="http://schemas.microsoft.com/office/drawing/2014/main" id="{8E7E41EF-B0E6-4678-B07F-0EBF826CF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本轮只补观测，不改 renderer、queue policy 或 fallback；先找 last-good 与 first-abnormal。</a:t>
            </a:r>
          </a:p>
        </p:txBody>
      </p:sp>
      <p:sp>
        <p:nvSpPr>
          <p:cNvPr id="26" name="stage-01-number">
            <a:extLst xmlns:a="http://schemas.openxmlformats.org/drawingml/2006/main">
              <a:ext uri="{FF2B5EF4-FFF2-40B4-BE49-F238E27FC236}">
                <a16:creationId xmlns:a16="http://schemas.microsoft.com/office/drawing/2014/main" id="{4225D723-AF17-46CE-8F57-EF6385A30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27" name="stage-01-title">
            <a:extLst xmlns:a="http://schemas.openxmlformats.org/drawingml/2006/main">
              <a:ext uri="{FF2B5EF4-FFF2-40B4-BE49-F238E27FC236}">
                <a16:creationId xmlns:a16="http://schemas.microsoft.com/office/drawing/2014/main" id="{A080687F-349A-4D96-8B9B-B15D9284C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28" name="stage-01-body">
            <a:extLst xmlns:a="http://schemas.openxmlformats.org/drawingml/2006/main">
              <a:ext uri="{FF2B5EF4-FFF2-40B4-BE49-F238E27FC236}">
                <a16:creationId xmlns:a16="http://schemas.microsoft.com/office/drawing/2014/main" id="{35DB16DD-F51B-49F2-B81F-24E50A16B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36" name="stage-03-number">
            <a:extLst xmlns:a="http://schemas.openxmlformats.org/drawingml/2006/main">
              <a:ext uri="{FF2B5EF4-FFF2-40B4-BE49-F238E27FC236}">
                <a16:creationId xmlns:a16="http://schemas.microsoft.com/office/drawing/2014/main" id="{C0286EEE-76D7-4C3D-959B-C1A40C2DE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37" name="stage-03-title">
            <a:extLst xmlns:a="http://schemas.openxmlformats.org/drawingml/2006/main">
              <a:ext uri="{FF2B5EF4-FFF2-40B4-BE49-F238E27FC236}">
                <a16:creationId xmlns:a16="http://schemas.microsoft.com/office/drawing/2014/main" id="{B27EC97C-4E04-4513-B0CF-9ED410CD8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38" name="stage-03-body">
            <a:extLst xmlns:a="http://schemas.openxmlformats.org/drawingml/2006/main">
              <a:ext uri="{FF2B5EF4-FFF2-40B4-BE49-F238E27FC236}">
                <a16:creationId xmlns:a16="http://schemas.microsoft.com/office/drawing/2014/main" id="{9E912F49-5FAE-4B6A-9826-0EE1EFB7F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46" name="stage-05-number">
            <a:extLst xmlns:a="http://schemas.openxmlformats.org/drawingml/2006/main">
              <a:ext uri="{FF2B5EF4-FFF2-40B4-BE49-F238E27FC236}">
                <a16:creationId xmlns:a16="http://schemas.microsoft.com/office/drawing/2014/main" id="{AA36F8DB-73A8-47E8-A962-56FE8DE85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47" name="stage-05-title">
            <a:extLst xmlns:a="http://schemas.openxmlformats.org/drawingml/2006/main">
              <a:ext uri="{FF2B5EF4-FFF2-40B4-BE49-F238E27FC236}">
                <a16:creationId xmlns:a16="http://schemas.microsoft.com/office/drawing/2014/main" id="{E55E05DE-AFC6-4422-9A2F-AD9E27F89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48" name="stage-05-body">
            <a:extLst xmlns:a="http://schemas.openxmlformats.org/drawingml/2006/main">
              <a:ext uri="{FF2B5EF4-FFF2-40B4-BE49-F238E27FC236}">
                <a16:creationId xmlns:a16="http://schemas.microsoft.com/office/drawing/2014/main" id="{F938BB63-05FA-4699-B9B6-45CD5A0C9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0" name="rail-flow-label">
            <a:extLst xmlns:a="http://schemas.openxmlformats.org/drawingml/2006/main">
              <a:ext uri="{FF2B5EF4-FFF2-40B4-BE49-F238E27FC236}">
                <a16:creationId xmlns:a16="http://schemas.microsoft.com/office/drawing/2014/main" id="{FF5EAC43-B84B-4541-B2F4-61336FAA9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8585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858585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1" name="rail-flow-line">
            <a:extLst xmlns:a="http://schemas.openxmlformats.org/drawingml/2006/main">
              <a:ext uri="{FF2B5EF4-FFF2-40B4-BE49-F238E27FC236}">
                <a16:creationId xmlns:a16="http://schemas.microsoft.com/office/drawing/2014/main" id="{AF9A8871-2B22-4386-A390-72752FB38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3" name="rail-flow-idea-label">
            <a:extLst xmlns:a="http://schemas.openxmlformats.org/drawingml/2006/main">
              <a:ext uri="{FF2B5EF4-FFF2-40B4-BE49-F238E27FC236}">
                <a16:creationId xmlns:a16="http://schemas.microsoft.com/office/drawing/2014/main" id="{72E1E745-7177-4B95-A3C2-46F9EE067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5" name="rail-flow-attack-label">
            <a:extLst xmlns:a="http://schemas.openxmlformats.org/drawingml/2006/main">
              <a:ext uri="{FF2B5EF4-FFF2-40B4-BE49-F238E27FC236}">
                <a16:creationId xmlns:a16="http://schemas.microsoft.com/office/drawing/2014/main" id="{1CD5E551-A644-4209-8B85-C43D55DAD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7" name="rail-flow-delivery-label">
            <a:extLst xmlns:a="http://schemas.openxmlformats.org/drawingml/2006/main">
              <a:ext uri="{FF2B5EF4-FFF2-40B4-BE49-F238E27FC236}">
                <a16:creationId xmlns:a16="http://schemas.microsoft.com/office/drawing/2014/main" id="{41242F25-AB1D-4FEC-AA44-0C6A2FA72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8" name="rail-result-box">
            <a:extLst xmlns:a="http://schemas.openxmlformats.org/drawingml/2006/main">
              <a:ext uri="{FF2B5EF4-FFF2-40B4-BE49-F238E27FC236}">
                <a16:creationId xmlns:a16="http://schemas.microsoft.com/office/drawing/2014/main" id="{F7117D08-254C-4F26-B6DD-8B03EB047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0" name="rail-result-text">
            <a:extLst xmlns:a="http://schemas.openxmlformats.org/drawingml/2006/main">
              <a:ext uri="{FF2B5EF4-FFF2-40B4-BE49-F238E27FC236}">
                <a16:creationId xmlns:a16="http://schemas.microsoft.com/office/drawing/2014/main" id="{34A8EF6F-28E9-4F9F-8CFD-1BF6F2603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63" b="1">
                <a:solidFill>
                  <a:srgbClr val="9C000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9C000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61" name="grid-top-rule">
            <a:extLst xmlns:a="http://schemas.openxmlformats.org/drawingml/2006/main">
              <a:ext uri="{FF2B5EF4-FFF2-40B4-BE49-F238E27FC236}">
                <a16:creationId xmlns:a16="http://schemas.microsoft.com/office/drawing/2014/main" id="{0F39FBDF-9E3B-4D49-B005-6B5B93FED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2" name="grid-middle-rule">
            <a:extLst xmlns:a="http://schemas.openxmlformats.org/drawingml/2006/main">
              <a:ext uri="{FF2B5EF4-FFF2-40B4-BE49-F238E27FC236}">
                <a16:creationId xmlns:a16="http://schemas.microsoft.com/office/drawing/2014/main" id="{BBC7B45A-19EF-4696-97BA-CE5C123E4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3" name="grid-vertical-rule">
            <a:extLst xmlns:a="http://schemas.openxmlformats.org/drawingml/2006/main">
              <a:ext uri="{FF2B5EF4-FFF2-40B4-BE49-F238E27FC236}">
                <a16:creationId xmlns:a16="http://schemas.microsoft.com/office/drawing/2014/main" id="{9513784B-DF55-42B5-ACF2-4EF87CE54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4" name="capability-top-rule">
            <a:extLst xmlns:a="http://schemas.openxmlformats.org/drawingml/2006/main">
              <a:ext uri="{FF2B5EF4-FFF2-40B4-BE49-F238E27FC236}">
                <a16:creationId xmlns:a16="http://schemas.microsoft.com/office/drawing/2014/main" id="{9013330B-53F2-4C98-B459-B7BC45073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5" name="module-01-icon-background">
            <a:extLst xmlns:a="http://schemas.openxmlformats.org/drawingml/2006/main">
              <a:ext uri="{FF2B5EF4-FFF2-40B4-BE49-F238E27FC236}">
                <a16:creationId xmlns:a16="http://schemas.microsoft.com/office/drawing/2014/main" id="{6BB7565D-24EF-47D6-BBB0-E18B6DE76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24050"/>
            <a:ext cx="4762500" cy="3124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B"/>
          </a:solidFill>
          <a:ln xmlns:a="http://schemas.openxmlformats.org/drawingml/2006/main" w="0">
            <a:solidFill>
              <a:srgbClr val="EAF2FB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7" name="module-02-icon-background">
            <a:extLst xmlns:a="http://schemas.openxmlformats.org/drawingml/2006/main">
              <a:ext uri="{FF2B5EF4-FFF2-40B4-BE49-F238E27FC236}">
                <a16:creationId xmlns:a16="http://schemas.microsoft.com/office/drawing/2014/main" id="{80C31D3C-F758-4BBC-A10E-E9C339D14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24050"/>
            <a:ext cx="4762500" cy="3124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FA"/>
          </a:solidFill>
          <a:ln xmlns:a="http://schemas.openxmlformats.org/drawingml/2006/main" w="0">
            <a:solidFill>
              <a:srgbClr val="F1ECF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9" name="module-03-icon-background">
            <a:extLst xmlns:a="http://schemas.openxmlformats.org/drawingml/2006/main">
              <a:ext uri="{FF2B5EF4-FFF2-40B4-BE49-F238E27FC236}">
                <a16:creationId xmlns:a16="http://schemas.microsoft.com/office/drawing/2014/main" id="{78E97F08-D68A-43EC-A2D0-7C3051E07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1" name="module-04-icon-background">
            <a:extLst xmlns:a="http://schemas.openxmlformats.org/drawingml/2006/main">
              <a:ext uri="{FF2B5EF4-FFF2-40B4-BE49-F238E27FC236}">
                <a16:creationId xmlns:a16="http://schemas.microsoft.com/office/drawing/2014/main" id="{C303905D-0287-4B86-92D4-33F0EB3B9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3" name="module-04-number">
            <a:extLst xmlns:a="http://schemas.openxmlformats.org/drawingml/2006/main">
              <a:ext uri="{FF2B5EF4-FFF2-40B4-BE49-F238E27FC236}">
                <a16:creationId xmlns:a16="http://schemas.microsoft.com/office/drawing/2014/main" id="{644EFF2E-DC9B-4D41-84F4-10582B446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4" name="module-04-title">
            <a:extLst xmlns:a="http://schemas.openxmlformats.org/drawingml/2006/main">
              <a:ext uri="{FF2B5EF4-FFF2-40B4-BE49-F238E27FC236}">
                <a16:creationId xmlns:a16="http://schemas.microsoft.com/office/drawing/2014/main" id="{9C3B8801-0886-4C35-A421-9571B2595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5" name="module-04-body">
            <a:extLst xmlns:a="http://schemas.openxmlformats.org/drawingml/2006/main">
              <a:ext uri="{FF2B5EF4-FFF2-40B4-BE49-F238E27FC236}">
                <a16:creationId xmlns:a16="http://schemas.microsoft.com/office/drawing/2014/main" id="{815AB31E-77DC-41EF-9FDD-2104B3529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6" name="capability-goal-icon-background">
            <a:extLst xmlns:a="http://schemas.openxmlformats.org/drawingml/2006/main">
              <a:ext uri="{FF2B5EF4-FFF2-40B4-BE49-F238E27FC236}">
                <a16:creationId xmlns:a16="http://schemas.microsoft.com/office/drawing/2014/main" id="{ACC8CF6A-83B8-4CA8-B500-7FCD1FE49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8" name="capability-tech-icon-background">
            <a:extLst xmlns:a="http://schemas.openxmlformats.org/drawingml/2006/main">
              <a:ext uri="{FF2B5EF4-FFF2-40B4-BE49-F238E27FC236}">
                <a16:creationId xmlns:a16="http://schemas.microsoft.com/office/drawing/2014/main" id="{1FBC427F-E57C-45DB-9CCE-FEBB0D899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0" name="capability-collaboration-icon-background">
            <a:extLst xmlns:a="http://schemas.openxmlformats.org/drawingml/2006/main">
              <a:ext uri="{FF2B5EF4-FFF2-40B4-BE49-F238E27FC236}">
                <a16:creationId xmlns:a16="http://schemas.microsoft.com/office/drawing/2014/main" id="{6E13DFB3-20F1-4890-9CA4-4556205A7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2" name="capability-cohesion-icon-background">
            <a:extLst xmlns:a="http://schemas.openxmlformats.org/drawingml/2006/main">
              <a:ext uri="{FF2B5EF4-FFF2-40B4-BE49-F238E27FC236}">
                <a16:creationId xmlns:a16="http://schemas.microsoft.com/office/drawing/2014/main" id="{6D6CB4E0-0BEB-4D63-8FF5-DCEBE4D95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4" name="competitiveness-result-box">
            <a:extLst xmlns:a="http://schemas.openxmlformats.org/drawingml/2006/main">
              <a:ext uri="{FF2B5EF4-FFF2-40B4-BE49-F238E27FC236}">
                <a16:creationId xmlns:a16="http://schemas.microsoft.com/office/drawing/2014/main" id="{F216EF67-2742-4E3A-81AE-9DA7A0133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6" name="competitiveness-result-text">
            <a:extLst xmlns:a="http://schemas.openxmlformats.org/drawingml/2006/main">
              <a:ext uri="{FF2B5EF4-FFF2-40B4-BE49-F238E27FC236}">
                <a16:creationId xmlns:a16="http://schemas.microsoft.com/office/drawing/2014/main" id="{5EF20348-951F-48D4-9F42-3FB89748A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276850"/>
            <a:ext cx="733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38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rPr>
              <a:t>四人实操：复现 / MCP 抓日志 / AI 同帧排序 / 独立反证；产出 last-good 与 first-abnormal。</a:t>
            </a:r>
          </a:p>
        </p:txBody>
      </p:sp>
      <p:pic>
        <p:nvPicPr>
          <p:cNvPr id="20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1af849ab194482"/>
          <a:stretch xmlns:a="http://schemas.openxmlformats.org/drawingml/2006/main"/>
        </p:blipFill>
        <p:spPr>
          <a:xfrm xmlns:a="http://schemas.openxmlformats.org/drawingml/2006/main">
            <a:off x="400050" y="257175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88" name="case-header-rule">
            <a:extLst xmlns:a="http://schemas.openxmlformats.org/drawingml/2006/main">
              <a:ext uri="{FF2B5EF4-FFF2-40B4-BE49-F238E27FC236}">
                <a16:creationId xmlns:a16="http://schemas.microsoft.com/office/drawing/2014/main" id="{BAC1EAF4-B798-4F81-B3D8-E711C771E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0020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7D7"/>
          </a:solidFill>
          <a:ln xmlns:a="http://schemas.openxmlformats.org/drawingml/2006/main" w="0">
            <a:solidFill>
              <a:srgbClr val="D7D7D7"/>
            </a:solidFill>
            <a:prstDash val="solid"/>
          </a:ln>
        </p:spPr>
      </p:sp>
      <p:pic>
        <p:nvPicPr>
          <p:cNvPr id="20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fc8a1ff3cf464a"/>
          <a:stretch xmlns:a="http://schemas.openxmlformats.org/drawingml/2006/main"/>
        </p:blipFill>
        <p:spPr>
          <a:xfrm xmlns:a="http://schemas.openxmlformats.org/drawingml/2006/main">
            <a:off x="666750" y="2190750"/>
            <a:ext cx="438150" cy="438150"/>
          </a:xfrm>
          <a:prstGeom xmlns:a="http://schemas.openxmlformats.org/drawingml/2006/main" prst="rect">
            <a:avLst/>
          </a:prstGeom>
        </p:spPr>
      </p:pic>
      <p:pic>
        <p:nvPicPr>
          <p:cNvPr id="20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17a3e931c34adb"/>
          <a:stretch xmlns:a="http://schemas.openxmlformats.org/drawingml/2006/main"/>
        </p:blipFill>
        <p:spPr>
          <a:xfrm xmlns:a="http://schemas.openxmlformats.org/drawingml/2006/main">
            <a:off x="6838950" y="2190750"/>
            <a:ext cx="438150" cy="438150"/>
          </a:xfrm>
          <a:prstGeom xmlns:a="http://schemas.openxmlformats.org/drawingml/2006/main" prst="rect">
            <a:avLst/>
          </a:prstGeom>
        </p:spPr>
      </p:pic>
      <p:sp>
        <p:nvSpPr>
          <p:cNvPr id="91" name="case-one-number">
            <a:extLst xmlns:a="http://schemas.openxmlformats.org/drawingml/2006/main">
              <a:ext uri="{FF2B5EF4-FFF2-40B4-BE49-F238E27FC236}">
                <a16:creationId xmlns:a16="http://schemas.microsoft.com/office/drawing/2014/main" id="{80F689AD-6F88-4A35-AE85-A26AC3B82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1526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rPr>
              <a:t>CASE 30</a:t>
            </a:r>
          </a:p>
        </p:txBody>
      </p:sp>
      <p:sp>
        <p:nvSpPr>
          <p:cNvPr id="92" name="case-two-number">
            <a:extLst xmlns:a="http://schemas.openxmlformats.org/drawingml/2006/main">
              <a:ext uri="{FF2B5EF4-FFF2-40B4-BE49-F238E27FC236}">
                <a16:creationId xmlns:a16="http://schemas.microsoft.com/office/drawing/2014/main" id="{0A6698CA-AC0B-41F4-85BA-082BCE6B8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1526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93" name="case-one-title">
            <a:extLst xmlns:a="http://schemas.openxmlformats.org/drawingml/2006/main">
              <a:ext uri="{FF2B5EF4-FFF2-40B4-BE49-F238E27FC236}">
                <a16:creationId xmlns:a16="http://schemas.microsoft.com/office/drawing/2014/main" id="{EE710BA8-D19C-4963-AFB4-4F3C1F99D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3622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G01 / Instrument only</a:t>
            </a:r>
          </a:p>
        </p:txBody>
      </p:sp>
      <p:sp>
        <p:nvSpPr>
          <p:cNvPr id="94" name="case-two-title">
            <a:extLst xmlns:a="http://schemas.openxmlformats.org/drawingml/2006/main">
              <a:ext uri="{FF2B5EF4-FFF2-40B4-BE49-F238E27FC236}">
                <a16:creationId xmlns:a16="http://schemas.microsoft.com/office/drawing/2014/main" id="{318AF84A-C84B-43B2-BA7D-1800772BA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3622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95" name="case-one-method">
            <a:extLst xmlns:a="http://schemas.openxmlformats.org/drawingml/2006/main">
              <a:ext uri="{FF2B5EF4-FFF2-40B4-BE49-F238E27FC236}">
                <a16:creationId xmlns:a16="http://schemas.microsoft.com/office/drawing/2014/main" id="{D641B88F-BC38-42A3-A4BB-5C0A78563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8096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rPr>
              <a:t>COMMON EVENT SCHEMA</a:t>
            </a:r>
          </a:p>
        </p:txBody>
      </p:sp>
      <p:sp>
        <p:nvSpPr>
          <p:cNvPr id="96" name="case-two-method">
            <a:extLst xmlns:a="http://schemas.openxmlformats.org/drawingml/2006/main">
              <a:ext uri="{FF2B5EF4-FFF2-40B4-BE49-F238E27FC236}">
                <a16:creationId xmlns:a16="http://schemas.microsoft.com/office/drawing/2014/main" id="{138671CA-C122-4895-8836-E45A6FC58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575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97" name="case-left-rule-0">
            <a:extLst xmlns:a="http://schemas.openxmlformats.org/drawingml/2006/main">
              <a:ext uri="{FF2B5EF4-FFF2-40B4-BE49-F238E27FC236}">
                <a16:creationId xmlns:a16="http://schemas.microsoft.com/office/drawing/2014/main" id="{A9E0F7F1-556E-496E-816D-C112F9654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813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98" name="case-right-rule-0">
            <a:extLst xmlns:a="http://schemas.openxmlformats.org/drawingml/2006/main">
              <a:ext uri="{FF2B5EF4-FFF2-40B4-BE49-F238E27FC236}">
                <a16:creationId xmlns:a16="http://schemas.microsoft.com/office/drawing/2014/main" id="{F698392D-CBD9-4BDB-A31B-B374CB008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1813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99" name="case-label-left-0">
            <a:extLst xmlns:a="http://schemas.openxmlformats.org/drawingml/2006/main">
              <a:ext uri="{FF2B5EF4-FFF2-40B4-BE49-F238E27FC236}">
                <a16:creationId xmlns:a16="http://schemas.microsoft.com/office/drawing/2014/main" id="{1AFF2D59-C41A-4DA2-B654-8554618F8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Identity</a:t>
            </a:r>
          </a:p>
        </p:txBody>
      </p:sp>
      <p:sp>
        <p:nvSpPr>
          <p:cNvPr id="100" name="case-value-left-0">
            <a:extLst xmlns:a="http://schemas.openxmlformats.org/drawingml/2006/main">
              <a:ext uri="{FF2B5EF4-FFF2-40B4-BE49-F238E27FC236}">
                <a16:creationId xmlns:a16="http://schemas.microsoft.com/office/drawing/2014/main" id="{17B95C37-E670-4E76-804D-E304F37CD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2385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runId sessionId frameId seq tsUs path event pts</a:t>
            </a:r>
          </a:p>
        </p:txBody>
      </p:sp>
      <p:sp>
        <p:nvSpPr>
          <p:cNvPr id="101" name="case-label-right-0">
            <a:extLst xmlns:a="http://schemas.openxmlformats.org/drawingml/2006/main">
              <a:ext uri="{FF2B5EF4-FFF2-40B4-BE49-F238E27FC236}">
                <a16:creationId xmlns:a16="http://schemas.microsoft.com/office/drawing/2014/main" id="{18A46C20-C188-49D9-98C2-BA5F1F298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2385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02" name="case-value-right-0">
            <a:extLst xmlns:a="http://schemas.openxmlformats.org/drawingml/2006/main">
              <a:ext uri="{FF2B5EF4-FFF2-40B4-BE49-F238E27FC236}">
                <a16:creationId xmlns:a16="http://schemas.microsoft.com/office/drawing/2014/main" id="{7B7E08BA-BD87-441F-B3DB-2BCCF3B9A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2385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03" name="case-left-rule-1">
            <a:extLst xmlns:a="http://schemas.openxmlformats.org/drawingml/2006/main">
              <a:ext uri="{FF2B5EF4-FFF2-40B4-BE49-F238E27FC236}">
                <a16:creationId xmlns:a16="http://schemas.microsoft.com/office/drawing/2014/main" id="{659D7CC2-4EC3-4F7C-BF89-3A07EE6C3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004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04" name="case-right-rule-1">
            <a:extLst xmlns:a="http://schemas.openxmlformats.org/drawingml/2006/main">
              <a:ext uri="{FF2B5EF4-FFF2-40B4-BE49-F238E27FC236}">
                <a16:creationId xmlns:a16="http://schemas.microsoft.com/office/drawing/2014/main" id="{B37D164D-5E44-46FA-ADF5-91601117C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6004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05" name="case-label-left-1">
            <a:extLst xmlns:a="http://schemas.openxmlformats.org/drawingml/2006/main">
              <a:ext uri="{FF2B5EF4-FFF2-40B4-BE49-F238E27FC236}">
                <a16:creationId xmlns:a16="http://schemas.microsoft.com/office/drawing/2014/main" id="{796BAB44-29A4-4469-8C56-2DD29EAB6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576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Queue</a:t>
            </a:r>
          </a:p>
        </p:txBody>
      </p:sp>
      <p:sp>
        <p:nvSpPr>
          <p:cNvPr id="106" name="case-value-left-1">
            <a:extLst xmlns:a="http://schemas.openxmlformats.org/drawingml/2006/main">
              <a:ext uri="{FF2B5EF4-FFF2-40B4-BE49-F238E27FC236}">
                <a16:creationId xmlns:a16="http://schemas.microsoft.com/office/drawing/2014/main" id="{E2585E34-D692-44BF-BE1E-7329CBA4B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576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queueDepth queueAgeMs durationUs owner</a:t>
            </a:r>
          </a:p>
        </p:txBody>
      </p:sp>
      <p:sp>
        <p:nvSpPr>
          <p:cNvPr id="107" name="case-label-right-1">
            <a:extLst xmlns:a="http://schemas.openxmlformats.org/drawingml/2006/main">
              <a:ext uri="{FF2B5EF4-FFF2-40B4-BE49-F238E27FC236}">
                <a16:creationId xmlns:a16="http://schemas.microsoft.com/office/drawing/2014/main" id="{40591D54-6B8B-4336-9EA6-38AC4E705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6576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08" name="case-value-right-1">
            <a:extLst xmlns:a="http://schemas.openxmlformats.org/drawingml/2006/main">
              <a:ext uri="{FF2B5EF4-FFF2-40B4-BE49-F238E27FC236}">
                <a16:creationId xmlns:a16="http://schemas.microsoft.com/office/drawing/2014/main" id="{3E0F325A-0686-4039-ACBE-35AD57BC2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6576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09" name="case-left-rule-2">
            <a:extLst xmlns:a="http://schemas.openxmlformats.org/drawingml/2006/main">
              <a:ext uri="{FF2B5EF4-FFF2-40B4-BE49-F238E27FC236}">
                <a16:creationId xmlns:a16="http://schemas.microsoft.com/office/drawing/2014/main" id="{B431DC1D-7996-47F7-B716-B4104C061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195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0" name="case-right-rule-2">
            <a:extLst xmlns:a="http://schemas.openxmlformats.org/drawingml/2006/main">
              <a:ext uri="{FF2B5EF4-FFF2-40B4-BE49-F238E27FC236}">
                <a16:creationId xmlns:a16="http://schemas.microsoft.com/office/drawing/2014/main" id="{8A9990CB-8F45-4A02-86D6-E10EE0E9F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0195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1" name="case-label-left-2">
            <a:extLst xmlns:a="http://schemas.openxmlformats.org/drawingml/2006/main">
              <a:ext uri="{FF2B5EF4-FFF2-40B4-BE49-F238E27FC236}">
                <a16:creationId xmlns:a16="http://schemas.microsoft.com/office/drawing/2014/main" id="{2BEDC775-5045-4471-AF1B-C0AD01484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767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Outcome</a:t>
            </a:r>
          </a:p>
        </p:txBody>
      </p:sp>
      <p:sp>
        <p:nvSpPr>
          <p:cNvPr id="112" name="case-value-left-2">
            <a:extLst xmlns:a="http://schemas.openxmlformats.org/drawingml/2006/main">
              <a:ext uri="{FF2B5EF4-FFF2-40B4-BE49-F238E27FC236}">
                <a16:creationId xmlns:a16="http://schemas.microsoft.com/office/drawing/2014/main" id="{EA218FAD-D644-4FFB-BE95-C64F04C7F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767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targetEpoch result reason（targetEpoch 标 GAP）</a:t>
            </a:r>
          </a:p>
        </p:txBody>
      </p:sp>
      <p:sp>
        <p:nvSpPr>
          <p:cNvPr id="113" name="case-label-right-2">
            <a:extLst xmlns:a="http://schemas.openxmlformats.org/drawingml/2006/main">
              <a:ext uri="{FF2B5EF4-FFF2-40B4-BE49-F238E27FC236}">
                <a16:creationId xmlns:a16="http://schemas.microsoft.com/office/drawing/2014/main" id="{577C7B67-0F67-44A6-9DDD-559EFF9DC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0767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14" name="case-value-right-2">
            <a:extLst xmlns:a="http://schemas.openxmlformats.org/drawingml/2006/main">
              <a:ext uri="{FF2B5EF4-FFF2-40B4-BE49-F238E27FC236}">
                <a16:creationId xmlns:a16="http://schemas.microsoft.com/office/drawing/2014/main" id="{563E56E8-30B3-435F-846A-BBF723B44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0767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15" name="case-left-rule-3">
            <a:extLst xmlns:a="http://schemas.openxmlformats.org/drawingml/2006/main">
              <a:ext uri="{FF2B5EF4-FFF2-40B4-BE49-F238E27FC236}">
                <a16:creationId xmlns:a16="http://schemas.microsoft.com/office/drawing/2014/main" id="{73F1F4EA-AE10-4C4D-BA07-7CC8DAE70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386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6" name="case-right-rule-3">
            <a:extLst xmlns:a="http://schemas.openxmlformats.org/drawingml/2006/main">
              <a:ext uri="{FF2B5EF4-FFF2-40B4-BE49-F238E27FC236}">
                <a16:creationId xmlns:a16="http://schemas.microsoft.com/office/drawing/2014/main" id="{54F3B591-F56B-4DB3-A065-BC6E7BCF2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4386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7" name="case-label-left-3">
            <a:extLst xmlns:a="http://schemas.openxmlformats.org/drawingml/2006/main">
              <a:ext uri="{FF2B5EF4-FFF2-40B4-BE49-F238E27FC236}">
                <a16:creationId xmlns:a16="http://schemas.microsoft.com/office/drawing/2014/main" id="{678E3CF7-1438-4AC3-A0C1-5353F3F2F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958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链路</a:t>
            </a:r>
          </a:p>
        </p:txBody>
      </p:sp>
      <p:sp>
        <p:nvSpPr>
          <p:cNvPr id="118" name="case-value-left-3">
            <a:extLst xmlns:a="http://schemas.openxmlformats.org/drawingml/2006/main">
              <a:ext uri="{FF2B5EF4-FFF2-40B4-BE49-F238E27FC236}">
                <a16:creationId xmlns:a16="http://schemas.microsoft.com/office/drawing/2014/main" id="{63677797-5DC0-45FD-9D3E-4D98A65D1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4958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command→decode→retained→EndFrame→present</a:t>
            </a:r>
          </a:p>
        </p:txBody>
      </p:sp>
      <p:sp>
        <p:nvSpPr>
          <p:cNvPr id="119" name="case-label-right-3">
            <a:extLst xmlns:a="http://schemas.openxmlformats.org/drawingml/2006/main">
              <a:ext uri="{FF2B5EF4-FFF2-40B4-BE49-F238E27FC236}">
                <a16:creationId xmlns:a16="http://schemas.microsoft.com/office/drawing/2014/main" id="{796CDBCF-DEAC-47B8-9C7D-BBC794C33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4958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20" name="case-value-right-3">
            <a:extLst xmlns:a="http://schemas.openxmlformats.org/drawingml/2006/main">
              <a:ext uri="{FF2B5EF4-FFF2-40B4-BE49-F238E27FC236}">
                <a16:creationId xmlns:a16="http://schemas.microsoft.com/office/drawing/2014/main" id="{1212E204-1B9F-477E-80DD-961E203DC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4958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21" name="case-transfer-circle">
            <a:extLst xmlns:a="http://schemas.openxmlformats.org/drawingml/2006/main">
              <a:ext uri="{FF2B5EF4-FFF2-40B4-BE49-F238E27FC236}">
                <a16:creationId xmlns:a16="http://schemas.microsoft.com/office/drawing/2014/main" id="{FF6A693F-DADF-434A-A7E7-B5831EE8E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95275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7000B"/>
            </a:solidFill>
            <a:prstDash val="solid"/>
          </a:ln>
        </p:spPr>
      </p:sp>
      <p:pic>
        <p:nvPicPr>
          <p:cNvPr id="2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87baaa8def4b41"/>
          <a:stretch xmlns:a="http://schemas.openxmlformats.org/drawingml/2006/main"/>
        </p:blipFill>
        <p:spPr>
          <a:xfrm xmlns:a="http://schemas.openxmlformats.org/drawingml/2006/main">
            <a:off x="5667375" y="3105150"/>
            <a:ext cx="400050" cy="400050"/>
          </a:xfrm>
          <a:prstGeom xmlns:a="http://schemas.openxmlformats.org/drawingml/2006/main" prst="rect">
            <a:avLst/>
          </a:prstGeom>
        </p:spPr>
      </p:pic>
      <p:sp>
        <p:nvSpPr>
          <p:cNvPr id="123" name="case-transfer-text">
            <a:extLst xmlns:a="http://schemas.openxmlformats.org/drawingml/2006/main">
              <a:ext uri="{FF2B5EF4-FFF2-40B4-BE49-F238E27FC236}">
                <a16:creationId xmlns:a16="http://schemas.microsoft.com/office/drawing/2014/main" id="{48A38601-6EA4-43E6-9D6F-38C449733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524250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88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证据</a:t>
            </a:r>
          </a:p>
        </p:txBody>
      </p:sp>
      <p:sp>
        <p:nvSpPr>
          <p:cNvPr id="124" name="case-left-arrow">
            <a:extLst xmlns:a="http://schemas.openxmlformats.org/drawingml/2006/main">
              <a:ext uri="{FF2B5EF4-FFF2-40B4-BE49-F238E27FC236}">
                <a16:creationId xmlns:a16="http://schemas.microsoft.com/office/drawing/2014/main" id="{03A1806C-B519-4A4A-9980-2434DFAFD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21945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22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←</a:t>
            </a:r>
          </a:p>
        </p:txBody>
      </p:sp>
      <p:sp>
        <p:nvSpPr>
          <p:cNvPr id="125" name="case-right-arrow">
            <a:extLst xmlns:a="http://schemas.openxmlformats.org/drawingml/2006/main">
              <a:ext uri="{FF2B5EF4-FFF2-40B4-BE49-F238E27FC236}">
                <a16:creationId xmlns:a16="http://schemas.microsoft.com/office/drawing/2014/main" id="{E8FB34F1-A4F6-406E-85FD-21A5A0934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21945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22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26" name="timeline-rule">
            <a:extLst xmlns:a="http://schemas.openxmlformats.org/drawingml/2006/main">
              <a:ext uri="{FF2B5EF4-FFF2-40B4-BE49-F238E27FC236}">
                <a16:creationId xmlns:a16="http://schemas.microsoft.com/office/drawing/2014/main" id="{46F26517-8D14-4ED8-B91E-154EEEC9A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81700"/>
            <a:ext cx="10934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7D7"/>
          </a:solidFill>
          <a:ln xmlns:a="http://schemas.openxmlformats.org/drawingml/2006/main" w="0">
            <a:solidFill>
              <a:srgbClr val="D7D7D7"/>
            </a:solidFill>
            <a:prstDash val="solid"/>
          </a:ln>
        </p:spPr>
      </p:sp>
      <p:sp>
        <p:nvSpPr>
          <p:cNvPr id="127" name="timeline-dot-0">
            <a:extLst xmlns:a="http://schemas.openxmlformats.org/drawingml/2006/main">
              <a:ext uri="{FF2B5EF4-FFF2-40B4-BE49-F238E27FC236}">
                <a16:creationId xmlns:a16="http://schemas.microsoft.com/office/drawing/2014/main" id="{B1B2265D-D326-40FF-A60F-C0FBE9741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674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128" name="timeline-card-0">
            <a:extLst xmlns:a="http://schemas.openxmlformats.org/drawingml/2006/main">
              <a:ext uri="{FF2B5EF4-FFF2-40B4-BE49-F238E27FC236}">
                <a16:creationId xmlns:a16="http://schemas.microsoft.com/office/drawing/2014/main" id="{E06F85EB-4FA9-4043-8BE1-A3CF40B5C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72200"/>
            <a:ext cx="2000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EC"/>
          </a:solidFill>
          <a:ln xmlns:a="http://schemas.openxmlformats.org/drawingml/2006/main" w="0">
            <a:solidFill>
              <a:srgbClr val="FBEAEC"/>
            </a:solidFill>
            <a:prstDash val="solid"/>
          </a:ln>
        </p:spPr>
      </p:sp>
      <p:pic>
        <p:nvPicPr>
          <p:cNvPr id="2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4dfb6542c64e50"/>
          <a:stretch xmlns:a="http://schemas.openxmlformats.org/drawingml/2006/main"/>
        </p:blipFill>
        <p:spPr>
          <a:xfrm xmlns:a="http://schemas.openxmlformats.org/drawingml/2006/main">
            <a:off x="514350" y="63055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30" name="timeline-text-0">
            <a:extLst xmlns:a="http://schemas.openxmlformats.org/drawingml/2006/main">
              <a:ext uri="{FF2B5EF4-FFF2-40B4-BE49-F238E27FC236}">
                <a16:creationId xmlns:a16="http://schemas.microsoft.com/office/drawing/2014/main" id="{3B912A19-9FE5-4187-98C5-1F80D3054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210300"/>
            <a:ext cx="1543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冻结现象</a:t>
            </a:r>
          </a:p>
        </p:txBody>
      </p:sp>
      <p:sp>
        <p:nvSpPr>
          <p:cNvPr id="131" name="timeline-dot-1">
            <a:extLst xmlns:a="http://schemas.openxmlformats.org/drawingml/2006/main">
              <a:ext uri="{FF2B5EF4-FFF2-40B4-BE49-F238E27FC236}">
                <a16:creationId xmlns:a16="http://schemas.microsoft.com/office/drawing/2014/main" id="{7D872788-C8C9-4D53-BCFB-3EE338664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58674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45C7"/>
          </a:solidFill>
          <a:ln xmlns:a="http://schemas.openxmlformats.org/drawingml/2006/main" w="0">
            <a:solidFill>
              <a:srgbClr val="6D45C7"/>
            </a:solidFill>
            <a:prstDash val="solid"/>
          </a:ln>
        </p:spPr>
      </p:sp>
      <p:sp>
        <p:nvSpPr>
          <p:cNvPr id="132" name="timeline-card-1">
            <a:extLst xmlns:a="http://schemas.openxmlformats.org/drawingml/2006/main">
              <a:ext uri="{FF2B5EF4-FFF2-40B4-BE49-F238E27FC236}">
                <a16:creationId xmlns:a16="http://schemas.microsoft.com/office/drawing/2014/main" id="{07574872-6C46-4DCB-998F-DE9FCE105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6172200"/>
            <a:ext cx="3048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FA"/>
          </a:solidFill>
          <a:ln xmlns:a="http://schemas.openxmlformats.org/drawingml/2006/main" w="0">
            <a:solidFill>
              <a:srgbClr val="F1ECFA"/>
            </a:solidFill>
            <a:prstDash val="solid"/>
          </a:ln>
        </p:spPr>
      </p:sp>
      <p:pic>
        <p:nvPicPr>
          <p:cNvPr id="2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4547d346d0495c"/>
          <a:stretch xmlns:a="http://schemas.openxmlformats.org/drawingml/2006/main"/>
        </p:blipFill>
        <p:spPr>
          <a:xfrm xmlns:a="http://schemas.openxmlformats.org/drawingml/2006/main">
            <a:off x="2705100" y="63055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34" name="timeline-text-1">
            <a:extLst xmlns:a="http://schemas.openxmlformats.org/drawingml/2006/main">
              <a:ext uri="{FF2B5EF4-FFF2-40B4-BE49-F238E27FC236}">
                <a16:creationId xmlns:a16="http://schemas.microsoft.com/office/drawing/2014/main" id="{4A727200-EA29-4361-9862-418A0DE95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6210300"/>
            <a:ext cx="2590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>同帧证据</a:t>
            </a:r>
          </a:p>
        </p:txBody>
      </p:sp>
      <p:sp>
        <p:nvSpPr>
          <p:cNvPr id="135" name="timeline-dot-2">
            <a:extLst xmlns:a="http://schemas.openxmlformats.org/drawingml/2006/main">
              <a:ext uri="{FF2B5EF4-FFF2-40B4-BE49-F238E27FC236}">
                <a16:creationId xmlns:a16="http://schemas.microsoft.com/office/drawing/2014/main" id="{3F1EC896-E46F-4384-894B-3DDEC4776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58674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136" name="timeline-card-2">
            <a:extLst xmlns:a="http://schemas.openxmlformats.org/drawingml/2006/main">
              <a:ext uri="{FF2B5EF4-FFF2-40B4-BE49-F238E27FC236}">
                <a16:creationId xmlns:a16="http://schemas.microsoft.com/office/drawing/2014/main" id="{F4FEA41C-C58A-4D35-9F21-95E1FD4ED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6172200"/>
            <a:ext cx="1428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EC"/>
          </a:solidFill>
          <a:ln xmlns:a="http://schemas.openxmlformats.org/drawingml/2006/main" w="0">
            <a:solidFill>
              <a:srgbClr val="FBEAEC"/>
            </a:solidFill>
            <a:prstDash val="solid"/>
          </a:ln>
        </p:spPr>
      </p:sp>
      <p:pic>
        <p:nvPicPr>
          <p:cNvPr id="2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4947a595bb4aa0"/>
          <a:stretch xmlns:a="http://schemas.openxmlformats.org/drawingml/2006/main"/>
        </p:blipFill>
        <p:spPr>
          <a:xfrm xmlns:a="http://schemas.openxmlformats.org/drawingml/2006/main">
            <a:off x="5943600" y="63055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38" name="timeline-text-2">
            <a:extLst xmlns:a="http://schemas.openxmlformats.org/drawingml/2006/main">
              <a:ext uri="{FF2B5EF4-FFF2-40B4-BE49-F238E27FC236}">
                <a16:creationId xmlns:a16="http://schemas.microsoft.com/office/drawing/2014/main" id="{75A6DFD3-381A-4508-A88C-74D03EE63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6210300"/>
            <a:ext cx="971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指标路由</a:t>
            </a:r>
          </a:p>
        </p:txBody>
      </p:sp>
      <p:sp>
        <p:nvSpPr>
          <p:cNvPr id="139" name="timeline-dot-3">
            <a:extLst xmlns:a="http://schemas.openxmlformats.org/drawingml/2006/main">
              <a:ext uri="{FF2B5EF4-FFF2-40B4-BE49-F238E27FC236}">
                <a16:creationId xmlns:a16="http://schemas.microsoft.com/office/drawing/2014/main" id="{EE23DBD8-AF98-46BF-B5EA-9A5764E71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8674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45C7"/>
          </a:solidFill>
          <a:ln xmlns:a="http://schemas.openxmlformats.org/drawingml/2006/main" w="0">
            <a:solidFill>
              <a:srgbClr val="6D45C7"/>
            </a:solidFill>
            <a:prstDash val="solid"/>
          </a:ln>
        </p:spPr>
      </p:sp>
      <p:sp>
        <p:nvSpPr>
          <p:cNvPr id="140" name="timeline-card-3">
            <a:extLst xmlns:a="http://schemas.openxmlformats.org/drawingml/2006/main">
              <a:ext uri="{FF2B5EF4-FFF2-40B4-BE49-F238E27FC236}">
                <a16:creationId xmlns:a16="http://schemas.microsoft.com/office/drawing/2014/main" id="{705D6FCE-1ACC-445B-943D-DD93AE12E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72200"/>
            <a:ext cx="2571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FA"/>
          </a:solidFill>
          <a:ln xmlns:a="http://schemas.openxmlformats.org/drawingml/2006/main" w="0">
            <a:solidFill>
              <a:srgbClr val="F1ECFA"/>
            </a:solidFill>
            <a:prstDash val="solid"/>
          </a:ln>
        </p:spPr>
      </p:sp>
      <p:pic>
        <p:nvPicPr>
          <p:cNvPr id="25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d1198f90904ef3"/>
          <a:stretch xmlns:a="http://schemas.openxmlformats.org/drawingml/2006/main"/>
        </p:blipFill>
        <p:spPr>
          <a:xfrm xmlns:a="http://schemas.openxmlformats.org/drawingml/2006/main">
            <a:off x="7562850" y="63055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42" name="timeline-text-3">
            <a:extLst xmlns:a="http://schemas.openxmlformats.org/drawingml/2006/main">
              <a:ext uri="{FF2B5EF4-FFF2-40B4-BE49-F238E27FC236}">
                <a16:creationId xmlns:a16="http://schemas.microsoft.com/office/drawing/2014/main" id="{D8BB6B58-07F6-42CB-AD15-5ADC5CB98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6210300"/>
            <a:ext cx="2114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>生命周期</a:t>
            </a:r>
          </a:p>
        </p:txBody>
      </p:sp>
      <p:sp>
        <p:nvSpPr>
          <p:cNvPr id="143" name="timeline-dot-4">
            <a:extLst xmlns:a="http://schemas.openxmlformats.org/drawingml/2006/main">
              <a:ext uri="{FF2B5EF4-FFF2-40B4-BE49-F238E27FC236}">
                <a16:creationId xmlns:a16="http://schemas.microsoft.com/office/drawing/2014/main" id="{42256876-971C-44C3-B36A-A2A5DC337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58674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F5B"/>
          </a:solidFill>
          <a:ln xmlns:a="http://schemas.openxmlformats.org/drawingml/2006/main" w="0">
            <a:solidFill>
              <a:srgbClr val="2F8F5B"/>
            </a:solidFill>
            <a:prstDash val="solid"/>
          </a:ln>
        </p:spPr>
      </p:sp>
      <p:sp>
        <p:nvSpPr>
          <p:cNvPr id="144" name="timeline-card-4">
            <a:extLst xmlns:a="http://schemas.openxmlformats.org/drawingml/2006/main">
              <a:ext uri="{FF2B5EF4-FFF2-40B4-BE49-F238E27FC236}">
                <a16:creationId xmlns:a16="http://schemas.microsoft.com/office/drawing/2014/main" id="{B406802C-BB49-4241-9BAC-E9752EDB4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6172200"/>
            <a:ext cx="10287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E"/>
          </a:solidFill>
          <a:ln xmlns:a="http://schemas.openxmlformats.org/drawingml/2006/main" w="0">
            <a:solidFill>
              <a:srgbClr val="EAF5EE"/>
            </a:solidFill>
            <a:prstDash val="solid"/>
          </a:ln>
        </p:spPr>
      </p:sp>
      <p:pic>
        <p:nvPicPr>
          <p:cNvPr id="26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ee10c156ff43c8"/>
          <a:stretch xmlns:a="http://schemas.openxmlformats.org/drawingml/2006/main"/>
        </p:blipFill>
        <p:spPr>
          <a:xfrm xmlns:a="http://schemas.openxmlformats.org/drawingml/2006/main">
            <a:off x="10325100" y="63055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46" name="timeline-text-4">
            <a:extLst xmlns:a="http://schemas.openxmlformats.org/drawingml/2006/main">
              <a:ext uri="{FF2B5EF4-FFF2-40B4-BE49-F238E27FC236}">
                <a16:creationId xmlns:a16="http://schemas.microsoft.com/office/drawing/2014/main" id="{B28B3A76-07CD-44BF-8BCF-942072BDE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6210300"/>
            <a:ext cx="57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rPr>
              <a:t>输出契约</a:t>
            </a:r>
          </a:p>
        </p:txBody>
      </p:sp>
      <p:pic>
        <p:nvPicPr>
          <p:cNvPr id="26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91abc99b6e4045"/>
          <a:stretch xmlns:a="http://schemas.openxmlformats.org/drawingml/2006/main"/>
        </p:blipFill>
        <p:spPr>
          <a:xfrm xmlns:a="http://schemas.openxmlformats.org/drawingml/2006/main">
            <a:off x="10382250" y="268813"/>
            <a:ext cx="952500" cy="214850"/>
          </a:xfrm>
          <a:prstGeom xmlns:a="http://schemas.openxmlformats.org/drawingml/2006/main" prst="rect">
            <a:avLst/>
          </a:prstGeom>
        </p:spPr>
      </p:pic>
      <p:pic>
        <p:nvPicPr>
          <p:cNvPr id="26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8b8f0619c64eb0"/>
          <a:stretch xmlns:a="http://schemas.openxmlformats.org/drawingml/2006/main"/>
        </p:blipFill>
        <p:spPr>
          <a:xfrm xmlns:a="http://schemas.openxmlformats.org/drawingml/2006/main">
            <a:off x="6610350" y="1924050"/>
            <a:ext cx="4686300" cy="3124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9805989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9937CBA2-7E4F-43F3-9EBA-CFD6BD1B5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38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rPr>
              <a:t>31 · 第五幕｜GPU 方法迁移</a:t>
            </a:r>
          </a:p>
        </p:txBody>
      </p:sp>
      <p:sp>
        <p:nvSpPr>
          <p:cNvPr id="5" name="team-name">
            <a:extLst xmlns:a="http://schemas.openxmlformats.org/drawingml/2006/main">
              <a:ext uri="{FF2B5EF4-FFF2-40B4-BE49-F238E27FC236}">
                <a16:creationId xmlns:a16="http://schemas.microsoft.com/office/drawing/2014/main" id="{DF70FBB6-5F6E-4537-9090-0CBE67318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6" name="business-direction">
            <a:extLst xmlns:a="http://schemas.openxmlformats.org/drawingml/2006/main">
              <a:ext uri="{FF2B5EF4-FFF2-40B4-BE49-F238E27FC236}">
                <a16:creationId xmlns:a16="http://schemas.microsoft.com/office/drawing/2014/main" id="{264209F6-E82F-4B7F-97F5-9E0C8215D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" name="storyline-lead">
            <a:extLst xmlns:a="http://schemas.openxmlformats.org/drawingml/2006/main">
              <a:ext uri="{FF2B5EF4-FFF2-40B4-BE49-F238E27FC236}">
                <a16:creationId xmlns:a16="http://schemas.microsoft.com/office/drawing/2014/main" id="{513D4A51-8337-4FB4-B56E-8172C046E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8" name="storyline-outcome">
            <a:extLst xmlns:a="http://schemas.openxmlformats.org/drawingml/2006/main">
              <a:ext uri="{FF2B5EF4-FFF2-40B4-BE49-F238E27FC236}">
                <a16:creationId xmlns:a16="http://schemas.microsoft.com/office/drawing/2014/main" id="{BB1932BF-7915-4685-850E-EE30D779E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9" name="origin-story">
            <a:extLst xmlns:a="http://schemas.openxmlformats.org/drawingml/2006/main">
              <a:ext uri="{FF2B5EF4-FFF2-40B4-BE49-F238E27FC236}">
                <a16:creationId xmlns:a16="http://schemas.microsoft.com/office/drawing/2014/main" id="{4F383126-75F9-4A95-9DFA-12133DB4A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1104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210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指标只负责选择下一层，不替你下结论</a:t>
            </a:r>
          </a:p>
        </p:txBody>
      </p:sp>
      <p:sp>
        <p:nvSpPr>
          <p:cNvPr id="10" name="capability-label">
            <a:extLst xmlns:a="http://schemas.openxmlformats.org/drawingml/2006/main">
              <a:ext uri="{FF2B5EF4-FFF2-40B4-BE49-F238E27FC236}">
                <a16:creationId xmlns:a16="http://schemas.microsoft.com/office/drawing/2014/main" id="{6618DDA6-5320-4544-A67A-4138E5DF0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9115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SLIDE 31 · WORKSHOP</a:t>
            </a:r>
          </a:p>
        </p:txBody>
      </p:sp>
      <p:sp>
        <p:nvSpPr>
          <p:cNvPr id="12" name="capability-goal-text">
            <a:extLst xmlns:a="http://schemas.openxmlformats.org/drawingml/2006/main">
              <a:ext uri="{FF2B5EF4-FFF2-40B4-BE49-F238E27FC236}">
                <a16:creationId xmlns:a16="http://schemas.microsoft.com/office/drawing/2014/main" id="{A9BB6ADF-6F5A-486E-9828-9BB90056D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4" name="capability-tech-text">
            <a:extLst xmlns:a="http://schemas.openxmlformats.org/drawingml/2006/main">
              <a:ext uri="{FF2B5EF4-FFF2-40B4-BE49-F238E27FC236}">
                <a16:creationId xmlns:a16="http://schemas.microsoft.com/office/drawing/2014/main" id="{A789BA83-BEE2-4D60-80BC-6239BCAB3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6" name="capability-collaboration-text">
            <a:extLst xmlns:a="http://schemas.openxmlformats.org/drawingml/2006/main">
              <a:ext uri="{FF2B5EF4-FFF2-40B4-BE49-F238E27FC236}">
                <a16:creationId xmlns:a16="http://schemas.microsoft.com/office/drawing/2014/main" id="{D085A46E-BB95-4E44-A140-3211DC950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8" name="capability-cohesion-text">
            <a:extLst xmlns:a="http://schemas.openxmlformats.org/drawingml/2006/main">
              <a:ext uri="{FF2B5EF4-FFF2-40B4-BE49-F238E27FC236}">
                <a16:creationId xmlns:a16="http://schemas.microsoft.com/office/drawing/2014/main" id="{31E7FE61-7CF7-4BF1-B351-6E8BC2ABB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21" name="journey-top-rule">
            <a:extLst xmlns:a="http://schemas.openxmlformats.org/drawingml/2006/main">
              <a:ext uri="{FF2B5EF4-FFF2-40B4-BE49-F238E27FC236}">
                <a16:creationId xmlns:a16="http://schemas.microsoft.com/office/drawing/2014/main" id="{3F7D1C62-8DF5-4E48-9864-9C17DDEE1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2" name="journey-label">
            <a:extLst xmlns:a="http://schemas.openxmlformats.org/drawingml/2006/main">
              <a:ext uri="{FF2B5EF4-FFF2-40B4-BE49-F238E27FC236}">
                <a16:creationId xmlns:a16="http://schemas.microsoft.com/office/drawing/2014/main" id="{8E7E41EF-B0E6-4678-B07F-0EBF826CF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decode、queue age、compose 和白屏现象只用于选择下一轮验证边界。</a:t>
            </a:r>
          </a:p>
        </p:txBody>
      </p:sp>
      <p:sp>
        <p:nvSpPr>
          <p:cNvPr id="26" name="stage-01-number">
            <a:extLst xmlns:a="http://schemas.openxmlformats.org/drawingml/2006/main">
              <a:ext uri="{FF2B5EF4-FFF2-40B4-BE49-F238E27FC236}">
                <a16:creationId xmlns:a16="http://schemas.microsoft.com/office/drawing/2014/main" id="{4225D723-AF17-46CE-8F57-EF6385A30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27" name="stage-01-title">
            <a:extLst xmlns:a="http://schemas.openxmlformats.org/drawingml/2006/main">
              <a:ext uri="{FF2B5EF4-FFF2-40B4-BE49-F238E27FC236}">
                <a16:creationId xmlns:a16="http://schemas.microsoft.com/office/drawing/2014/main" id="{A080687F-349A-4D96-8B9B-B15D9284C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28" name="stage-01-body">
            <a:extLst xmlns:a="http://schemas.openxmlformats.org/drawingml/2006/main">
              <a:ext uri="{FF2B5EF4-FFF2-40B4-BE49-F238E27FC236}">
                <a16:creationId xmlns:a16="http://schemas.microsoft.com/office/drawing/2014/main" id="{35DB16DD-F51B-49F2-B81F-24E50A16B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36" name="stage-03-number">
            <a:extLst xmlns:a="http://schemas.openxmlformats.org/drawingml/2006/main">
              <a:ext uri="{FF2B5EF4-FFF2-40B4-BE49-F238E27FC236}">
                <a16:creationId xmlns:a16="http://schemas.microsoft.com/office/drawing/2014/main" id="{C0286EEE-76D7-4C3D-959B-C1A40C2DE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37" name="stage-03-title">
            <a:extLst xmlns:a="http://schemas.openxmlformats.org/drawingml/2006/main">
              <a:ext uri="{FF2B5EF4-FFF2-40B4-BE49-F238E27FC236}">
                <a16:creationId xmlns:a16="http://schemas.microsoft.com/office/drawing/2014/main" id="{B27EC97C-4E04-4513-B0CF-9ED410CD8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38" name="stage-03-body">
            <a:extLst xmlns:a="http://schemas.openxmlformats.org/drawingml/2006/main">
              <a:ext uri="{FF2B5EF4-FFF2-40B4-BE49-F238E27FC236}">
                <a16:creationId xmlns:a16="http://schemas.microsoft.com/office/drawing/2014/main" id="{9E912F49-5FAE-4B6A-9826-0EE1EFB7F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46" name="stage-05-number">
            <a:extLst xmlns:a="http://schemas.openxmlformats.org/drawingml/2006/main">
              <a:ext uri="{FF2B5EF4-FFF2-40B4-BE49-F238E27FC236}">
                <a16:creationId xmlns:a16="http://schemas.microsoft.com/office/drawing/2014/main" id="{AA36F8DB-73A8-47E8-A962-56FE8DE85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47" name="stage-05-title">
            <a:extLst xmlns:a="http://schemas.openxmlformats.org/drawingml/2006/main">
              <a:ext uri="{FF2B5EF4-FFF2-40B4-BE49-F238E27FC236}">
                <a16:creationId xmlns:a16="http://schemas.microsoft.com/office/drawing/2014/main" id="{E55E05DE-AFC6-4422-9A2F-AD9E27F89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48" name="stage-05-body">
            <a:extLst xmlns:a="http://schemas.openxmlformats.org/drawingml/2006/main">
              <a:ext uri="{FF2B5EF4-FFF2-40B4-BE49-F238E27FC236}">
                <a16:creationId xmlns:a16="http://schemas.microsoft.com/office/drawing/2014/main" id="{F938BB63-05FA-4699-B9B6-45CD5A0C9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0" name="rail-flow-label">
            <a:extLst xmlns:a="http://schemas.openxmlformats.org/drawingml/2006/main">
              <a:ext uri="{FF2B5EF4-FFF2-40B4-BE49-F238E27FC236}">
                <a16:creationId xmlns:a16="http://schemas.microsoft.com/office/drawing/2014/main" id="{FF5EAC43-B84B-4541-B2F4-61336FAA9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8585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858585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1" name="rail-flow-line">
            <a:extLst xmlns:a="http://schemas.openxmlformats.org/drawingml/2006/main">
              <a:ext uri="{FF2B5EF4-FFF2-40B4-BE49-F238E27FC236}">
                <a16:creationId xmlns:a16="http://schemas.microsoft.com/office/drawing/2014/main" id="{AF9A8871-2B22-4386-A390-72752FB38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3" name="rail-flow-idea-label">
            <a:extLst xmlns:a="http://schemas.openxmlformats.org/drawingml/2006/main">
              <a:ext uri="{FF2B5EF4-FFF2-40B4-BE49-F238E27FC236}">
                <a16:creationId xmlns:a16="http://schemas.microsoft.com/office/drawing/2014/main" id="{72E1E745-7177-4B95-A3C2-46F9EE067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5" name="rail-flow-attack-label">
            <a:extLst xmlns:a="http://schemas.openxmlformats.org/drawingml/2006/main">
              <a:ext uri="{FF2B5EF4-FFF2-40B4-BE49-F238E27FC236}">
                <a16:creationId xmlns:a16="http://schemas.microsoft.com/office/drawing/2014/main" id="{1CD5E551-A644-4209-8B85-C43D55DAD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7" name="rail-flow-delivery-label">
            <a:extLst xmlns:a="http://schemas.openxmlformats.org/drawingml/2006/main">
              <a:ext uri="{FF2B5EF4-FFF2-40B4-BE49-F238E27FC236}">
                <a16:creationId xmlns:a16="http://schemas.microsoft.com/office/drawing/2014/main" id="{41242F25-AB1D-4FEC-AA44-0C6A2FA72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8" name="rail-result-box">
            <a:extLst xmlns:a="http://schemas.openxmlformats.org/drawingml/2006/main">
              <a:ext uri="{FF2B5EF4-FFF2-40B4-BE49-F238E27FC236}">
                <a16:creationId xmlns:a16="http://schemas.microsoft.com/office/drawing/2014/main" id="{F7117D08-254C-4F26-B6DD-8B03EB047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0" name="rail-result-text">
            <a:extLst xmlns:a="http://schemas.openxmlformats.org/drawingml/2006/main">
              <a:ext uri="{FF2B5EF4-FFF2-40B4-BE49-F238E27FC236}">
                <a16:creationId xmlns:a16="http://schemas.microsoft.com/office/drawing/2014/main" id="{34A8EF6F-28E9-4F9F-8CFD-1BF6F2603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63" b="1">
                <a:solidFill>
                  <a:srgbClr val="9C000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9C000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61" name="grid-top-rule">
            <a:extLst xmlns:a="http://schemas.openxmlformats.org/drawingml/2006/main">
              <a:ext uri="{FF2B5EF4-FFF2-40B4-BE49-F238E27FC236}">
                <a16:creationId xmlns:a16="http://schemas.microsoft.com/office/drawing/2014/main" id="{0F39FBDF-9E3B-4D49-B005-6B5B93FED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2" name="grid-middle-rule">
            <a:extLst xmlns:a="http://schemas.openxmlformats.org/drawingml/2006/main">
              <a:ext uri="{FF2B5EF4-FFF2-40B4-BE49-F238E27FC236}">
                <a16:creationId xmlns:a16="http://schemas.microsoft.com/office/drawing/2014/main" id="{BBC7B45A-19EF-4696-97BA-CE5C123E4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3" name="grid-vertical-rule">
            <a:extLst xmlns:a="http://schemas.openxmlformats.org/drawingml/2006/main">
              <a:ext uri="{FF2B5EF4-FFF2-40B4-BE49-F238E27FC236}">
                <a16:creationId xmlns:a16="http://schemas.microsoft.com/office/drawing/2014/main" id="{9513784B-DF55-42B5-ACF2-4EF87CE54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4" name="capability-top-rule">
            <a:extLst xmlns:a="http://schemas.openxmlformats.org/drawingml/2006/main">
              <a:ext uri="{FF2B5EF4-FFF2-40B4-BE49-F238E27FC236}">
                <a16:creationId xmlns:a16="http://schemas.microsoft.com/office/drawing/2014/main" id="{9013330B-53F2-4C98-B459-B7BC45073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5" name="module-01-icon-background">
            <a:extLst xmlns:a="http://schemas.openxmlformats.org/drawingml/2006/main">
              <a:ext uri="{FF2B5EF4-FFF2-40B4-BE49-F238E27FC236}">
                <a16:creationId xmlns:a16="http://schemas.microsoft.com/office/drawing/2014/main" id="{6BB7565D-24EF-47D6-BBB0-E18B6DE76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24050"/>
            <a:ext cx="4762500" cy="3124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B"/>
          </a:solidFill>
          <a:ln xmlns:a="http://schemas.openxmlformats.org/drawingml/2006/main" w="0">
            <a:solidFill>
              <a:srgbClr val="EAF2FB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7" name="module-02-icon-background">
            <a:extLst xmlns:a="http://schemas.openxmlformats.org/drawingml/2006/main">
              <a:ext uri="{FF2B5EF4-FFF2-40B4-BE49-F238E27FC236}">
                <a16:creationId xmlns:a16="http://schemas.microsoft.com/office/drawing/2014/main" id="{80C31D3C-F758-4BBC-A10E-E9C339D14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24050"/>
            <a:ext cx="4762500" cy="3124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FA"/>
          </a:solidFill>
          <a:ln xmlns:a="http://schemas.openxmlformats.org/drawingml/2006/main" w="0">
            <a:solidFill>
              <a:srgbClr val="F1ECF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9" name="module-03-icon-background">
            <a:extLst xmlns:a="http://schemas.openxmlformats.org/drawingml/2006/main">
              <a:ext uri="{FF2B5EF4-FFF2-40B4-BE49-F238E27FC236}">
                <a16:creationId xmlns:a16="http://schemas.microsoft.com/office/drawing/2014/main" id="{78E97F08-D68A-43EC-A2D0-7C3051E07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1" name="module-04-icon-background">
            <a:extLst xmlns:a="http://schemas.openxmlformats.org/drawingml/2006/main">
              <a:ext uri="{FF2B5EF4-FFF2-40B4-BE49-F238E27FC236}">
                <a16:creationId xmlns:a16="http://schemas.microsoft.com/office/drawing/2014/main" id="{C303905D-0287-4B86-92D4-33F0EB3B9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3" name="module-04-number">
            <a:extLst xmlns:a="http://schemas.openxmlformats.org/drawingml/2006/main">
              <a:ext uri="{FF2B5EF4-FFF2-40B4-BE49-F238E27FC236}">
                <a16:creationId xmlns:a16="http://schemas.microsoft.com/office/drawing/2014/main" id="{644EFF2E-DC9B-4D41-84F4-10582B446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4" name="module-04-title">
            <a:extLst xmlns:a="http://schemas.openxmlformats.org/drawingml/2006/main">
              <a:ext uri="{FF2B5EF4-FFF2-40B4-BE49-F238E27FC236}">
                <a16:creationId xmlns:a16="http://schemas.microsoft.com/office/drawing/2014/main" id="{9C3B8801-0886-4C35-A421-9571B2595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5" name="module-04-body">
            <a:extLst xmlns:a="http://schemas.openxmlformats.org/drawingml/2006/main">
              <a:ext uri="{FF2B5EF4-FFF2-40B4-BE49-F238E27FC236}">
                <a16:creationId xmlns:a16="http://schemas.microsoft.com/office/drawing/2014/main" id="{815AB31E-77DC-41EF-9FDD-2104B3529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6" name="capability-goal-icon-background">
            <a:extLst xmlns:a="http://schemas.openxmlformats.org/drawingml/2006/main">
              <a:ext uri="{FF2B5EF4-FFF2-40B4-BE49-F238E27FC236}">
                <a16:creationId xmlns:a16="http://schemas.microsoft.com/office/drawing/2014/main" id="{ACC8CF6A-83B8-4CA8-B500-7FCD1FE49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8" name="capability-tech-icon-background">
            <a:extLst xmlns:a="http://schemas.openxmlformats.org/drawingml/2006/main">
              <a:ext uri="{FF2B5EF4-FFF2-40B4-BE49-F238E27FC236}">
                <a16:creationId xmlns:a16="http://schemas.microsoft.com/office/drawing/2014/main" id="{1FBC427F-E57C-45DB-9CCE-FEBB0D899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0" name="capability-collaboration-icon-background">
            <a:extLst xmlns:a="http://schemas.openxmlformats.org/drawingml/2006/main">
              <a:ext uri="{FF2B5EF4-FFF2-40B4-BE49-F238E27FC236}">
                <a16:creationId xmlns:a16="http://schemas.microsoft.com/office/drawing/2014/main" id="{6E13DFB3-20F1-4890-9CA4-4556205A7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2" name="capability-cohesion-icon-background">
            <a:extLst xmlns:a="http://schemas.openxmlformats.org/drawingml/2006/main">
              <a:ext uri="{FF2B5EF4-FFF2-40B4-BE49-F238E27FC236}">
                <a16:creationId xmlns:a16="http://schemas.microsoft.com/office/drawing/2014/main" id="{6D6CB4E0-0BEB-4D63-8FF5-DCEBE4D95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4" name="competitiveness-result-box">
            <a:extLst xmlns:a="http://schemas.openxmlformats.org/drawingml/2006/main">
              <a:ext uri="{FF2B5EF4-FFF2-40B4-BE49-F238E27FC236}">
                <a16:creationId xmlns:a16="http://schemas.microsoft.com/office/drawing/2014/main" id="{F216EF67-2742-4E3A-81AE-9DA7A0133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6" name="competitiveness-result-text">
            <a:extLst xmlns:a="http://schemas.openxmlformats.org/drawingml/2006/main">
              <a:ext uri="{FF2B5EF4-FFF2-40B4-BE49-F238E27FC236}">
                <a16:creationId xmlns:a16="http://schemas.microsoft.com/office/drawing/2014/main" id="{5EF20348-951F-48D4-9F42-3FB89748A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276850"/>
            <a:ext cx="733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38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rPr>
              <a:t>FPS 是结果指标；最早异常 + 分段耗时 + queue age 才能选择修改层。</a:t>
            </a:r>
          </a:p>
        </p:txBody>
      </p:sp>
      <p:pic>
        <p:nvPicPr>
          <p:cNvPr id="20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fb70f9e7544626"/>
          <a:stretch xmlns:a="http://schemas.openxmlformats.org/drawingml/2006/main"/>
        </p:blipFill>
        <p:spPr>
          <a:xfrm xmlns:a="http://schemas.openxmlformats.org/drawingml/2006/main">
            <a:off x="400050" y="257175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88" name="case-header-rule">
            <a:extLst xmlns:a="http://schemas.openxmlformats.org/drawingml/2006/main">
              <a:ext uri="{FF2B5EF4-FFF2-40B4-BE49-F238E27FC236}">
                <a16:creationId xmlns:a16="http://schemas.microsoft.com/office/drawing/2014/main" id="{BAC1EAF4-B798-4F81-B3D8-E711C771E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0020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7D7"/>
          </a:solidFill>
          <a:ln xmlns:a="http://schemas.openxmlformats.org/drawingml/2006/main" w="0">
            <a:solidFill>
              <a:srgbClr val="D7D7D7"/>
            </a:solidFill>
            <a:prstDash val="solid"/>
          </a:ln>
        </p:spPr>
      </p:sp>
      <p:pic>
        <p:nvPicPr>
          <p:cNvPr id="20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0ece5419004ef1"/>
          <a:stretch xmlns:a="http://schemas.openxmlformats.org/drawingml/2006/main"/>
        </p:blipFill>
        <p:spPr>
          <a:xfrm xmlns:a="http://schemas.openxmlformats.org/drawingml/2006/main">
            <a:off x="666750" y="2190750"/>
            <a:ext cx="438150" cy="438150"/>
          </a:xfrm>
          <a:prstGeom xmlns:a="http://schemas.openxmlformats.org/drawingml/2006/main" prst="rect">
            <a:avLst/>
          </a:prstGeom>
        </p:spPr>
      </p:pic>
      <p:pic>
        <p:nvPicPr>
          <p:cNvPr id="20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bb267e019c47b8"/>
          <a:stretch xmlns:a="http://schemas.openxmlformats.org/drawingml/2006/main"/>
        </p:blipFill>
        <p:spPr>
          <a:xfrm xmlns:a="http://schemas.openxmlformats.org/drawingml/2006/main">
            <a:off x="6838950" y="2190750"/>
            <a:ext cx="438150" cy="438150"/>
          </a:xfrm>
          <a:prstGeom xmlns:a="http://schemas.openxmlformats.org/drawingml/2006/main" prst="rect">
            <a:avLst/>
          </a:prstGeom>
        </p:spPr>
      </p:pic>
      <p:sp>
        <p:nvSpPr>
          <p:cNvPr id="91" name="case-one-number">
            <a:extLst xmlns:a="http://schemas.openxmlformats.org/drawingml/2006/main">
              <a:ext uri="{FF2B5EF4-FFF2-40B4-BE49-F238E27FC236}">
                <a16:creationId xmlns:a16="http://schemas.microsoft.com/office/drawing/2014/main" id="{80F689AD-6F88-4A35-AE85-A26AC3B82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1526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rPr>
              <a:t>CASE 31</a:t>
            </a:r>
          </a:p>
        </p:txBody>
      </p:sp>
      <p:sp>
        <p:nvSpPr>
          <p:cNvPr id="92" name="case-two-number">
            <a:extLst xmlns:a="http://schemas.openxmlformats.org/drawingml/2006/main">
              <a:ext uri="{FF2B5EF4-FFF2-40B4-BE49-F238E27FC236}">
                <a16:creationId xmlns:a16="http://schemas.microsoft.com/office/drawing/2014/main" id="{0A6698CA-AC0B-41F4-85BA-082BCE6B8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1526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93" name="case-one-title">
            <a:extLst xmlns:a="http://schemas.openxmlformats.org/drawingml/2006/main">
              <a:ext uri="{FF2B5EF4-FFF2-40B4-BE49-F238E27FC236}">
                <a16:creationId xmlns:a16="http://schemas.microsoft.com/office/drawing/2014/main" id="{EE710BA8-D19C-4963-AFB4-4F3C1F99D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3622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证据组合 → 下一层</a:t>
            </a:r>
          </a:p>
        </p:txBody>
      </p:sp>
      <p:sp>
        <p:nvSpPr>
          <p:cNvPr id="94" name="case-two-title">
            <a:extLst xmlns:a="http://schemas.openxmlformats.org/drawingml/2006/main">
              <a:ext uri="{FF2B5EF4-FFF2-40B4-BE49-F238E27FC236}">
                <a16:creationId xmlns:a16="http://schemas.microsoft.com/office/drawing/2014/main" id="{318AF84A-C84B-43B2-BA7D-1800772BA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3622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95" name="case-one-method">
            <a:extLst xmlns:a="http://schemas.openxmlformats.org/drawingml/2006/main">
              <a:ext uri="{FF2B5EF4-FFF2-40B4-BE49-F238E27FC236}">
                <a16:creationId xmlns:a16="http://schemas.microsoft.com/office/drawing/2014/main" id="{D641B88F-BC38-42A3-A4BB-5C0A78563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3829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rPr>
              <a:t>ROUTE THE INVESTIGATION</a:t>
            </a:r>
          </a:p>
        </p:txBody>
      </p:sp>
      <p:sp>
        <p:nvSpPr>
          <p:cNvPr id="96" name="case-two-method">
            <a:extLst xmlns:a="http://schemas.openxmlformats.org/drawingml/2006/main">
              <a:ext uri="{FF2B5EF4-FFF2-40B4-BE49-F238E27FC236}">
                <a16:creationId xmlns:a16="http://schemas.microsoft.com/office/drawing/2014/main" id="{138671CA-C122-4895-8836-E45A6FC58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575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97" name="case-left-rule-0">
            <a:extLst xmlns:a="http://schemas.openxmlformats.org/drawingml/2006/main">
              <a:ext uri="{FF2B5EF4-FFF2-40B4-BE49-F238E27FC236}">
                <a16:creationId xmlns:a16="http://schemas.microsoft.com/office/drawing/2014/main" id="{A9E0F7F1-556E-496E-816D-C112F9654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813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98" name="case-right-rule-0">
            <a:extLst xmlns:a="http://schemas.openxmlformats.org/drawingml/2006/main">
              <a:ext uri="{FF2B5EF4-FFF2-40B4-BE49-F238E27FC236}">
                <a16:creationId xmlns:a16="http://schemas.microsoft.com/office/drawing/2014/main" id="{F698392D-CBD9-4BDB-A31B-B374CB008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1813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99" name="case-label-left-0">
            <a:extLst xmlns:a="http://schemas.openxmlformats.org/drawingml/2006/main">
              <a:ext uri="{FF2B5EF4-FFF2-40B4-BE49-F238E27FC236}">
                <a16:creationId xmlns:a16="http://schemas.microsoft.com/office/drawing/2014/main" id="{1AFF2D59-C41A-4DA2-B654-8554618F8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decode 高 / queue 低</a:t>
            </a:r>
          </a:p>
        </p:txBody>
      </p:sp>
      <p:sp>
        <p:nvSpPr>
          <p:cNvPr id="100" name="case-value-left-0">
            <a:extLst xmlns:a="http://schemas.openxmlformats.org/drawingml/2006/main">
              <a:ext uri="{FF2B5EF4-FFF2-40B4-BE49-F238E27FC236}">
                <a16:creationId xmlns:a16="http://schemas.microsoft.com/office/drawing/2014/main" id="{17B95C37-E670-4E76-804D-E304F37CD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2385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验证 codec 输入与 PTS</a:t>
            </a:r>
          </a:p>
        </p:txBody>
      </p:sp>
      <p:sp>
        <p:nvSpPr>
          <p:cNvPr id="101" name="case-label-right-0">
            <a:extLst xmlns:a="http://schemas.openxmlformats.org/drawingml/2006/main">
              <a:ext uri="{FF2B5EF4-FFF2-40B4-BE49-F238E27FC236}">
                <a16:creationId xmlns:a16="http://schemas.microsoft.com/office/drawing/2014/main" id="{18A46C20-C188-49D9-98C2-BA5F1F298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2385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02" name="case-value-right-0">
            <a:extLst xmlns:a="http://schemas.openxmlformats.org/drawingml/2006/main">
              <a:ext uri="{FF2B5EF4-FFF2-40B4-BE49-F238E27FC236}">
                <a16:creationId xmlns:a16="http://schemas.microsoft.com/office/drawing/2014/main" id="{7B7E08BA-BD87-441F-B3DB-2BCCF3B9A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2385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03" name="case-left-rule-1">
            <a:extLst xmlns:a="http://schemas.openxmlformats.org/drawingml/2006/main">
              <a:ext uri="{FF2B5EF4-FFF2-40B4-BE49-F238E27FC236}">
                <a16:creationId xmlns:a16="http://schemas.microsoft.com/office/drawing/2014/main" id="{659D7CC2-4EC3-4F7C-BF89-3A07EE6C3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004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04" name="case-right-rule-1">
            <a:extLst xmlns:a="http://schemas.openxmlformats.org/drawingml/2006/main">
              <a:ext uri="{FF2B5EF4-FFF2-40B4-BE49-F238E27FC236}">
                <a16:creationId xmlns:a16="http://schemas.microsoft.com/office/drawing/2014/main" id="{B37D164D-5E44-46FA-ADF5-91601117C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6004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05" name="case-label-left-1">
            <a:extLst xmlns:a="http://schemas.openxmlformats.org/drawingml/2006/main">
              <a:ext uri="{FF2B5EF4-FFF2-40B4-BE49-F238E27FC236}">
                <a16:creationId xmlns:a16="http://schemas.microsoft.com/office/drawing/2014/main" id="{796BAB44-29A4-4469-8C56-2DD29EAB6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576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decode 低 / queue age 高</a:t>
            </a:r>
          </a:p>
        </p:txBody>
      </p:sp>
      <p:sp>
        <p:nvSpPr>
          <p:cNvPr id="106" name="case-value-left-1">
            <a:extLst xmlns:a="http://schemas.openxmlformats.org/drawingml/2006/main">
              <a:ext uri="{FF2B5EF4-FFF2-40B4-BE49-F238E27FC236}">
                <a16:creationId xmlns:a16="http://schemas.microsoft.com/office/drawing/2014/main" id="{E2585E34-D692-44BF-BE1E-7329CBA4B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576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验证 worker 与背压</a:t>
            </a:r>
          </a:p>
        </p:txBody>
      </p:sp>
      <p:sp>
        <p:nvSpPr>
          <p:cNvPr id="107" name="case-label-right-1">
            <a:extLst xmlns:a="http://schemas.openxmlformats.org/drawingml/2006/main">
              <a:ext uri="{FF2B5EF4-FFF2-40B4-BE49-F238E27FC236}">
                <a16:creationId xmlns:a16="http://schemas.microsoft.com/office/drawing/2014/main" id="{40591D54-6B8B-4336-9EA6-38AC4E705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6576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08" name="case-value-right-1">
            <a:extLst xmlns:a="http://schemas.openxmlformats.org/drawingml/2006/main">
              <a:ext uri="{FF2B5EF4-FFF2-40B4-BE49-F238E27FC236}">
                <a16:creationId xmlns:a16="http://schemas.microsoft.com/office/drawing/2014/main" id="{3E0F325A-0686-4039-ACBE-35AD57BC2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6576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09" name="case-left-rule-2">
            <a:extLst xmlns:a="http://schemas.openxmlformats.org/drawingml/2006/main">
              <a:ext uri="{FF2B5EF4-FFF2-40B4-BE49-F238E27FC236}">
                <a16:creationId xmlns:a16="http://schemas.microsoft.com/office/drawing/2014/main" id="{B431DC1D-7996-47F7-B716-B4104C061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195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0" name="case-right-rule-2">
            <a:extLst xmlns:a="http://schemas.openxmlformats.org/drawingml/2006/main">
              <a:ext uri="{FF2B5EF4-FFF2-40B4-BE49-F238E27FC236}">
                <a16:creationId xmlns:a16="http://schemas.microsoft.com/office/drawing/2014/main" id="{8A9990CB-8F45-4A02-86D6-E10EE0E9F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0195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1" name="case-label-left-2">
            <a:extLst xmlns:a="http://schemas.openxmlformats.org/drawingml/2006/main">
              <a:ext uri="{FF2B5EF4-FFF2-40B4-BE49-F238E27FC236}">
                <a16:creationId xmlns:a16="http://schemas.microsoft.com/office/drawing/2014/main" id="{2BEDC775-5045-4471-AF1B-C0AD01484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767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compose 高</a:t>
            </a:r>
          </a:p>
        </p:txBody>
      </p:sp>
      <p:sp>
        <p:nvSpPr>
          <p:cNvPr id="112" name="case-value-left-2">
            <a:extLst xmlns:a="http://schemas.openxmlformats.org/drawingml/2006/main">
              <a:ext uri="{FF2B5EF4-FFF2-40B4-BE49-F238E27FC236}">
                <a16:creationId xmlns:a16="http://schemas.microsoft.com/office/drawing/2014/main" id="{EA218FAD-D644-4FFB-BE95-C64F04C7F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767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验证 import / shader / dirty rect</a:t>
            </a:r>
          </a:p>
        </p:txBody>
      </p:sp>
      <p:sp>
        <p:nvSpPr>
          <p:cNvPr id="113" name="case-label-right-2">
            <a:extLst xmlns:a="http://schemas.openxmlformats.org/drawingml/2006/main">
              <a:ext uri="{FF2B5EF4-FFF2-40B4-BE49-F238E27FC236}">
                <a16:creationId xmlns:a16="http://schemas.microsoft.com/office/drawing/2014/main" id="{577C7B67-0F67-44A6-9DDD-559EFF9DC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0767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14" name="case-value-right-2">
            <a:extLst xmlns:a="http://schemas.openxmlformats.org/drawingml/2006/main">
              <a:ext uri="{FF2B5EF4-FFF2-40B4-BE49-F238E27FC236}">
                <a16:creationId xmlns:a16="http://schemas.microsoft.com/office/drawing/2014/main" id="{563E56E8-30B3-435F-846A-BBF723B44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0767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15" name="case-left-rule-3">
            <a:extLst xmlns:a="http://schemas.openxmlformats.org/drawingml/2006/main">
              <a:ext uri="{FF2B5EF4-FFF2-40B4-BE49-F238E27FC236}">
                <a16:creationId xmlns:a16="http://schemas.microsoft.com/office/drawing/2014/main" id="{73F1F4EA-AE10-4C4D-BA07-7CC8DAE70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386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6" name="case-right-rule-3">
            <a:extLst xmlns:a="http://schemas.openxmlformats.org/drawingml/2006/main">
              <a:ext uri="{FF2B5EF4-FFF2-40B4-BE49-F238E27FC236}">
                <a16:creationId xmlns:a16="http://schemas.microsoft.com/office/drawing/2014/main" id="{54F3B591-F56B-4DB3-A065-BC6E7BCF2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4386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7" name="case-label-left-3">
            <a:extLst xmlns:a="http://schemas.openxmlformats.org/drawingml/2006/main">
              <a:ext uri="{FF2B5EF4-FFF2-40B4-BE49-F238E27FC236}">
                <a16:creationId xmlns:a16="http://schemas.microsoft.com/office/drawing/2014/main" id="{678E3CF7-1438-4AC3-A0C1-5353F3F2F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958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全段低但画面白</a:t>
            </a:r>
          </a:p>
        </p:txBody>
      </p:sp>
      <p:sp>
        <p:nvSpPr>
          <p:cNvPr id="118" name="case-value-left-3">
            <a:extLst xmlns:a="http://schemas.openxmlformats.org/drawingml/2006/main">
              <a:ext uri="{FF2B5EF4-FFF2-40B4-BE49-F238E27FC236}">
                <a16:creationId xmlns:a16="http://schemas.microsoft.com/office/drawing/2014/main" id="{63677797-5DC0-45FD-9D3E-4D98A65D1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4958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验证上游内容与 readiness</a:t>
            </a:r>
          </a:p>
        </p:txBody>
      </p:sp>
      <p:sp>
        <p:nvSpPr>
          <p:cNvPr id="119" name="case-label-right-3">
            <a:extLst xmlns:a="http://schemas.openxmlformats.org/drawingml/2006/main">
              <a:ext uri="{FF2B5EF4-FFF2-40B4-BE49-F238E27FC236}">
                <a16:creationId xmlns:a16="http://schemas.microsoft.com/office/drawing/2014/main" id="{796CDBCF-DEAC-47B8-9C7D-BBC794C33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4958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20" name="case-value-right-3">
            <a:extLst xmlns:a="http://schemas.openxmlformats.org/drawingml/2006/main">
              <a:ext uri="{FF2B5EF4-FFF2-40B4-BE49-F238E27FC236}">
                <a16:creationId xmlns:a16="http://schemas.microsoft.com/office/drawing/2014/main" id="{1212E204-1B9F-477E-80DD-961E203DC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4958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21" name="case-transfer-circle">
            <a:extLst xmlns:a="http://schemas.openxmlformats.org/drawingml/2006/main">
              <a:ext uri="{FF2B5EF4-FFF2-40B4-BE49-F238E27FC236}">
                <a16:creationId xmlns:a16="http://schemas.microsoft.com/office/drawing/2014/main" id="{FF6A693F-DADF-434A-A7E7-B5831EE8E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95275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7000B"/>
            </a:solidFill>
            <a:prstDash val="solid"/>
          </a:ln>
        </p:spPr>
      </p:sp>
      <p:pic>
        <p:nvPicPr>
          <p:cNvPr id="2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1891f279614a62"/>
          <a:stretch xmlns:a="http://schemas.openxmlformats.org/drawingml/2006/main"/>
        </p:blipFill>
        <p:spPr>
          <a:xfrm xmlns:a="http://schemas.openxmlformats.org/drawingml/2006/main">
            <a:off x="5667375" y="3105150"/>
            <a:ext cx="400050" cy="400050"/>
          </a:xfrm>
          <a:prstGeom xmlns:a="http://schemas.openxmlformats.org/drawingml/2006/main" prst="rect">
            <a:avLst/>
          </a:prstGeom>
        </p:spPr>
      </p:pic>
      <p:sp>
        <p:nvSpPr>
          <p:cNvPr id="123" name="case-transfer-text">
            <a:extLst xmlns:a="http://schemas.openxmlformats.org/drawingml/2006/main">
              <a:ext uri="{FF2B5EF4-FFF2-40B4-BE49-F238E27FC236}">
                <a16:creationId xmlns:a16="http://schemas.microsoft.com/office/drawing/2014/main" id="{48A38601-6EA4-43E6-9D6F-38C449733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524250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88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证据</a:t>
            </a:r>
          </a:p>
        </p:txBody>
      </p:sp>
      <p:sp>
        <p:nvSpPr>
          <p:cNvPr id="124" name="case-left-arrow">
            <a:extLst xmlns:a="http://schemas.openxmlformats.org/drawingml/2006/main">
              <a:ext uri="{FF2B5EF4-FFF2-40B4-BE49-F238E27FC236}">
                <a16:creationId xmlns:a16="http://schemas.microsoft.com/office/drawing/2014/main" id="{03A1806C-B519-4A4A-9980-2434DFAFD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21945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22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←</a:t>
            </a:r>
          </a:p>
        </p:txBody>
      </p:sp>
      <p:sp>
        <p:nvSpPr>
          <p:cNvPr id="125" name="case-right-arrow">
            <a:extLst xmlns:a="http://schemas.openxmlformats.org/drawingml/2006/main">
              <a:ext uri="{FF2B5EF4-FFF2-40B4-BE49-F238E27FC236}">
                <a16:creationId xmlns:a16="http://schemas.microsoft.com/office/drawing/2014/main" id="{E8FB34F1-A4F6-406E-85FD-21A5A0934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21945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22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26" name="timeline-rule">
            <a:extLst xmlns:a="http://schemas.openxmlformats.org/drawingml/2006/main">
              <a:ext uri="{FF2B5EF4-FFF2-40B4-BE49-F238E27FC236}">
                <a16:creationId xmlns:a16="http://schemas.microsoft.com/office/drawing/2014/main" id="{46F26517-8D14-4ED8-B91E-154EEEC9A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81700"/>
            <a:ext cx="10934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7D7"/>
          </a:solidFill>
          <a:ln xmlns:a="http://schemas.openxmlformats.org/drawingml/2006/main" w="0">
            <a:solidFill>
              <a:srgbClr val="D7D7D7"/>
            </a:solidFill>
            <a:prstDash val="solid"/>
          </a:ln>
        </p:spPr>
      </p:sp>
      <p:sp>
        <p:nvSpPr>
          <p:cNvPr id="127" name="timeline-dot-0">
            <a:extLst xmlns:a="http://schemas.openxmlformats.org/drawingml/2006/main">
              <a:ext uri="{FF2B5EF4-FFF2-40B4-BE49-F238E27FC236}">
                <a16:creationId xmlns:a16="http://schemas.microsoft.com/office/drawing/2014/main" id="{B1B2265D-D326-40FF-A60F-C0FBE9741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674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128" name="timeline-card-0">
            <a:extLst xmlns:a="http://schemas.openxmlformats.org/drawingml/2006/main">
              <a:ext uri="{FF2B5EF4-FFF2-40B4-BE49-F238E27FC236}">
                <a16:creationId xmlns:a16="http://schemas.microsoft.com/office/drawing/2014/main" id="{E06F85EB-4FA9-4043-8BE1-A3CF40B5C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72200"/>
            <a:ext cx="2000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EC"/>
          </a:solidFill>
          <a:ln xmlns:a="http://schemas.openxmlformats.org/drawingml/2006/main" w="0">
            <a:solidFill>
              <a:srgbClr val="FBEAEC"/>
            </a:solidFill>
            <a:prstDash val="solid"/>
          </a:ln>
        </p:spPr>
      </p:sp>
      <p:pic>
        <p:nvPicPr>
          <p:cNvPr id="2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e8f9543ebd4ccd"/>
          <a:stretch xmlns:a="http://schemas.openxmlformats.org/drawingml/2006/main"/>
        </p:blipFill>
        <p:spPr>
          <a:xfrm xmlns:a="http://schemas.openxmlformats.org/drawingml/2006/main">
            <a:off x="514350" y="63055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30" name="timeline-text-0">
            <a:extLst xmlns:a="http://schemas.openxmlformats.org/drawingml/2006/main">
              <a:ext uri="{FF2B5EF4-FFF2-40B4-BE49-F238E27FC236}">
                <a16:creationId xmlns:a16="http://schemas.microsoft.com/office/drawing/2014/main" id="{3B912A19-9FE5-4187-98C5-1F80D3054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210300"/>
            <a:ext cx="1543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冻结现象</a:t>
            </a:r>
          </a:p>
        </p:txBody>
      </p:sp>
      <p:sp>
        <p:nvSpPr>
          <p:cNvPr id="131" name="timeline-dot-1">
            <a:extLst xmlns:a="http://schemas.openxmlformats.org/drawingml/2006/main">
              <a:ext uri="{FF2B5EF4-FFF2-40B4-BE49-F238E27FC236}">
                <a16:creationId xmlns:a16="http://schemas.microsoft.com/office/drawing/2014/main" id="{7D872788-C8C9-4D53-BCFB-3EE338664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58674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45C7"/>
          </a:solidFill>
          <a:ln xmlns:a="http://schemas.openxmlformats.org/drawingml/2006/main" w="0">
            <a:solidFill>
              <a:srgbClr val="6D45C7"/>
            </a:solidFill>
            <a:prstDash val="solid"/>
          </a:ln>
        </p:spPr>
      </p:sp>
      <p:sp>
        <p:nvSpPr>
          <p:cNvPr id="132" name="timeline-card-1">
            <a:extLst xmlns:a="http://schemas.openxmlformats.org/drawingml/2006/main">
              <a:ext uri="{FF2B5EF4-FFF2-40B4-BE49-F238E27FC236}">
                <a16:creationId xmlns:a16="http://schemas.microsoft.com/office/drawing/2014/main" id="{07574872-6C46-4DCB-998F-DE9FCE105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6172200"/>
            <a:ext cx="3048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FA"/>
          </a:solidFill>
          <a:ln xmlns:a="http://schemas.openxmlformats.org/drawingml/2006/main" w="0">
            <a:solidFill>
              <a:srgbClr val="F1ECFA"/>
            </a:solidFill>
            <a:prstDash val="solid"/>
          </a:ln>
        </p:spPr>
      </p:sp>
      <p:pic>
        <p:nvPicPr>
          <p:cNvPr id="2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614f1eb44b45e9"/>
          <a:stretch xmlns:a="http://schemas.openxmlformats.org/drawingml/2006/main"/>
        </p:blipFill>
        <p:spPr>
          <a:xfrm xmlns:a="http://schemas.openxmlformats.org/drawingml/2006/main">
            <a:off x="2705100" y="63055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34" name="timeline-text-1">
            <a:extLst xmlns:a="http://schemas.openxmlformats.org/drawingml/2006/main">
              <a:ext uri="{FF2B5EF4-FFF2-40B4-BE49-F238E27FC236}">
                <a16:creationId xmlns:a16="http://schemas.microsoft.com/office/drawing/2014/main" id="{4A727200-EA29-4361-9862-418A0DE95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6210300"/>
            <a:ext cx="2590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>同帧证据</a:t>
            </a:r>
          </a:p>
        </p:txBody>
      </p:sp>
      <p:sp>
        <p:nvSpPr>
          <p:cNvPr id="135" name="timeline-dot-2">
            <a:extLst xmlns:a="http://schemas.openxmlformats.org/drawingml/2006/main">
              <a:ext uri="{FF2B5EF4-FFF2-40B4-BE49-F238E27FC236}">
                <a16:creationId xmlns:a16="http://schemas.microsoft.com/office/drawing/2014/main" id="{3F1EC896-E46F-4384-894B-3DDEC4776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58674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136" name="timeline-card-2">
            <a:extLst xmlns:a="http://schemas.openxmlformats.org/drawingml/2006/main">
              <a:ext uri="{FF2B5EF4-FFF2-40B4-BE49-F238E27FC236}">
                <a16:creationId xmlns:a16="http://schemas.microsoft.com/office/drawing/2014/main" id="{F4FEA41C-C58A-4D35-9F21-95E1FD4ED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6172200"/>
            <a:ext cx="1428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EC"/>
          </a:solidFill>
          <a:ln xmlns:a="http://schemas.openxmlformats.org/drawingml/2006/main" w="0">
            <a:solidFill>
              <a:srgbClr val="FBEAEC"/>
            </a:solidFill>
            <a:prstDash val="solid"/>
          </a:ln>
        </p:spPr>
      </p:sp>
      <p:pic>
        <p:nvPicPr>
          <p:cNvPr id="2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89cf602a694ffc"/>
          <a:stretch xmlns:a="http://schemas.openxmlformats.org/drawingml/2006/main"/>
        </p:blipFill>
        <p:spPr>
          <a:xfrm xmlns:a="http://schemas.openxmlformats.org/drawingml/2006/main">
            <a:off x="5943600" y="63055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38" name="timeline-text-2">
            <a:extLst xmlns:a="http://schemas.openxmlformats.org/drawingml/2006/main">
              <a:ext uri="{FF2B5EF4-FFF2-40B4-BE49-F238E27FC236}">
                <a16:creationId xmlns:a16="http://schemas.microsoft.com/office/drawing/2014/main" id="{75A6DFD3-381A-4508-A88C-74D03EE63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6210300"/>
            <a:ext cx="971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指标路由</a:t>
            </a:r>
          </a:p>
        </p:txBody>
      </p:sp>
      <p:sp>
        <p:nvSpPr>
          <p:cNvPr id="139" name="timeline-dot-3">
            <a:extLst xmlns:a="http://schemas.openxmlformats.org/drawingml/2006/main">
              <a:ext uri="{FF2B5EF4-FFF2-40B4-BE49-F238E27FC236}">
                <a16:creationId xmlns:a16="http://schemas.microsoft.com/office/drawing/2014/main" id="{EE23DBD8-AF98-46BF-B5EA-9A5764E71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8674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45C7"/>
          </a:solidFill>
          <a:ln xmlns:a="http://schemas.openxmlformats.org/drawingml/2006/main" w="0">
            <a:solidFill>
              <a:srgbClr val="6D45C7"/>
            </a:solidFill>
            <a:prstDash val="solid"/>
          </a:ln>
        </p:spPr>
      </p:sp>
      <p:sp>
        <p:nvSpPr>
          <p:cNvPr id="140" name="timeline-card-3">
            <a:extLst xmlns:a="http://schemas.openxmlformats.org/drawingml/2006/main">
              <a:ext uri="{FF2B5EF4-FFF2-40B4-BE49-F238E27FC236}">
                <a16:creationId xmlns:a16="http://schemas.microsoft.com/office/drawing/2014/main" id="{705D6FCE-1ACC-445B-943D-DD93AE12E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72200"/>
            <a:ext cx="2571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FA"/>
          </a:solidFill>
          <a:ln xmlns:a="http://schemas.openxmlformats.org/drawingml/2006/main" w="0">
            <a:solidFill>
              <a:srgbClr val="F1ECFA"/>
            </a:solidFill>
            <a:prstDash val="solid"/>
          </a:ln>
        </p:spPr>
      </p:sp>
      <p:pic>
        <p:nvPicPr>
          <p:cNvPr id="25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2ade49494e4551"/>
          <a:stretch xmlns:a="http://schemas.openxmlformats.org/drawingml/2006/main"/>
        </p:blipFill>
        <p:spPr>
          <a:xfrm xmlns:a="http://schemas.openxmlformats.org/drawingml/2006/main">
            <a:off x="7562850" y="63055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42" name="timeline-text-3">
            <a:extLst xmlns:a="http://schemas.openxmlformats.org/drawingml/2006/main">
              <a:ext uri="{FF2B5EF4-FFF2-40B4-BE49-F238E27FC236}">
                <a16:creationId xmlns:a16="http://schemas.microsoft.com/office/drawing/2014/main" id="{D8BB6B58-07F6-42CB-AD15-5ADC5CB98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6210300"/>
            <a:ext cx="2114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>生命周期</a:t>
            </a:r>
          </a:p>
        </p:txBody>
      </p:sp>
      <p:sp>
        <p:nvSpPr>
          <p:cNvPr id="143" name="timeline-dot-4">
            <a:extLst xmlns:a="http://schemas.openxmlformats.org/drawingml/2006/main">
              <a:ext uri="{FF2B5EF4-FFF2-40B4-BE49-F238E27FC236}">
                <a16:creationId xmlns:a16="http://schemas.microsoft.com/office/drawing/2014/main" id="{42256876-971C-44C3-B36A-A2A5DC337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58674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F5B"/>
          </a:solidFill>
          <a:ln xmlns:a="http://schemas.openxmlformats.org/drawingml/2006/main" w="0">
            <a:solidFill>
              <a:srgbClr val="2F8F5B"/>
            </a:solidFill>
            <a:prstDash val="solid"/>
          </a:ln>
        </p:spPr>
      </p:sp>
      <p:sp>
        <p:nvSpPr>
          <p:cNvPr id="144" name="timeline-card-4">
            <a:extLst xmlns:a="http://schemas.openxmlformats.org/drawingml/2006/main">
              <a:ext uri="{FF2B5EF4-FFF2-40B4-BE49-F238E27FC236}">
                <a16:creationId xmlns:a16="http://schemas.microsoft.com/office/drawing/2014/main" id="{B406802C-BB49-4241-9BAC-E9752EDB4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6172200"/>
            <a:ext cx="10287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E"/>
          </a:solidFill>
          <a:ln xmlns:a="http://schemas.openxmlformats.org/drawingml/2006/main" w="0">
            <a:solidFill>
              <a:srgbClr val="EAF5EE"/>
            </a:solidFill>
            <a:prstDash val="solid"/>
          </a:ln>
        </p:spPr>
      </p:sp>
      <p:pic>
        <p:nvPicPr>
          <p:cNvPr id="26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8ef4e845254921"/>
          <a:stretch xmlns:a="http://schemas.openxmlformats.org/drawingml/2006/main"/>
        </p:blipFill>
        <p:spPr>
          <a:xfrm xmlns:a="http://schemas.openxmlformats.org/drawingml/2006/main">
            <a:off x="10325100" y="63055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46" name="timeline-text-4">
            <a:extLst xmlns:a="http://schemas.openxmlformats.org/drawingml/2006/main">
              <a:ext uri="{FF2B5EF4-FFF2-40B4-BE49-F238E27FC236}">
                <a16:creationId xmlns:a16="http://schemas.microsoft.com/office/drawing/2014/main" id="{B28B3A76-07CD-44BF-8BCF-942072BDE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6210300"/>
            <a:ext cx="57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rPr>
              <a:t>输出契约</a:t>
            </a:r>
          </a:p>
        </p:txBody>
      </p:sp>
      <p:pic>
        <p:nvPicPr>
          <p:cNvPr id="26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70951aabc24b40"/>
          <a:stretch xmlns:a="http://schemas.openxmlformats.org/drawingml/2006/main"/>
        </p:blipFill>
        <p:spPr>
          <a:xfrm xmlns:a="http://schemas.openxmlformats.org/drawingml/2006/main">
            <a:off x="10382250" y="268813"/>
            <a:ext cx="952500" cy="214850"/>
          </a:xfrm>
          <a:prstGeom xmlns:a="http://schemas.openxmlformats.org/drawingml/2006/main" prst="rect">
            <a:avLst/>
          </a:prstGeom>
        </p:spPr>
      </p:pic>
      <p:pic>
        <p:nvPicPr>
          <p:cNvPr id="26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caf8c5dafc4e5e"/>
          <a:stretch xmlns:a="http://schemas.openxmlformats.org/drawingml/2006/main"/>
        </p:blipFill>
        <p:spPr>
          <a:xfrm xmlns:a="http://schemas.openxmlformats.org/drawingml/2006/main">
            <a:off x="6610350" y="1924050"/>
            <a:ext cx="4686300" cy="3124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9805989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9937CBA2-7E4F-43F3-9EBA-CFD6BD1B5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38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rPr>
              <a:t>32 · 第五幕｜GPU 方法迁移</a:t>
            </a:r>
          </a:p>
        </p:txBody>
      </p:sp>
      <p:sp>
        <p:nvSpPr>
          <p:cNvPr id="5" name="team-name">
            <a:extLst xmlns:a="http://schemas.openxmlformats.org/drawingml/2006/main">
              <a:ext uri="{FF2B5EF4-FFF2-40B4-BE49-F238E27FC236}">
                <a16:creationId xmlns:a16="http://schemas.microsoft.com/office/drawing/2014/main" id="{DF70FBB6-5F6E-4537-9090-0CBE67318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6" name="business-direction">
            <a:extLst xmlns:a="http://schemas.openxmlformats.org/drawingml/2006/main">
              <a:ext uri="{FF2B5EF4-FFF2-40B4-BE49-F238E27FC236}">
                <a16:creationId xmlns:a16="http://schemas.microsoft.com/office/drawing/2014/main" id="{264209F6-E82F-4B7F-97F5-9E0C8215D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" name="storyline-lead">
            <a:extLst xmlns:a="http://schemas.openxmlformats.org/drawingml/2006/main">
              <a:ext uri="{FF2B5EF4-FFF2-40B4-BE49-F238E27FC236}">
                <a16:creationId xmlns:a16="http://schemas.microsoft.com/office/drawing/2014/main" id="{513D4A51-8337-4FB4-B56E-8172C046E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8" name="storyline-outcome">
            <a:extLst xmlns:a="http://schemas.openxmlformats.org/drawingml/2006/main">
              <a:ext uri="{FF2B5EF4-FFF2-40B4-BE49-F238E27FC236}">
                <a16:creationId xmlns:a16="http://schemas.microsoft.com/office/drawing/2014/main" id="{BB1932BF-7915-4685-850E-EE30D779E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9" name="origin-story">
            <a:extLst xmlns:a="http://schemas.openxmlformats.org/drawingml/2006/main">
              <a:ext uri="{FF2B5EF4-FFF2-40B4-BE49-F238E27FC236}">
                <a16:creationId xmlns:a16="http://schemas.microsoft.com/office/drawing/2014/main" id="{4F383126-75F9-4A95-9DFA-12133DB4A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1104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210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HarmonyOS 适配难在 Buffer 与 Surface 生命周期</a:t>
            </a:r>
          </a:p>
        </p:txBody>
      </p:sp>
      <p:sp>
        <p:nvSpPr>
          <p:cNvPr id="10" name="capability-label">
            <a:extLst xmlns:a="http://schemas.openxmlformats.org/drawingml/2006/main">
              <a:ext uri="{FF2B5EF4-FFF2-40B4-BE49-F238E27FC236}">
                <a16:creationId xmlns:a16="http://schemas.microsoft.com/office/drawing/2014/main" id="{6618DDA6-5320-4544-A67A-4138E5DF0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9115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SLIDE 32 · WORKSHOP</a:t>
            </a:r>
          </a:p>
        </p:txBody>
      </p:sp>
      <p:sp>
        <p:nvSpPr>
          <p:cNvPr id="12" name="capability-goal-text">
            <a:extLst xmlns:a="http://schemas.openxmlformats.org/drawingml/2006/main">
              <a:ext uri="{FF2B5EF4-FFF2-40B4-BE49-F238E27FC236}">
                <a16:creationId xmlns:a16="http://schemas.microsoft.com/office/drawing/2014/main" id="{A9BB6ADF-6F5A-486E-9828-9BB90056D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4" name="capability-tech-text">
            <a:extLst xmlns:a="http://schemas.openxmlformats.org/drawingml/2006/main">
              <a:ext uri="{FF2B5EF4-FFF2-40B4-BE49-F238E27FC236}">
                <a16:creationId xmlns:a16="http://schemas.microsoft.com/office/drawing/2014/main" id="{A789BA83-BEE2-4D60-80BC-6239BCAB3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6" name="capability-collaboration-text">
            <a:extLst xmlns:a="http://schemas.openxmlformats.org/drawingml/2006/main">
              <a:ext uri="{FF2B5EF4-FFF2-40B4-BE49-F238E27FC236}">
                <a16:creationId xmlns:a16="http://schemas.microsoft.com/office/drawing/2014/main" id="{D085A46E-BB95-4E44-A140-3211DC950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8" name="capability-cohesion-text">
            <a:extLst xmlns:a="http://schemas.openxmlformats.org/drawingml/2006/main">
              <a:ext uri="{FF2B5EF4-FFF2-40B4-BE49-F238E27FC236}">
                <a16:creationId xmlns:a16="http://schemas.microsoft.com/office/drawing/2014/main" id="{31E7FE61-7CF7-4BF1-B351-6E8BC2ABB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21" name="journey-top-rule">
            <a:extLst xmlns:a="http://schemas.openxmlformats.org/drawingml/2006/main">
              <a:ext uri="{FF2B5EF4-FFF2-40B4-BE49-F238E27FC236}">
                <a16:creationId xmlns:a16="http://schemas.microsoft.com/office/drawing/2014/main" id="{3F7D1C62-8DF5-4E48-9864-9C17DDEE1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2" name="journey-label">
            <a:extLst xmlns:a="http://schemas.openxmlformats.org/drawingml/2006/main">
              <a:ext uri="{FF2B5EF4-FFF2-40B4-BE49-F238E27FC236}">
                <a16:creationId xmlns:a16="http://schemas.microsoft.com/office/drawing/2014/main" id="{8E7E41EF-B0E6-4678-B07F-0EBF826CF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GPU 送显必须同时冻结对象身份、所有权、生命周期和 resize 后的不变量。</a:t>
            </a:r>
          </a:p>
        </p:txBody>
      </p:sp>
      <p:sp>
        <p:nvSpPr>
          <p:cNvPr id="26" name="stage-01-number">
            <a:extLst xmlns:a="http://schemas.openxmlformats.org/drawingml/2006/main">
              <a:ext uri="{FF2B5EF4-FFF2-40B4-BE49-F238E27FC236}">
                <a16:creationId xmlns:a16="http://schemas.microsoft.com/office/drawing/2014/main" id="{4225D723-AF17-46CE-8F57-EF6385A30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27" name="stage-01-title">
            <a:extLst xmlns:a="http://schemas.openxmlformats.org/drawingml/2006/main">
              <a:ext uri="{FF2B5EF4-FFF2-40B4-BE49-F238E27FC236}">
                <a16:creationId xmlns:a16="http://schemas.microsoft.com/office/drawing/2014/main" id="{A080687F-349A-4D96-8B9B-B15D9284C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28" name="stage-01-body">
            <a:extLst xmlns:a="http://schemas.openxmlformats.org/drawingml/2006/main">
              <a:ext uri="{FF2B5EF4-FFF2-40B4-BE49-F238E27FC236}">
                <a16:creationId xmlns:a16="http://schemas.microsoft.com/office/drawing/2014/main" id="{35DB16DD-F51B-49F2-B81F-24E50A16B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36" name="stage-03-number">
            <a:extLst xmlns:a="http://schemas.openxmlformats.org/drawingml/2006/main">
              <a:ext uri="{FF2B5EF4-FFF2-40B4-BE49-F238E27FC236}">
                <a16:creationId xmlns:a16="http://schemas.microsoft.com/office/drawing/2014/main" id="{C0286EEE-76D7-4C3D-959B-C1A40C2DE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37" name="stage-03-title">
            <a:extLst xmlns:a="http://schemas.openxmlformats.org/drawingml/2006/main">
              <a:ext uri="{FF2B5EF4-FFF2-40B4-BE49-F238E27FC236}">
                <a16:creationId xmlns:a16="http://schemas.microsoft.com/office/drawing/2014/main" id="{B27EC97C-4E04-4513-B0CF-9ED410CD8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38" name="stage-03-body">
            <a:extLst xmlns:a="http://schemas.openxmlformats.org/drawingml/2006/main">
              <a:ext uri="{FF2B5EF4-FFF2-40B4-BE49-F238E27FC236}">
                <a16:creationId xmlns:a16="http://schemas.microsoft.com/office/drawing/2014/main" id="{9E912F49-5FAE-4B6A-9826-0EE1EFB7F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46" name="stage-05-number">
            <a:extLst xmlns:a="http://schemas.openxmlformats.org/drawingml/2006/main">
              <a:ext uri="{FF2B5EF4-FFF2-40B4-BE49-F238E27FC236}">
                <a16:creationId xmlns:a16="http://schemas.microsoft.com/office/drawing/2014/main" id="{AA36F8DB-73A8-47E8-A962-56FE8DE85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47" name="stage-05-title">
            <a:extLst xmlns:a="http://schemas.openxmlformats.org/drawingml/2006/main">
              <a:ext uri="{FF2B5EF4-FFF2-40B4-BE49-F238E27FC236}">
                <a16:creationId xmlns:a16="http://schemas.microsoft.com/office/drawing/2014/main" id="{E55E05DE-AFC6-4422-9A2F-AD9E27F89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48" name="stage-05-body">
            <a:extLst xmlns:a="http://schemas.openxmlformats.org/drawingml/2006/main">
              <a:ext uri="{FF2B5EF4-FFF2-40B4-BE49-F238E27FC236}">
                <a16:creationId xmlns:a16="http://schemas.microsoft.com/office/drawing/2014/main" id="{F938BB63-05FA-4699-B9B6-45CD5A0C9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0" name="rail-flow-label">
            <a:extLst xmlns:a="http://schemas.openxmlformats.org/drawingml/2006/main">
              <a:ext uri="{FF2B5EF4-FFF2-40B4-BE49-F238E27FC236}">
                <a16:creationId xmlns:a16="http://schemas.microsoft.com/office/drawing/2014/main" id="{FF5EAC43-B84B-4541-B2F4-61336FAA9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8585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858585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1" name="rail-flow-line">
            <a:extLst xmlns:a="http://schemas.openxmlformats.org/drawingml/2006/main">
              <a:ext uri="{FF2B5EF4-FFF2-40B4-BE49-F238E27FC236}">
                <a16:creationId xmlns:a16="http://schemas.microsoft.com/office/drawing/2014/main" id="{AF9A8871-2B22-4386-A390-72752FB38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3" name="rail-flow-idea-label">
            <a:extLst xmlns:a="http://schemas.openxmlformats.org/drawingml/2006/main">
              <a:ext uri="{FF2B5EF4-FFF2-40B4-BE49-F238E27FC236}">
                <a16:creationId xmlns:a16="http://schemas.microsoft.com/office/drawing/2014/main" id="{72E1E745-7177-4B95-A3C2-46F9EE067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5" name="rail-flow-attack-label">
            <a:extLst xmlns:a="http://schemas.openxmlformats.org/drawingml/2006/main">
              <a:ext uri="{FF2B5EF4-FFF2-40B4-BE49-F238E27FC236}">
                <a16:creationId xmlns:a16="http://schemas.microsoft.com/office/drawing/2014/main" id="{1CD5E551-A644-4209-8B85-C43D55DAD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7" name="rail-flow-delivery-label">
            <a:extLst xmlns:a="http://schemas.openxmlformats.org/drawingml/2006/main">
              <a:ext uri="{FF2B5EF4-FFF2-40B4-BE49-F238E27FC236}">
                <a16:creationId xmlns:a16="http://schemas.microsoft.com/office/drawing/2014/main" id="{41242F25-AB1D-4FEC-AA44-0C6A2FA72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8" name="rail-result-box">
            <a:extLst xmlns:a="http://schemas.openxmlformats.org/drawingml/2006/main">
              <a:ext uri="{FF2B5EF4-FFF2-40B4-BE49-F238E27FC236}">
                <a16:creationId xmlns:a16="http://schemas.microsoft.com/office/drawing/2014/main" id="{F7117D08-254C-4F26-B6DD-8B03EB047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0" name="rail-result-text">
            <a:extLst xmlns:a="http://schemas.openxmlformats.org/drawingml/2006/main">
              <a:ext uri="{FF2B5EF4-FFF2-40B4-BE49-F238E27FC236}">
                <a16:creationId xmlns:a16="http://schemas.microsoft.com/office/drawing/2014/main" id="{34A8EF6F-28E9-4F9F-8CFD-1BF6F2603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63" b="1">
                <a:solidFill>
                  <a:srgbClr val="9C000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9C000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61" name="grid-top-rule">
            <a:extLst xmlns:a="http://schemas.openxmlformats.org/drawingml/2006/main">
              <a:ext uri="{FF2B5EF4-FFF2-40B4-BE49-F238E27FC236}">
                <a16:creationId xmlns:a16="http://schemas.microsoft.com/office/drawing/2014/main" id="{0F39FBDF-9E3B-4D49-B005-6B5B93FED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2" name="grid-middle-rule">
            <a:extLst xmlns:a="http://schemas.openxmlformats.org/drawingml/2006/main">
              <a:ext uri="{FF2B5EF4-FFF2-40B4-BE49-F238E27FC236}">
                <a16:creationId xmlns:a16="http://schemas.microsoft.com/office/drawing/2014/main" id="{BBC7B45A-19EF-4696-97BA-CE5C123E4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3" name="grid-vertical-rule">
            <a:extLst xmlns:a="http://schemas.openxmlformats.org/drawingml/2006/main">
              <a:ext uri="{FF2B5EF4-FFF2-40B4-BE49-F238E27FC236}">
                <a16:creationId xmlns:a16="http://schemas.microsoft.com/office/drawing/2014/main" id="{9513784B-DF55-42B5-ACF2-4EF87CE54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4" name="capability-top-rule">
            <a:extLst xmlns:a="http://schemas.openxmlformats.org/drawingml/2006/main">
              <a:ext uri="{FF2B5EF4-FFF2-40B4-BE49-F238E27FC236}">
                <a16:creationId xmlns:a16="http://schemas.microsoft.com/office/drawing/2014/main" id="{9013330B-53F2-4C98-B459-B7BC45073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5" name="module-01-icon-background">
            <a:extLst xmlns:a="http://schemas.openxmlformats.org/drawingml/2006/main">
              <a:ext uri="{FF2B5EF4-FFF2-40B4-BE49-F238E27FC236}">
                <a16:creationId xmlns:a16="http://schemas.microsoft.com/office/drawing/2014/main" id="{6BB7565D-24EF-47D6-BBB0-E18B6DE76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24050"/>
            <a:ext cx="4762500" cy="3124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B"/>
          </a:solidFill>
          <a:ln xmlns:a="http://schemas.openxmlformats.org/drawingml/2006/main" w="0">
            <a:solidFill>
              <a:srgbClr val="EAF2FB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7" name="module-02-icon-background">
            <a:extLst xmlns:a="http://schemas.openxmlformats.org/drawingml/2006/main">
              <a:ext uri="{FF2B5EF4-FFF2-40B4-BE49-F238E27FC236}">
                <a16:creationId xmlns:a16="http://schemas.microsoft.com/office/drawing/2014/main" id="{80C31D3C-F758-4BBC-A10E-E9C339D14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24050"/>
            <a:ext cx="4762500" cy="3124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FA"/>
          </a:solidFill>
          <a:ln xmlns:a="http://schemas.openxmlformats.org/drawingml/2006/main" w="0">
            <a:solidFill>
              <a:srgbClr val="F1ECF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9" name="module-03-icon-background">
            <a:extLst xmlns:a="http://schemas.openxmlformats.org/drawingml/2006/main">
              <a:ext uri="{FF2B5EF4-FFF2-40B4-BE49-F238E27FC236}">
                <a16:creationId xmlns:a16="http://schemas.microsoft.com/office/drawing/2014/main" id="{78E97F08-D68A-43EC-A2D0-7C3051E07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1" name="module-04-icon-background">
            <a:extLst xmlns:a="http://schemas.openxmlformats.org/drawingml/2006/main">
              <a:ext uri="{FF2B5EF4-FFF2-40B4-BE49-F238E27FC236}">
                <a16:creationId xmlns:a16="http://schemas.microsoft.com/office/drawing/2014/main" id="{C303905D-0287-4B86-92D4-33F0EB3B9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3" name="module-04-number">
            <a:extLst xmlns:a="http://schemas.openxmlformats.org/drawingml/2006/main">
              <a:ext uri="{FF2B5EF4-FFF2-40B4-BE49-F238E27FC236}">
                <a16:creationId xmlns:a16="http://schemas.microsoft.com/office/drawing/2014/main" id="{644EFF2E-DC9B-4D41-84F4-10582B446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4" name="module-04-title">
            <a:extLst xmlns:a="http://schemas.openxmlformats.org/drawingml/2006/main">
              <a:ext uri="{FF2B5EF4-FFF2-40B4-BE49-F238E27FC236}">
                <a16:creationId xmlns:a16="http://schemas.microsoft.com/office/drawing/2014/main" id="{9C3B8801-0886-4C35-A421-9571B2595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5" name="module-04-body">
            <a:extLst xmlns:a="http://schemas.openxmlformats.org/drawingml/2006/main">
              <a:ext uri="{FF2B5EF4-FFF2-40B4-BE49-F238E27FC236}">
                <a16:creationId xmlns:a16="http://schemas.microsoft.com/office/drawing/2014/main" id="{815AB31E-77DC-41EF-9FDD-2104B3529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6" name="capability-goal-icon-background">
            <a:extLst xmlns:a="http://schemas.openxmlformats.org/drawingml/2006/main">
              <a:ext uri="{FF2B5EF4-FFF2-40B4-BE49-F238E27FC236}">
                <a16:creationId xmlns:a16="http://schemas.microsoft.com/office/drawing/2014/main" id="{ACC8CF6A-83B8-4CA8-B500-7FCD1FE49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8" name="capability-tech-icon-background">
            <a:extLst xmlns:a="http://schemas.openxmlformats.org/drawingml/2006/main">
              <a:ext uri="{FF2B5EF4-FFF2-40B4-BE49-F238E27FC236}">
                <a16:creationId xmlns:a16="http://schemas.microsoft.com/office/drawing/2014/main" id="{1FBC427F-E57C-45DB-9CCE-FEBB0D899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0" name="capability-collaboration-icon-background">
            <a:extLst xmlns:a="http://schemas.openxmlformats.org/drawingml/2006/main">
              <a:ext uri="{FF2B5EF4-FFF2-40B4-BE49-F238E27FC236}">
                <a16:creationId xmlns:a16="http://schemas.microsoft.com/office/drawing/2014/main" id="{6E13DFB3-20F1-4890-9CA4-4556205A7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2" name="capability-cohesion-icon-background">
            <a:extLst xmlns:a="http://schemas.openxmlformats.org/drawingml/2006/main">
              <a:ext uri="{FF2B5EF4-FFF2-40B4-BE49-F238E27FC236}">
                <a16:creationId xmlns:a16="http://schemas.microsoft.com/office/drawing/2014/main" id="{6D6CB4E0-0BEB-4D63-8FF5-DCEBE4D95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4" name="competitiveness-result-box">
            <a:extLst xmlns:a="http://schemas.openxmlformats.org/drawingml/2006/main">
              <a:ext uri="{FF2B5EF4-FFF2-40B4-BE49-F238E27FC236}">
                <a16:creationId xmlns:a16="http://schemas.microsoft.com/office/drawing/2014/main" id="{F216EF67-2742-4E3A-81AE-9DA7A0133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6" name="competitiveness-result-text">
            <a:extLst xmlns:a="http://schemas.openxmlformats.org/drawingml/2006/main">
              <a:ext uri="{FF2B5EF4-FFF2-40B4-BE49-F238E27FC236}">
                <a16:creationId xmlns:a16="http://schemas.microsoft.com/office/drawing/2014/main" id="{5EF20348-951F-48D4-9F42-3FB89748A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276850"/>
            <a:ext cx="733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38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rPr>
              <a:t>retained 尺寸、target 尺寸和 surface generation 必须同步变化。</a:t>
            </a:r>
          </a:p>
        </p:txBody>
      </p:sp>
      <p:pic>
        <p:nvPicPr>
          <p:cNvPr id="20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38389c8e234ca9"/>
          <a:stretch xmlns:a="http://schemas.openxmlformats.org/drawingml/2006/main"/>
        </p:blipFill>
        <p:spPr>
          <a:xfrm xmlns:a="http://schemas.openxmlformats.org/drawingml/2006/main">
            <a:off x="400050" y="257175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88" name="case-header-rule">
            <a:extLst xmlns:a="http://schemas.openxmlformats.org/drawingml/2006/main">
              <a:ext uri="{FF2B5EF4-FFF2-40B4-BE49-F238E27FC236}">
                <a16:creationId xmlns:a16="http://schemas.microsoft.com/office/drawing/2014/main" id="{BAC1EAF4-B798-4F81-B3D8-E711C771E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0020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7D7"/>
          </a:solidFill>
          <a:ln xmlns:a="http://schemas.openxmlformats.org/drawingml/2006/main" w="0">
            <a:solidFill>
              <a:srgbClr val="D7D7D7"/>
            </a:solidFill>
            <a:prstDash val="solid"/>
          </a:ln>
        </p:spPr>
      </p:sp>
      <p:pic>
        <p:nvPicPr>
          <p:cNvPr id="20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a06bca840a4215"/>
          <a:stretch xmlns:a="http://schemas.openxmlformats.org/drawingml/2006/main"/>
        </p:blipFill>
        <p:spPr>
          <a:xfrm xmlns:a="http://schemas.openxmlformats.org/drawingml/2006/main">
            <a:off x="666750" y="2190750"/>
            <a:ext cx="438150" cy="438150"/>
          </a:xfrm>
          <a:prstGeom xmlns:a="http://schemas.openxmlformats.org/drawingml/2006/main" prst="rect">
            <a:avLst/>
          </a:prstGeom>
        </p:spPr>
      </p:pic>
      <p:pic>
        <p:nvPicPr>
          <p:cNvPr id="20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93af85a9804c53"/>
          <a:stretch xmlns:a="http://schemas.openxmlformats.org/drawingml/2006/main"/>
        </p:blipFill>
        <p:spPr>
          <a:xfrm xmlns:a="http://schemas.openxmlformats.org/drawingml/2006/main">
            <a:off x="6838950" y="2190750"/>
            <a:ext cx="438150" cy="438150"/>
          </a:xfrm>
          <a:prstGeom xmlns:a="http://schemas.openxmlformats.org/drawingml/2006/main" prst="rect">
            <a:avLst/>
          </a:prstGeom>
        </p:spPr>
      </p:pic>
      <p:sp>
        <p:nvSpPr>
          <p:cNvPr id="91" name="case-one-number">
            <a:extLst xmlns:a="http://schemas.openxmlformats.org/drawingml/2006/main">
              <a:ext uri="{FF2B5EF4-FFF2-40B4-BE49-F238E27FC236}">
                <a16:creationId xmlns:a16="http://schemas.microsoft.com/office/drawing/2014/main" id="{80F689AD-6F88-4A35-AE85-A26AC3B82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1526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rPr>
              <a:t>CASE 32</a:t>
            </a:r>
          </a:p>
        </p:txBody>
      </p:sp>
      <p:sp>
        <p:nvSpPr>
          <p:cNvPr id="92" name="case-two-number">
            <a:extLst xmlns:a="http://schemas.openxmlformats.org/drawingml/2006/main">
              <a:ext uri="{FF2B5EF4-FFF2-40B4-BE49-F238E27FC236}">
                <a16:creationId xmlns:a16="http://schemas.microsoft.com/office/drawing/2014/main" id="{0A6698CA-AC0B-41F4-85BA-082BCE6B8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1526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93" name="case-one-title">
            <a:extLst xmlns:a="http://schemas.openxmlformats.org/drawingml/2006/main">
              <a:ext uri="{FF2B5EF4-FFF2-40B4-BE49-F238E27FC236}">
                <a16:creationId xmlns:a16="http://schemas.microsoft.com/office/drawing/2014/main" id="{EE710BA8-D19C-4963-AFB4-4F3C1F99D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3622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四个移植边界</a:t>
            </a:r>
          </a:p>
        </p:txBody>
      </p:sp>
      <p:sp>
        <p:nvSpPr>
          <p:cNvPr id="94" name="case-two-title">
            <a:extLst xmlns:a="http://schemas.openxmlformats.org/drawingml/2006/main">
              <a:ext uri="{FF2B5EF4-FFF2-40B4-BE49-F238E27FC236}">
                <a16:creationId xmlns:a16="http://schemas.microsoft.com/office/drawing/2014/main" id="{318AF84A-C84B-43B2-BA7D-1800772BA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3622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95" name="case-one-method">
            <a:extLst xmlns:a="http://schemas.openxmlformats.org/drawingml/2006/main">
              <a:ext uri="{FF2B5EF4-FFF2-40B4-BE49-F238E27FC236}">
                <a16:creationId xmlns:a16="http://schemas.microsoft.com/office/drawing/2014/main" id="{D641B88F-BC38-42A3-A4BB-5C0A78563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rPr>
              <a:t>BUFFER / SURFACE</a:t>
            </a:r>
          </a:p>
        </p:txBody>
      </p:sp>
      <p:sp>
        <p:nvSpPr>
          <p:cNvPr id="96" name="case-two-method">
            <a:extLst xmlns:a="http://schemas.openxmlformats.org/drawingml/2006/main">
              <a:ext uri="{FF2B5EF4-FFF2-40B4-BE49-F238E27FC236}">
                <a16:creationId xmlns:a16="http://schemas.microsoft.com/office/drawing/2014/main" id="{138671CA-C122-4895-8836-E45A6FC58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575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97" name="case-left-rule-0">
            <a:extLst xmlns:a="http://schemas.openxmlformats.org/drawingml/2006/main">
              <a:ext uri="{FF2B5EF4-FFF2-40B4-BE49-F238E27FC236}">
                <a16:creationId xmlns:a16="http://schemas.microsoft.com/office/drawing/2014/main" id="{A9E0F7F1-556E-496E-816D-C112F9654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813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98" name="case-right-rule-0">
            <a:extLst xmlns:a="http://schemas.openxmlformats.org/drawingml/2006/main">
              <a:ext uri="{FF2B5EF4-FFF2-40B4-BE49-F238E27FC236}">
                <a16:creationId xmlns:a16="http://schemas.microsoft.com/office/drawing/2014/main" id="{F698392D-CBD9-4BDB-A31B-B374CB008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1813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99" name="case-label-left-0">
            <a:extLst xmlns:a="http://schemas.openxmlformats.org/drawingml/2006/main">
              <a:ext uri="{FF2B5EF4-FFF2-40B4-BE49-F238E27FC236}">
                <a16:creationId xmlns:a16="http://schemas.microsoft.com/office/drawing/2014/main" id="{1AFF2D59-C41A-4DA2-B654-8554618F8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Codec 输出</a:t>
            </a:r>
          </a:p>
        </p:txBody>
      </p:sp>
      <p:sp>
        <p:nvSpPr>
          <p:cNvPr id="100" name="case-value-left-0">
            <a:extLst xmlns:a="http://schemas.openxmlformats.org/drawingml/2006/main">
              <a:ext uri="{FF2B5EF4-FFF2-40B4-BE49-F238E27FC236}">
                <a16:creationId xmlns:a16="http://schemas.microsoft.com/office/drawing/2014/main" id="{17B95C37-E670-4E76-804D-E304F37CD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2385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callback / PTS / NativeBuffer</a:t>
            </a:r>
          </a:p>
        </p:txBody>
      </p:sp>
      <p:sp>
        <p:nvSpPr>
          <p:cNvPr id="101" name="case-label-right-0">
            <a:extLst xmlns:a="http://schemas.openxmlformats.org/drawingml/2006/main">
              <a:ext uri="{FF2B5EF4-FFF2-40B4-BE49-F238E27FC236}">
                <a16:creationId xmlns:a16="http://schemas.microsoft.com/office/drawing/2014/main" id="{18A46C20-C188-49D9-98C2-BA5F1F298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2385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02" name="case-value-right-0">
            <a:extLst xmlns:a="http://schemas.openxmlformats.org/drawingml/2006/main">
              <a:ext uri="{FF2B5EF4-FFF2-40B4-BE49-F238E27FC236}">
                <a16:creationId xmlns:a16="http://schemas.microsoft.com/office/drawing/2014/main" id="{7B7E08BA-BD87-441F-B3DB-2BCCF3B9A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2385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03" name="case-left-rule-1">
            <a:extLst xmlns:a="http://schemas.openxmlformats.org/drawingml/2006/main">
              <a:ext uri="{FF2B5EF4-FFF2-40B4-BE49-F238E27FC236}">
                <a16:creationId xmlns:a16="http://schemas.microsoft.com/office/drawing/2014/main" id="{659D7CC2-4EC3-4F7C-BF89-3A07EE6C3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004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04" name="case-right-rule-1">
            <a:extLst xmlns:a="http://schemas.openxmlformats.org/drawingml/2006/main">
              <a:ext uri="{FF2B5EF4-FFF2-40B4-BE49-F238E27FC236}">
                <a16:creationId xmlns:a16="http://schemas.microsoft.com/office/drawing/2014/main" id="{B37D164D-5E44-46FA-ADF5-91601117C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6004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05" name="case-label-left-1">
            <a:extLst xmlns:a="http://schemas.openxmlformats.org/drawingml/2006/main">
              <a:ext uri="{FF2B5EF4-FFF2-40B4-BE49-F238E27FC236}">
                <a16:creationId xmlns:a16="http://schemas.microsoft.com/office/drawing/2014/main" id="{796BAB44-29A4-4469-8C56-2DD29EAB6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576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GPU 导入</a:t>
            </a:r>
          </a:p>
        </p:txBody>
      </p:sp>
      <p:sp>
        <p:nvSpPr>
          <p:cNvPr id="106" name="case-value-left-1">
            <a:extLst xmlns:a="http://schemas.openxmlformats.org/drawingml/2006/main">
              <a:ext uri="{FF2B5EF4-FFF2-40B4-BE49-F238E27FC236}">
                <a16:creationId xmlns:a16="http://schemas.microsoft.com/office/drawing/2014/main" id="{E2585E34-D692-44BF-BE1E-7329CBA4B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576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format / stride / planes</a:t>
            </a:r>
          </a:p>
        </p:txBody>
      </p:sp>
      <p:sp>
        <p:nvSpPr>
          <p:cNvPr id="107" name="case-label-right-1">
            <a:extLst xmlns:a="http://schemas.openxmlformats.org/drawingml/2006/main">
              <a:ext uri="{FF2B5EF4-FFF2-40B4-BE49-F238E27FC236}">
                <a16:creationId xmlns:a16="http://schemas.microsoft.com/office/drawing/2014/main" id="{40591D54-6B8B-4336-9EA6-38AC4E705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6576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08" name="case-value-right-1">
            <a:extLst xmlns:a="http://schemas.openxmlformats.org/drawingml/2006/main">
              <a:ext uri="{FF2B5EF4-FFF2-40B4-BE49-F238E27FC236}">
                <a16:creationId xmlns:a16="http://schemas.microsoft.com/office/drawing/2014/main" id="{3E0F325A-0686-4039-ACBE-35AD57BC2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6576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09" name="case-left-rule-2">
            <a:extLst xmlns:a="http://schemas.openxmlformats.org/drawingml/2006/main">
              <a:ext uri="{FF2B5EF4-FFF2-40B4-BE49-F238E27FC236}">
                <a16:creationId xmlns:a16="http://schemas.microsoft.com/office/drawing/2014/main" id="{B431DC1D-7996-47F7-B716-B4104C061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195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0" name="case-right-rule-2">
            <a:extLst xmlns:a="http://schemas.openxmlformats.org/drawingml/2006/main">
              <a:ext uri="{FF2B5EF4-FFF2-40B4-BE49-F238E27FC236}">
                <a16:creationId xmlns:a16="http://schemas.microsoft.com/office/drawing/2014/main" id="{8A9990CB-8F45-4A02-86D6-E10EE0E9F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0195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1" name="case-label-left-2">
            <a:extLst xmlns:a="http://schemas.openxmlformats.org/drawingml/2006/main">
              <a:ext uri="{FF2B5EF4-FFF2-40B4-BE49-F238E27FC236}">
                <a16:creationId xmlns:a16="http://schemas.microsoft.com/office/drawing/2014/main" id="{2BEDC775-5045-4471-AF1B-C0AD01484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767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输出目标</a:t>
            </a:r>
          </a:p>
        </p:txBody>
      </p:sp>
      <p:sp>
        <p:nvSpPr>
          <p:cNvPr id="112" name="case-value-left-2">
            <a:extLst xmlns:a="http://schemas.openxmlformats.org/drawingml/2006/main">
              <a:ext uri="{FF2B5EF4-FFF2-40B4-BE49-F238E27FC236}">
                <a16:creationId xmlns:a16="http://schemas.microsoft.com/office/drawing/2014/main" id="{EA218FAD-D644-4FFB-BE95-C64F04C7F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767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create / resize / destroy</a:t>
            </a:r>
          </a:p>
        </p:txBody>
      </p:sp>
      <p:sp>
        <p:nvSpPr>
          <p:cNvPr id="113" name="case-label-right-2">
            <a:extLst xmlns:a="http://schemas.openxmlformats.org/drawingml/2006/main">
              <a:ext uri="{FF2B5EF4-FFF2-40B4-BE49-F238E27FC236}">
                <a16:creationId xmlns:a16="http://schemas.microsoft.com/office/drawing/2014/main" id="{577C7B67-0F67-44A6-9DDD-559EFF9DC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0767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14" name="case-value-right-2">
            <a:extLst xmlns:a="http://schemas.openxmlformats.org/drawingml/2006/main">
              <a:ext uri="{FF2B5EF4-FFF2-40B4-BE49-F238E27FC236}">
                <a16:creationId xmlns:a16="http://schemas.microsoft.com/office/drawing/2014/main" id="{563E56E8-30B3-435F-846A-BBF723B44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0767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15" name="case-left-rule-3">
            <a:extLst xmlns:a="http://schemas.openxmlformats.org/drawingml/2006/main">
              <a:ext uri="{FF2B5EF4-FFF2-40B4-BE49-F238E27FC236}">
                <a16:creationId xmlns:a16="http://schemas.microsoft.com/office/drawing/2014/main" id="{73F1F4EA-AE10-4C4D-BA07-7CC8DAE70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386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6" name="case-right-rule-3">
            <a:extLst xmlns:a="http://schemas.openxmlformats.org/drawingml/2006/main">
              <a:ext uri="{FF2B5EF4-FFF2-40B4-BE49-F238E27FC236}">
                <a16:creationId xmlns:a16="http://schemas.microsoft.com/office/drawing/2014/main" id="{54F3B591-F56B-4DB3-A065-BC6E7BCF2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4386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7" name="case-label-left-3">
            <a:extLst xmlns:a="http://schemas.openxmlformats.org/drawingml/2006/main">
              <a:ext uri="{FF2B5EF4-FFF2-40B4-BE49-F238E27FC236}">
                <a16:creationId xmlns:a16="http://schemas.microsoft.com/office/drawing/2014/main" id="{678E3CF7-1438-4AC3-A0C1-5353F3F2F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958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失败回退</a:t>
            </a:r>
          </a:p>
        </p:txBody>
      </p:sp>
      <p:sp>
        <p:nvSpPr>
          <p:cNvPr id="118" name="case-value-left-3">
            <a:extLst xmlns:a="http://schemas.openxmlformats.org/drawingml/2006/main">
              <a:ext uri="{FF2B5EF4-FFF2-40B4-BE49-F238E27FC236}">
                <a16:creationId xmlns:a16="http://schemas.microsoft.com/office/drawing/2014/main" id="{63677797-5DC0-45FD-9D3E-4D98A65D1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4958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释放 owner，恢复 GDI</a:t>
            </a:r>
          </a:p>
        </p:txBody>
      </p:sp>
      <p:sp>
        <p:nvSpPr>
          <p:cNvPr id="119" name="case-label-right-3">
            <a:extLst xmlns:a="http://schemas.openxmlformats.org/drawingml/2006/main">
              <a:ext uri="{FF2B5EF4-FFF2-40B4-BE49-F238E27FC236}">
                <a16:creationId xmlns:a16="http://schemas.microsoft.com/office/drawing/2014/main" id="{796CDBCF-DEAC-47B8-9C7D-BBC794C33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4958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20" name="case-value-right-3">
            <a:extLst xmlns:a="http://schemas.openxmlformats.org/drawingml/2006/main">
              <a:ext uri="{FF2B5EF4-FFF2-40B4-BE49-F238E27FC236}">
                <a16:creationId xmlns:a16="http://schemas.microsoft.com/office/drawing/2014/main" id="{1212E204-1B9F-477E-80DD-961E203DC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4958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21" name="case-transfer-circle">
            <a:extLst xmlns:a="http://schemas.openxmlformats.org/drawingml/2006/main">
              <a:ext uri="{FF2B5EF4-FFF2-40B4-BE49-F238E27FC236}">
                <a16:creationId xmlns:a16="http://schemas.microsoft.com/office/drawing/2014/main" id="{FF6A693F-DADF-434A-A7E7-B5831EE8E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95275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7000B"/>
            </a:solidFill>
            <a:prstDash val="solid"/>
          </a:ln>
        </p:spPr>
      </p:sp>
      <p:pic>
        <p:nvPicPr>
          <p:cNvPr id="2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55d61c2d3b4565"/>
          <a:stretch xmlns:a="http://schemas.openxmlformats.org/drawingml/2006/main"/>
        </p:blipFill>
        <p:spPr>
          <a:xfrm xmlns:a="http://schemas.openxmlformats.org/drawingml/2006/main">
            <a:off x="5667375" y="3105150"/>
            <a:ext cx="400050" cy="400050"/>
          </a:xfrm>
          <a:prstGeom xmlns:a="http://schemas.openxmlformats.org/drawingml/2006/main" prst="rect">
            <a:avLst/>
          </a:prstGeom>
        </p:spPr>
      </p:pic>
      <p:sp>
        <p:nvSpPr>
          <p:cNvPr id="123" name="case-transfer-text">
            <a:extLst xmlns:a="http://schemas.openxmlformats.org/drawingml/2006/main">
              <a:ext uri="{FF2B5EF4-FFF2-40B4-BE49-F238E27FC236}">
                <a16:creationId xmlns:a16="http://schemas.microsoft.com/office/drawing/2014/main" id="{48A38601-6EA4-43E6-9D6F-38C449733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524250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88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证据</a:t>
            </a:r>
          </a:p>
        </p:txBody>
      </p:sp>
      <p:sp>
        <p:nvSpPr>
          <p:cNvPr id="124" name="case-left-arrow">
            <a:extLst xmlns:a="http://schemas.openxmlformats.org/drawingml/2006/main">
              <a:ext uri="{FF2B5EF4-FFF2-40B4-BE49-F238E27FC236}">
                <a16:creationId xmlns:a16="http://schemas.microsoft.com/office/drawing/2014/main" id="{03A1806C-B519-4A4A-9980-2434DFAFD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21945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22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←</a:t>
            </a:r>
          </a:p>
        </p:txBody>
      </p:sp>
      <p:sp>
        <p:nvSpPr>
          <p:cNvPr id="125" name="case-right-arrow">
            <a:extLst xmlns:a="http://schemas.openxmlformats.org/drawingml/2006/main">
              <a:ext uri="{FF2B5EF4-FFF2-40B4-BE49-F238E27FC236}">
                <a16:creationId xmlns:a16="http://schemas.microsoft.com/office/drawing/2014/main" id="{E8FB34F1-A4F6-406E-85FD-21A5A0934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21945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22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26" name="timeline-rule">
            <a:extLst xmlns:a="http://schemas.openxmlformats.org/drawingml/2006/main">
              <a:ext uri="{FF2B5EF4-FFF2-40B4-BE49-F238E27FC236}">
                <a16:creationId xmlns:a16="http://schemas.microsoft.com/office/drawing/2014/main" id="{46F26517-8D14-4ED8-B91E-154EEEC9A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81700"/>
            <a:ext cx="10934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7D7"/>
          </a:solidFill>
          <a:ln xmlns:a="http://schemas.openxmlformats.org/drawingml/2006/main" w="0">
            <a:solidFill>
              <a:srgbClr val="D7D7D7"/>
            </a:solidFill>
            <a:prstDash val="solid"/>
          </a:ln>
        </p:spPr>
      </p:sp>
      <p:sp>
        <p:nvSpPr>
          <p:cNvPr id="127" name="timeline-dot-0">
            <a:extLst xmlns:a="http://schemas.openxmlformats.org/drawingml/2006/main">
              <a:ext uri="{FF2B5EF4-FFF2-40B4-BE49-F238E27FC236}">
                <a16:creationId xmlns:a16="http://schemas.microsoft.com/office/drawing/2014/main" id="{B1B2265D-D326-40FF-A60F-C0FBE9741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674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128" name="timeline-card-0">
            <a:extLst xmlns:a="http://schemas.openxmlformats.org/drawingml/2006/main">
              <a:ext uri="{FF2B5EF4-FFF2-40B4-BE49-F238E27FC236}">
                <a16:creationId xmlns:a16="http://schemas.microsoft.com/office/drawing/2014/main" id="{E06F85EB-4FA9-4043-8BE1-A3CF40B5C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72200"/>
            <a:ext cx="2000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EC"/>
          </a:solidFill>
          <a:ln xmlns:a="http://schemas.openxmlformats.org/drawingml/2006/main" w="0">
            <a:solidFill>
              <a:srgbClr val="FBEAEC"/>
            </a:solidFill>
            <a:prstDash val="solid"/>
          </a:ln>
        </p:spPr>
      </p:sp>
      <p:pic>
        <p:nvPicPr>
          <p:cNvPr id="2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4ac6494544410b"/>
          <a:stretch xmlns:a="http://schemas.openxmlformats.org/drawingml/2006/main"/>
        </p:blipFill>
        <p:spPr>
          <a:xfrm xmlns:a="http://schemas.openxmlformats.org/drawingml/2006/main">
            <a:off x="514350" y="63055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30" name="timeline-text-0">
            <a:extLst xmlns:a="http://schemas.openxmlformats.org/drawingml/2006/main">
              <a:ext uri="{FF2B5EF4-FFF2-40B4-BE49-F238E27FC236}">
                <a16:creationId xmlns:a16="http://schemas.microsoft.com/office/drawing/2014/main" id="{3B912A19-9FE5-4187-98C5-1F80D3054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210300"/>
            <a:ext cx="1543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冻结现象</a:t>
            </a:r>
          </a:p>
        </p:txBody>
      </p:sp>
      <p:sp>
        <p:nvSpPr>
          <p:cNvPr id="131" name="timeline-dot-1">
            <a:extLst xmlns:a="http://schemas.openxmlformats.org/drawingml/2006/main">
              <a:ext uri="{FF2B5EF4-FFF2-40B4-BE49-F238E27FC236}">
                <a16:creationId xmlns:a16="http://schemas.microsoft.com/office/drawing/2014/main" id="{7D872788-C8C9-4D53-BCFB-3EE338664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58674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45C7"/>
          </a:solidFill>
          <a:ln xmlns:a="http://schemas.openxmlformats.org/drawingml/2006/main" w="0">
            <a:solidFill>
              <a:srgbClr val="6D45C7"/>
            </a:solidFill>
            <a:prstDash val="solid"/>
          </a:ln>
        </p:spPr>
      </p:sp>
      <p:sp>
        <p:nvSpPr>
          <p:cNvPr id="132" name="timeline-card-1">
            <a:extLst xmlns:a="http://schemas.openxmlformats.org/drawingml/2006/main">
              <a:ext uri="{FF2B5EF4-FFF2-40B4-BE49-F238E27FC236}">
                <a16:creationId xmlns:a16="http://schemas.microsoft.com/office/drawing/2014/main" id="{07574872-6C46-4DCB-998F-DE9FCE105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6172200"/>
            <a:ext cx="3048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FA"/>
          </a:solidFill>
          <a:ln xmlns:a="http://schemas.openxmlformats.org/drawingml/2006/main" w="0">
            <a:solidFill>
              <a:srgbClr val="F1ECFA"/>
            </a:solidFill>
            <a:prstDash val="solid"/>
          </a:ln>
        </p:spPr>
      </p:sp>
      <p:pic>
        <p:nvPicPr>
          <p:cNvPr id="2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78419419b64993"/>
          <a:stretch xmlns:a="http://schemas.openxmlformats.org/drawingml/2006/main"/>
        </p:blipFill>
        <p:spPr>
          <a:xfrm xmlns:a="http://schemas.openxmlformats.org/drawingml/2006/main">
            <a:off x="2705100" y="63055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34" name="timeline-text-1">
            <a:extLst xmlns:a="http://schemas.openxmlformats.org/drawingml/2006/main">
              <a:ext uri="{FF2B5EF4-FFF2-40B4-BE49-F238E27FC236}">
                <a16:creationId xmlns:a16="http://schemas.microsoft.com/office/drawing/2014/main" id="{4A727200-EA29-4361-9862-418A0DE95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6210300"/>
            <a:ext cx="2590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>同帧证据</a:t>
            </a:r>
          </a:p>
        </p:txBody>
      </p:sp>
      <p:sp>
        <p:nvSpPr>
          <p:cNvPr id="135" name="timeline-dot-2">
            <a:extLst xmlns:a="http://schemas.openxmlformats.org/drawingml/2006/main">
              <a:ext uri="{FF2B5EF4-FFF2-40B4-BE49-F238E27FC236}">
                <a16:creationId xmlns:a16="http://schemas.microsoft.com/office/drawing/2014/main" id="{3F1EC896-E46F-4384-894B-3DDEC4776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58674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136" name="timeline-card-2">
            <a:extLst xmlns:a="http://schemas.openxmlformats.org/drawingml/2006/main">
              <a:ext uri="{FF2B5EF4-FFF2-40B4-BE49-F238E27FC236}">
                <a16:creationId xmlns:a16="http://schemas.microsoft.com/office/drawing/2014/main" id="{F4FEA41C-C58A-4D35-9F21-95E1FD4ED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6172200"/>
            <a:ext cx="1428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EC"/>
          </a:solidFill>
          <a:ln xmlns:a="http://schemas.openxmlformats.org/drawingml/2006/main" w="0">
            <a:solidFill>
              <a:srgbClr val="FBEAEC"/>
            </a:solidFill>
            <a:prstDash val="solid"/>
          </a:ln>
        </p:spPr>
      </p:sp>
      <p:pic>
        <p:nvPicPr>
          <p:cNvPr id="2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1a5118a7b9430e"/>
          <a:stretch xmlns:a="http://schemas.openxmlformats.org/drawingml/2006/main"/>
        </p:blipFill>
        <p:spPr>
          <a:xfrm xmlns:a="http://schemas.openxmlformats.org/drawingml/2006/main">
            <a:off x="5943600" y="63055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38" name="timeline-text-2">
            <a:extLst xmlns:a="http://schemas.openxmlformats.org/drawingml/2006/main">
              <a:ext uri="{FF2B5EF4-FFF2-40B4-BE49-F238E27FC236}">
                <a16:creationId xmlns:a16="http://schemas.microsoft.com/office/drawing/2014/main" id="{75A6DFD3-381A-4508-A88C-74D03EE63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6210300"/>
            <a:ext cx="971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指标路由</a:t>
            </a:r>
          </a:p>
        </p:txBody>
      </p:sp>
      <p:sp>
        <p:nvSpPr>
          <p:cNvPr id="139" name="timeline-dot-3">
            <a:extLst xmlns:a="http://schemas.openxmlformats.org/drawingml/2006/main">
              <a:ext uri="{FF2B5EF4-FFF2-40B4-BE49-F238E27FC236}">
                <a16:creationId xmlns:a16="http://schemas.microsoft.com/office/drawing/2014/main" id="{EE23DBD8-AF98-46BF-B5EA-9A5764E71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8674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45C7"/>
          </a:solidFill>
          <a:ln xmlns:a="http://schemas.openxmlformats.org/drawingml/2006/main" w="0">
            <a:solidFill>
              <a:srgbClr val="6D45C7"/>
            </a:solidFill>
            <a:prstDash val="solid"/>
          </a:ln>
        </p:spPr>
      </p:sp>
      <p:sp>
        <p:nvSpPr>
          <p:cNvPr id="140" name="timeline-card-3">
            <a:extLst xmlns:a="http://schemas.openxmlformats.org/drawingml/2006/main">
              <a:ext uri="{FF2B5EF4-FFF2-40B4-BE49-F238E27FC236}">
                <a16:creationId xmlns:a16="http://schemas.microsoft.com/office/drawing/2014/main" id="{705D6FCE-1ACC-445B-943D-DD93AE12E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72200"/>
            <a:ext cx="2571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FA"/>
          </a:solidFill>
          <a:ln xmlns:a="http://schemas.openxmlformats.org/drawingml/2006/main" w="0">
            <a:solidFill>
              <a:srgbClr val="F1ECFA"/>
            </a:solidFill>
            <a:prstDash val="solid"/>
          </a:ln>
        </p:spPr>
      </p:sp>
      <p:pic>
        <p:nvPicPr>
          <p:cNvPr id="25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a4bab8570342a3"/>
          <a:stretch xmlns:a="http://schemas.openxmlformats.org/drawingml/2006/main"/>
        </p:blipFill>
        <p:spPr>
          <a:xfrm xmlns:a="http://schemas.openxmlformats.org/drawingml/2006/main">
            <a:off x="7562850" y="63055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42" name="timeline-text-3">
            <a:extLst xmlns:a="http://schemas.openxmlformats.org/drawingml/2006/main">
              <a:ext uri="{FF2B5EF4-FFF2-40B4-BE49-F238E27FC236}">
                <a16:creationId xmlns:a16="http://schemas.microsoft.com/office/drawing/2014/main" id="{D8BB6B58-07F6-42CB-AD15-5ADC5CB98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6210300"/>
            <a:ext cx="2114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>生命周期</a:t>
            </a:r>
          </a:p>
        </p:txBody>
      </p:sp>
      <p:sp>
        <p:nvSpPr>
          <p:cNvPr id="143" name="timeline-dot-4">
            <a:extLst xmlns:a="http://schemas.openxmlformats.org/drawingml/2006/main">
              <a:ext uri="{FF2B5EF4-FFF2-40B4-BE49-F238E27FC236}">
                <a16:creationId xmlns:a16="http://schemas.microsoft.com/office/drawing/2014/main" id="{42256876-971C-44C3-B36A-A2A5DC337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58674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F5B"/>
          </a:solidFill>
          <a:ln xmlns:a="http://schemas.openxmlformats.org/drawingml/2006/main" w="0">
            <a:solidFill>
              <a:srgbClr val="2F8F5B"/>
            </a:solidFill>
            <a:prstDash val="solid"/>
          </a:ln>
        </p:spPr>
      </p:sp>
      <p:sp>
        <p:nvSpPr>
          <p:cNvPr id="144" name="timeline-card-4">
            <a:extLst xmlns:a="http://schemas.openxmlformats.org/drawingml/2006/main">
              <a:ext uri="{FF2B5EF4-FFF2-40B4-BE49-F238E27FC236}">
                <a16:creationId xmlns:a16="http://schemas.microsoft.com/office/drawing/2014/main" id="{B406802C-BB49-4241-9BAC-E9752EDB4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6172200"/>
            <a:ext cx="10287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E"/>
          </a:solidFill>
          <a:ln xmlns:a="http://schemas.openxmlformats.org/drawingml/2006/main" w="0">
            <a:solidFill>
              <a:srgbClr val="EAF5EE"/>
            </a:solidFill>
            <a:prstDash val="solid"/>
          </a:ln>
        </p:spPr>
      </p:sp>
      <p:pic>
        <p:nvPicPr>
          <p:cNvPr id="26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15b3a0c93d4ed6"/>
          <a:stretch xmlns:a="http://schemas.openxmlformats.org/drawingml/2006/main"/>
        </p:blipFill>
        <p:spPr>
          <a:xfrm xmlns:a="http://schemas.openxmlformats.org/drawingml/2006/main">
            <a:off x="10325100" y="63055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46" name="timeline-text-4">
            <a:extLst xmlns:a="http://schemas.openxmlformats.org/drawingml/2006/main">
              <a:ext uri="{FF2B5EF4-FFF2-40B4-BE49-F238E27FC236}">
                <a16:creationId xmlns:a16="http://schemas.microsoft.com/office/drawing/2014/main" id="{B28B3A76-07CD-44BF-8BCF-942072BDE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6210300"/>
            <a:ext cx="57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rPr>
              <a:t>输出契约</a:t>
            </a:r>
          </a:p>
        </p:txBody>
      </p:sp>
      <p:pic>
        <p:nvPicPr>
          <p:cNvPr id="26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902bb7b4ef48e1"/>
          <a:stretch xmlns:a="http://schemas.openxmlformats.org/drawingml/2006/main"/>
        </p:blipFill>
        <p:spPr>
          <a:xfrm xmlns:a="http://schemas.openxmlformats.org/drawingml/2006/main">
            <a:off x="10382250" y="268813"/>
            <a:ext cx="952500" cy="214850"/>
          </a:xfrm>
          <a:prstGeom xmlns:a="http://schemas.openxmlformats.org/drawingml/2006/main" prst="rect">
            <a:avLst/>
          </a:prstGeom>
        </p:spPr>
      </p:pic>
      <p:pic>
        <p:nvPicPr>
          <p:cNvPr id="26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e560c9691744f7"/>
          <a:stretch xmlns:a="http://schemas.openxmlformats.org/drawingml/2006/main"/>
        </p:blipFill>
        <p:spPr>
          <a:xfrm xmlns:a="http://schemas.openxmlformats.org/drawingml/2006/main">
            <a:off x="6610350" y="1924050"/>
            <a:ext cx="4686300" cy="3124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9805989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9937CBA2-7E4F-43F3-9EBA-CFD6BD1B5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38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rPr>
              <a:t>33 · 第五幕｜GPU 方法迁移</a:t>
            </a:r>
          </a:p>
        </p:txBody>
      </p:sp>
      <p:sp>
        <p:nvSpPr>
          <p:cNvPr id="5" name="team-name">
            <a:extLst xmlns:a="http://schemas.openxmlformats.org/drawingml/2006/main">
              <a:ext uri="{FF2B5EF4-FFF2-40B4-BE49-F238E27FC236}">
                <a16:creationId xmlns:a16="http://schemas.microsoft.com/office/drawing/2014/main" id="{DF70FBB6-5F6E-4537-9090-0CBE67318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6" name="business-direction">
            <a:extLst xmlns:a="http://schemas.openxmlformats.org/drawingml/2006/main">
              <a:ext uri="{FF2B5EF4-FFF2-40B4-BE49-F238E27FC236}">
                <a16:creationId xmlns:a16="http://schemas.microsoft.com/office/drawing/2014/main" id="{264209F6-E82F-4B7F-97F5-9E0C8215D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" name="storyline-lead">
            <a:extLst xmlns:a="http://schemas.openxmlformats.org/drawingml/2006/main">
              <a:ext uri="{FF2B5EF4-FFF2-40B4-BE49-F238E27FC236}">
                <a16:creationId xmlns:a16="http://schemas.microsoft.com/office/drawing/2014/main" id="{513D4A51-8337-4FB4-B56E-8172C046E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8" name="storyline-outcome">
            <a:extLst xmlns:a="http://schemas.openxmlformats.org/drawingml/2006/main">
              <a:ext uri="{FF2B5EF4-FFF2-40B4-BE49-F238E27FC236}">
                <a16:creationId xmlns:a16="http://schemas.microsoft.com/office/drawing/2014/main" id="{BB1932BF-7915-4685-850E-EE30D779E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9" name="origin-story">
            <a:extLst xmlns:a="http://schemas.openxmlformats.org/drawingml/2006/main">
              <a:ext uri="{FF2B5EF4-FFF2-40B4-BE49-F238E27FC236}">
                <a16:creationId xmlns:a16="http://schemas.microsoft.com/office/drawing/2014/main" id="{4F383126-75F9-4A95-9DFA-12133DB4A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1104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210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项目里其实是两层、三套 OH_AVCodec 接入</a:t>
            </a:r>
          </a:p>
        </p:txBody>
      </p:sp>
      <p:sp>
        <p:nvSpPr>
          <p:cNvPr id="10" name="capability-label">
            <a:extLst xmlns:a="http://schemas.openxmlformats.org/drawingml/2006/main">
              <a:ext uri="{FF2B5EF4-FFF2-40B4-BE49-F238E27FC236}">
                <a16:creationId xmlns:a16="http://schemas.microsoft.com/office/drawing/2014/main" id="{6618DDA6-5320-4544-A67A-4138E5DF0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9115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SLIDE 33 · WORKSHOP</a:t>
            </a:r>
          </a:p>
        </p:txBody>
      </p:sp>
      <p:sp>
        <p:nvSpPr>
          <p:cNvPr id="12" name="capability-goal-text">
            <a:extLst xmlns:a="http://schemas.openxmlformats.org/drawingml/2006/main">
              <a:ext uri="{FF2B5EF4-FFF2-40B4-BE49-F238E27FC236}">
                <a16:creationId xmlns:a16="http://schemas.microsoft.com/office/drawing/2014/main" id="{A9BB6ADF-6F5A-486E-9828-9BB90056D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4" name="capability-tech-text">
            <a:extLst xmlns:a="http://schemas.openxmlformats.org/drawingml/2006/main">
              <a:ext uri="{FF2B5EF4-FFF2-40B4-BE49-F238E27FC236}">
                <a16:creationId xmlns:a16="http://schemas.microsoft.com/office/drawing/2014/main" id="{A789BA83-BEE2-4D60-80BC-6239BCAB3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6" name="capability-collaboration-text">
            <a:extLst xmlns:a="http://schemas.openxmlformats.org/drawingml/2006/main">
              <a:ext uri="{FF2B5EF4-FFF2-40B4-BE49-F238E27FC236}">
                <a16:creationId xmlns:a16="http://schemas.microsoft.com/office/drawing/2014/main" id="{D085A46E-BB95-4E44-A140-3211DC950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8" name="capability-cohesion-text">
            <a:extLst xmlns:a="http://schemas.openxmlformats.org/drawingml/2006/main">
              <a:ext uri="{FF2B5EF4-FFF2-40B4-BE49-F238E27FC236}">
                <a16:creationId xmlns:a16="http://schemas.microsoft.com/office/drawing/2014/main" id="{31E7FE61-7CF7-4BF1-B351-6E8BC2ABB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21" name="journey-top-rule">
            <a:extLst xmlns:a="http://schemas.openxmlformats.org/drawingml/2006/main">
              <a:ext uri="{FF2B5EF4-FFF2-40B4-BE49-F238E27FC236}">
                <a16:creationId xmlns:a16="http://schemas.microsoft.com/office/drawing/2014/main" id="{3F7D1C62-8DF5-4E48-9864-9C17DDEE1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2" name="journey-label">
            <a:extLst xmlns:a="http://schemas.openxmlformats.org/drawingml/2006/main">
              <a:ext uri="{FF2B5EF4-FFF2-40B4-BE49-F238E27FC236}">
                <a16:creationId xmlns:a16="http://schemas.microsoft.com/office/drawing/2014/main" id="{8E7E41EF-B0E6-4678-B07F-0EBF826CF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先证明当前命令进入哪套接入，再获得修改对应文件的权限。</a:t>
            </a:r>
          </a:p>
        </p:txBody>
      </p:sp>
      <p:sp>
        <p:nvSpPr>
          <p:cNvPr id="26" name="stage-01-number">
            <a:extLst xmlns:a="http://schemas.openxmlformats.org/drawingml/2006/main">
              <a:ext uri="{FF2B5EF4-FFF2-40B4-BE49-F238E27FC236}">
                <a16:creationId xmlns:a16="http://schemas.microsoft.com/office/drawing/2014/main" id="{4225D723-AF17-46CE-8F57-EF6385A30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27" name="stage-01-title">
            <a:extLst xmlns:a="http://schemas.openxmlformats.org/drawingml/2006/main">
              <a:ext uri="{FF2B5EF4-FFF2-40B4-BE49-F238E27FC236}">
                <a16:creationId xmlns:a16="http://schemas.microsoft.com/office/drawing/2014/main" id="{A080687F-349A-4D96-8B9B-B15D9284C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28" name="stage-01-body">
            <a:extLst xmlns:a="http://schemas.openxmlformats.org/drawingml/2006/main">
              <a:ext uri="{FF2B5EF4-FFF2-40B4-BE49-F238E27FC236}">
                <a16:creationId xmlns:a16="http://schemas.microsoft.com/office/drawing/2014/main" id="{35DB16DD-F51B-49F2-B81F-24E50A16B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36" name="stage-03-number">
            <a:extLst xmlns:a="http://schemas.openxmlformats.org/drawingml/2006/main">
              <a:ext uri="{FF2B5EF4-FFF2-40B4-BE49-F238E27FC236}">
                <a16:creationId xmlns:a16="http://schemas.microsoft.com/office/drawing/2014/main" id="{C0286EEE-76D7-4C3D-959B-C1A40C2DE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37" name="stage-03-title">
            <a:extLst xmlns:a="http://schemas.openxmlformats.org/drawingml/2006/main">
              <a:ext uri="{FF2B5EF4-FFF2-40B4-BE49-F238E27FC236}">
                <a16:creationId xmlns:a16="http://schemas.microsoft.com/office/drawing/2014/main" id="{B27EC97C-4E04-4513-B0CF-9ED410CD8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38" name="stage-03-body">
            <a:extLst xmlns:a="http://schemas.openxmlformats.org/drawingml/2006/main">
              <a:ext uri="{FF2B5EF4-FFF2-40B4-BE49-F238E27FC236}">
                <a16:creationId xmlns:a16="http://schemas.microsoft.com/office/drawing/2014/main" id="{9E912F49-5FAE-4B6A-9826-0EE1EFB7F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46" name="stage-05-number">
            <a:extLst xmlns:a="http://schemas.openxmlformats.org/drawingml/2006/main">
              <a:ext uri="{FF2B5EF4-FFF2-40B4-BE49-F238E27FC236}">
                <a16:creationId xmlns:a16="http://schemas.microsoft.com/office/drawing/2014/main" id="{AA36F8DB-73A8-47E8-A962-56FE8DE85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47" name="stage-05-title">
            <a:extLst xmlns:a="http://schemas.openxmlformats.org/drawingml/2006/main">
              <a:ext uri="{FF2B5EF4-FFF2-40B4-BE49-F238E27FC236}">
                <a16:creationId xmlns:a16="http://schemas.microsoft.com/office/drawing/2014/main" id="{E55E05DE-AFC6-4422-9A2F-AD9E27F89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48" name="stage-05-body">
            <a:extLst xmlns:a="http://schemas.openxmlformats.org/drawingml/2006/main">
              <a:ext uri="{FF2B5EF4-FFF2-40B4-BE49-F238E27FC236}">
                <a16:creationId xmlns:a16="http://schemas.microsoft.com/office/drawing/2014/main" id="{F938BB63-05FA-4699-B9B6-45CD5A0C9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0" name="rail-flow-label">
            <a:extLst xmlns:a="http://schemas.openxmlformats.org/drawingml/2006/main">
              <a:ext uri="{FF2B5EF4-FFF2-40B4-BE49-F238E27FC236}">
                <a16:creationId xmlns:a16="http://schemas.microsoft.com/office/drawing/2014/main" id="{FF5EAC43-B84B-4541-B2F4-61336FAA9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8585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858585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1" name="rail-flow-line">
            <a:extLst xmlns:a="http://schemas.openxmlformats.org/drawingml/2006/main">
              <a:ext uri="{FF2B5EF4-FFF2-40B4-BE49-F238E27FC236}">
                <a16:creationId xmlns:a16="http://schemas.microsoft.com/office/drawing/2014/main" id="{AF9A8871-2B22-4386-A390-72752FB38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3" name="rail-flow-idea-label">
            <a:extLst xmlns:a="http://schemas.openxmlformats.org/drawingml/2006/main">
              <a:ext uri="{FF2B5EF4-FFF2-40B4-BE49-F238E27FC236}">
                <a16:creationId xmlns:a16="http://schemas.microsoft.com/office/drawing/2014/main" id="{72E1E745-7177-4B95-A3C2-46F9EE067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5" name="rail-flow-attack-label">
            <a:extLst xmlns:a="http://schemas.openxmlformats.org/drawingml/2006/main">
              <a:ext uri="{FF2B5EF4-FFF2-40B4-BE49-F238E27FC236}">
                <a16:creationId xmlns:a16="http://schemas.microsoft.com/office/drawing/2014/main" id="{1CD5E551-A644-4209-8B85-C43D55DAD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7" name="rail-flow-delivery-label">
            <a:extLst xmlns:a="http://schemas.openxmlformats.org/drawingml/2006/main">
              <a:ext uri="{FF2B5EF4-FFF2-40B4-BE49-F238E27FC236}">
                <a16:creationId xmlns:a16="http://schemas.microsoft.com/office/drawing/2014/main" id="{41242F25-AB1D-4FEC-AA44-0C6A2FA72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8" name="rail-result-box">
            <a:extLst xmlns:a="http://schemas.openxmlformats.org/drawingml/2006/main">
              <a:ext uri="{FF2B5EF4-FFF2-40B4-BE49-F238E27FC236}">
                <a16:creationId xmlns:a16="http://schemas.microsoft.com/office/drawing/2014/main" id="{F7117D08-254C-4F26-B6DD-8B03EB047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0" name="rail-result-text">
            <a:extLst xmlns:a="http://schemas.openxmlformats.org/drawingml/2006/main">
              <a:ext uri="{FF2B5EF4-FFF2-40B4-BE49-F238E27FC236}">
                <a16:creationId xmlns:a16="http://schemas.microsoft.com/office/drawing/2014/main" id="{34A8EF6F-28E9-4F9F-8CFD-1BF6F2603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63" b="1">
                <a:solidFill>
                  <a:srgbClr val="9C000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9C000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61" name="grid-top-rule">
            <a:extLst xmlns:a="http://schemas.openxmlformats.org/drawingml/2006/main">
              <a:ext uri="{FF2B5EF4-FFF2-40B4-BE49-F238E27FC236}">
                <a16:creationId xmlns:a16="http://schemas.microsoft.com/office/drawing/2014/main" id="{0F39FBDF-9E3B-4D49-B005-6B5B93FED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2" name="grid-middle-rule">
            <a:extLst xmlns:a="http://schemas.openxmlformats.org/drawingml/2006/main">
              <a:ext uri="{FF2B5EF4-FFF2-40B4-BE49-F238E27FC236}">
                <a16:creationId xmlns:a16="http://schemas.microsoft.com/office/drawing/2014/main" id="{BBC7B45A-19EF-4696-97BA-CE5C123E4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3" name="grid-vertical-rule">
            <a:extLst xmlns:a="http://schemas.openxmlformats.org/drawingml/2006/main">
              <a:ext uri="{FF2B5EF4-FFF2-40B4-BE49-F238E27FC236}">
                <a16:creationId xmlns:a16="http://schemas.microsoft.com/office/drawing/2014/main" id="{9513784B-DF55-42B5-ACF2-4EF87CE54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4" name="capability-top-rule">
            <a:extLst xmlns:a="http://schemas.openxmlformats.org/drawingml/2006/main">
              <a:ext uri="{FF2B5EF4-FFF2-40B4-BE49-F238E27FC236}">
                <a16:creationId xmlns:a16="http://schemas.microsoft.com/office/drawing/2014/main" id="{9013330B-53F2-4C98-B459-B7BC45073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5" name="module-01-icon-background">
            <a:extLst xmlns:a="http://schemas.openxmlformats.org/drawingml/2006/main">
              <a:ext uri="{FF2B5EF4-FFF2-40B4-BE49-F238E27FC236}">
                <a16:creationId xmlns:a16="http://schemas.microsoft.com/office/drawing/2014/main" id="{6BB7565D-24EF-47D6-BBB0-E18B6DE76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24050"/>
            <a:ext cx="4762500" cy="3124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B"/>
          </a:solidFill>
          <a:ln xmlns:a="http://schemas.openxmlformats.org/drawingml/2006/main" w="0">
            <a:solidFill>
              <a:srgbClr val="EAF2FB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7" name="module-02-icon-background">
            <a:extLst xmlns:a="http://schemas.openxmlformats.org/drawingml/2006/main">
              <a:ext uri="{FF2B5EF4-FFF2-40B4-BE49-F238E27FC236}">
                <a16:creationId xmlns:a16="http://schemas.microsoft.com/office/drawing/2014/main" id="{80C31D3C-F758-4BBC-A10E-E9C339D14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24050"/>
            <a:ext cx="4762500" cy="3124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FA"/>
          </a:solidFill>
          <a:ln xmlns:a="http://schemas.openxmlformats.org/drawingml/2006/main" w="0">
            <a:solidFill>
              <a:srgbClr val="F1ECF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9" name="module-03-icon-background">
            <a:extLst xmlns:a="http://schemas.openxmlformats.org/drawingml/2006/main">
              <a:ext uri="{FF2B5EF4-FFF2-40B4-BE49-F238E27FC236}">
                <a16:creationId xmlns:a16="http://schemas.microsoft.com/office/drawing/2014/main" id="{78E97F08-D68A-43EC-A2D0-7C3051E07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1" name="module-04-icon-background">
            <a:extLst xmlns:a="http://schemas.openxmlformats.org/drawingml/2006/main">
              <a:ext uri="{FF2B5EF4-FFF2-40B4-BE49-F238E27FC236}">
                <a16:creationId xmlns:a16="http://schemas.microsoft.com/office/drawing/2014/main" id="{C303905D-0287-4B86-92D4-33F0EB3B9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3" name="module-04-number">
            <a:extLst xmlns:a="http://schemas.openxmlformats.org/drawingml/2006/main">
              <a:ext uri="{FF2B5EF4-FFF2-40B4-BE49-F238E27FC236}">
                <a16:creationId xmlns:a16="http://schemas.microsoft.com/office/drawing/2014/main" id="{644EFF2E-DC9B-4D41-84F4-10582B446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4" name="module-04-title">
            <a:extLst xmlns:a="http://schemas.openxmlformats.org/drawingml/2006/main">
              <a:ext uri="{FF2B5EF4-FFF2-40B4-BE49-F238E27FC236}">
                <a16:creationId xmlns:a16="http://schemas.microsoft.com/office/drawing/2014/main" id="{9C3B8801-0886-4C35-A421-9571B2595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5" name="module-04-body">
            <a:extLst xmlns:a="http://schemas.openxmlformats.org/drawingml/2006/main">
              <a:ext uri="{FF2B5EF4-FFF2-40B4-BE49-F238E27FC236}">
                <a16:creationId xmlns:a16="http://schemas.microsoft.com/office/drawing/2014/main" id="{815AB31E-77DC-41EF-9FDD-2104B3529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6" name="capability-goal-icon-background">
            <a:extLst xmlns:a="http://schemas.openxmlformats.org/drawingml/2006/main">
              <a:ext uri="{FF2B5EF4-FFF2-40B4-BE49-F238E27FC236}">
                <a16:creationId xmlns:a16="http://schemas.microsoft.com/office/drawing/2014/main" id="{ACC8CF6A-83B8-4CA8-B500-7FCD1FE49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8" name="capability-tech-icon-background">
            <a:extLst xmlns:a="http://schemas.openxmlformats.org/drawingml/2006/main">
              <a:ext uri="{FF2B5EF4-FFF2-40B4-BE49-F238E27FC236}">
                <a16:creationId xmlns:a16="http://schemas.microsoft.com/office/drawing/2014/main" id="{1FBC427F-E57C-45DB-9CCE-FEBB0D899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0" name="capability-collaboration-icon-background">
            <a:extLst xmlns:a="http://schemas.openxmlformats.org/drawingml/2006/main">
              <a:ext uri="{FF2B5EF4-FFF2-40B4-BE49-F238E27FC236}">
                <a16:creationId xmlns:a16="http://schemas.microsoft.com/office/drawing/2014/main" id="{6E13DFB3-20F1-4890-9CA4-4556205A7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2" name="capability-cohesion-icon-background">
            <a:extLst xmlns:a="http://schemas.openxmlformats.org/drawingml/2006/main">
              <a:ext uri="{FF2B5EF4-FFF2-40B4-BE49-F238E27FC236}">
                <a16:creationId xmlns:a16="http://schemas.microsoft.com/office/drawing/2014/main" id="{6D6CB4E0-0BEB-4D63-8FF5-DCEBE4D95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4" name="competitiveness-result-box">
            <a:extLst xmlns:a="http://schemas.openxmlformats.org/drawingml/2006/main">
              <a:ext uri="{FF2B5EF4-FFF2-40B4-BE49-F238E27FC236}">
                <a16:creationId xmlns:a16="http://schemas.microsoft.com/office/drawing/2014/main" id="{F216EF67-2742-4E3A-81AE-9DA7A0133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6" name="competitiveness-result-text">
            <a:extLst xmlns:a="http://schemas.openxmlformats.org/drawingml/2006/main">
              <a:ext uri="{FF2B5EF4-FFF2-40B4-BE49-F238E27FC236}">
                <a16:creationId xmlns:a16="http://schemas.microsoft.com/office/drawing/2014/main" id="{5EF20348-951F-48D4-9F42-3FB89748A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276850"/>
            <a:ext cx="733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38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rPr>
              <a:t>公共的是 codec 生命周期，不是 420/444 的实现假设。</a:t>
            </a:r>
          </a:p>
        </p:txBody>
      </p:sp>
      <p:pic>
        <p:nvPicPr>
          <p:cNvPr id="20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7edaa864f3462f"/>
          <a:stretch xmlns:a="http://schemas.openxmlformats.org/drawingml/2006/main"/>
        </p:blipFill>
        <p:spPr>
          <a:xfrm xmlns:a="http://schemas.openxmlformats.org/drawingml/2006/main">
            <a:off x="400050" y="257175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88" name="case-header-rule">
            <a:extLst xmlns:a="http://schemas.openxmlformats.org/drawingml/2006/main">
              <a:ext uri="{FF2B5EF4-FFF2-40B4-BE49-F238E27FC236}">
                <a16:creationId xmlns:a16="http://schemas.microsoft.com/office/drawing/2014/main" id="{BAC1EAF4-B798-4F81-B3D8-E711C771E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0020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7D7"/>
          </a:solidFill>
          <a:ln xmlns:a="http://schemas.openxmlformats.org/drawingml/2006/main" w="0">
            <a:solidFill>
              <a:srgbClr val="D7D7D7"/>
            </a:solidFill>
            <a:prstDash val="solid"/>
          </a:ln>
        </p:spPr>
      </p:sp>
      <p:pic>
        <p:nvPicPr>
          <p:cNvPr id="20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8d7ea98e4e4aed"/>
          <a:stretch xmlns:a="http://schemas.openxmlformats.org/drawingml/2006/main"/>
        </p:blipFill>
        <p:spPr>
          <a:xfrm xmlns:a="http://schemas.openxmlformats.org/drawingml/2006/main">
            <a:off x="666750" y="2190750"/>
            <a:ext cx="438150" cy="438150"/>
          </a:xfrm>
          <a:prstGeom xmlns:a="http://schemas.openxmlformats.org/drawingml/2006/main" prst="rect">
            <a:avLst/>
          </a:prstGeom>
        </p:spPr>
      </p:pic>
      <p:pic>
        <p:nvPicPr>
          <p:cNvPr id="20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b05390a61f40dd"/>
          <a:stretch xmlns:a="http://schemas.openxmlformats.org/drawingml/2006/main"/>
        </p:blipFill>
        <p:spPr>
          <a:xfrm xmlns:a="http://schemas.openxmlformats.org/drawingml/2006/main">
            <a:off x="6838950" y="2190750"/>
            <a:ext cx="438150" cy="438150"/>
          </a:xfrm>
          <a:prstGeom xmlns:a="http://schemas.openxmlformats.org/drawingml/2006/main" prst="rect">
            <a:avLst/>
          </a:prstGeom>
        </p:spPr>
      </p:pic>
      <p:sp>
        <p:nvSpPr>
          <p:cNvPr id="91" name="case-one-number">
            <a:extLst xmlns:a="http://schemas.openxmlformats.org/drawingml/2006/main">
              <a:ext uri="{FF2B5EF4-FFF2-40B4-BE49-F238E27FC236}">
                <a16:creationId xmlns:a16="http://schemas.microsoft.com/office/drawing/2014/main" id="{80F689AD-6F88-4A35-AE85-A26AC3B82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1526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rPr>
              <a:t>CASE 33</a:t>
            </a:r>
          </a:p>
        </p:txBody>
      </p:sp>
      <p:sp>
        <p:nvSpPr>
          <p:cNvPr id="92" name="case-two-number">
            <a:extLst xmlns:a="http://schemas.openxmlformats.org/drawingml/2006/main">
              <a:ext uri="{FF2B5EF4-FFF2-40B4-BE49-F238E27FC236}">
                <a16:creationId xmlns:a16="http://schemas.microsoft.com/office/drawing/2014/main" id="{0A6698CA-AC0B-41F4-85BA-082BCE6B8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1526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>CONTRAST</a:t>
            </a:r>
          </a:p>
        </p:txBody>
      </p:sp>
      <p:sp>
        <p:nvSpPr>
          <p:cNvPr id="93" name="case-one-title">
            <a:extLst xmlns:a="http://schemas.openxmlformats.org/drawingml/2006/main">
              <a:ext uri="{FF2B5EF4-FFF2-40B4-BE49-F238E27FC236}">
                <a16:creationId xmlns:a16="http://schemas.microsoft.com/office/drawing/2014/main" id="{EE710BA8-D19C-4963-AFB4-4F3C1F99D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3622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FreeRDP codec subsystem</a:t>
            </a:r>
          </a:p>
        </p:txBody>
      </p:sp>
      <p:sp>
        <p:nvSpPr>
          <p:cNvPr id="94" name="case-two-title">
            <a:extLst xmlns:a="http://schemas.openxmlformats.org/drawingml/2006/main">
              <a:ext uri="{FF2B5EF4-FFF2-40B4-BE49-F238E27FC236}">
                <a16:creationId xmlns:a16="http://schemas.microsoft.com/office/drawing/2014/main" id="{318AF84A-C84B-43B2-BA7D-1800772BA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3622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App compositor</a:t>
            </a:r>
          </a:p>
        </p:txBody>
      </p:sp>
      <p:sp>
        <p:nvSpPr>
          <p:cNvPr id="95" name="case-one-method">
            <a:extLst xmlns:a="http://schemas.openxmlformats.org/drawingml/2006/main">
              <a:ext uri="{FF2B5EF4-FFF2-40B4-BE49-F238E27FC236}">
                <a16:creationId xmlns:a16="http://schemas.microsoft.com/office/drawing/2014/main" id="{D641B88F-BC38-42A3-A4BB-5C0A78563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rPr>
              <a:t>NATIVE GDI / FALLBACK</a:t>
            </a:r>
          </a:p>
        </p:txBody>
      </p:sp>
      <p:sp>
        <p:nvSpPr>
          <p:cNvPr id="96" name="case-two-method">
            <a:extLst xmlns:a="http://schemas.openxmlformats.org/drawingml/2006/main">
              <a:ext uri="{FF2B5EF4-FFF2-40B4-BE49-F238E27FC236}">
                <a16:creationId xmlns:a16="http://schemas.microsoft.com/office/drawing/2014/main" id="{138671CA-C122-4895-8836-E45A6FC58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575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>420 + 444</a:t>
            </a:r>
          </a:p>
        </p:txBody>
      </p:sp>
      <p:sp>
        <p:nvSpPr>
          <p:cNvPr id="97" name="case-left-rule-0">
            <a:extLst xmlns:a="http://schemas.openxmlformats.org/drawingml/2006/main">
              <a:ext uri="{FF2B5EF4-FFF2-40B4-BE49-F238E27FC236}">
                <a16:creationId xmlns:a16="http://schemas.microsoft.com/office/drawing/2014/main" id="{A9E0F7F1-556E-496E-816D-C112F9654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813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98" name="case-right-rule-0">
            <a:extLst xmlns:a="http://schemas.openxmlformats.org/drawingml/2006/main">
              <a:ext uri="{FF2B5EF4-FFF2-40B4-BE49-F238E27FC236}">
                <a16:creationId xmlns:a16="http://schemas.microsoft.com/office/drawing/2014/main" id="{F698392D-CBD9-4BDB-A31B-B374CB008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1813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99" name="case-label-left-0">
            <a:extLst xmlns:a="http://schemas.openxmlformats.org/drawingml/2006/main">
              <a:ext uri="{FF2B5EF4-FFF2-40B4-BE49-F238E27FC236}">
                <a16:creationId xmlns:a16="http://schemas.microsoft.com/office/drawing/2014/main" id="{1AFF2D59-C41A-4DA2-B654-8554618F8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接入</a:t>
            </a:r>
          </a:p>
        </p:txBody>
      </p:sp>
      <p:sp>
        <p:nvSpPr>
          <p:cNvPr id="100" name="case-value-left-0">
            <a:extLst xmlns:a="http://schemas.openxmlformats.org/drawingml/2006/main">
              <a:ext uri="{FF2B5EF4-FFF2-40B4-BE49-F238E27FC236}">
                <a16:creationId xmlns:a16="http://schemas.microsoft.com/office/drawing/2014/main" id="{17B95C37-E670-4E76-804D-E304F37CD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2385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h264_ohos_decoder*.c</a:t>
            </a:r>
          </a:p>
        </p:txBody>
      </p:sp>
      <p:sp>
        <p:nvSpPr>
          <p:cNvPr id="101" name="case-label-right-0">
            <a:extLst xmlns:a="http://schemas.openxmlformats.org/drawingml/2006/main">
              <a:ext uri="{FF2B5EF4-FFF2-40B4-BE49-F238E27FC236}">
                <a16:creationId xmlns:a16="http://schemas.microsoft.com/office/drawing/2014/main" id="{18A46C20-C188-49D9-98C2-BA5F1F298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2385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AVC420</a:t>
            </a:r>
          </a:p>
        </p:txBody>
      </p:sp>
      <p:sp>
        <p:nvSpPr>
          <p:cNvPr id="102" name="case-value-right-0">
            <a:extLst xmlns:a="http://schemas.openxmlformats.org/drawingml/2006/main">
              <a:ext uri="{FF2B5EF4-FFF2-40B4-BE49-F238E27FC236}">
                <a16:creationId xmlns:a16="http://schemas.microsoft.com/office/drawing/2014/main" id="{7B7E08BA-BD87-441F-B3DB-2BCCF3B9A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2385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opaque NativeBuffer → EGL</a:t>
            </a:r>
          </a:p>
        </p:txBody>
      </p:sp>
      <p:sp>
        <p:nvSpPr>
          <p:cNvPr id="103" name="case-left-rule-1">
            <a:extLst xmlns:a="http://schemas.openxmlformats.org/drawingml/2006/main">
              <a:ext uri="{FF2B5EF4-FFF2-40B4-BE49-F238E27FC236}">
                <a16:creationId xmlns:a16="http://schemas.microsoft.com/office/drawing/2014/main" id="{659D7CC2-4EC3-4F7C-BF89-3A07EE6C3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004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04" name="case-right-rule-1">
            <a:extLst xmlns:a="http://schemas.openxmlformats.org/drawingml/2006/main">
              <a:ext uri="{FF2B5EF4-FFF2-40B4-BE49-F238E27FC236}">
                <a16:creationId xmlns:a16="http://schemas.microsoft.com/office/drawing/2014/main" id="{B37D164D-5E44-46FA-ADF5-91601117C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6004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05" name="case-label-left-1">
            <a:extLst xmlns:a="http://schemas.openxmlformats.org/drawingml/2006/main">
              <a:ext uri="{FF2B5EF4-FFF2-40B4-BE49-F238E27FC236}">
                <a16:creationId xmlns:a16="http://schemas.microsoft.com/office/drawing/2014/main" id="{796BAB44-29A4-4469-8C56-2DD29EAB6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576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角色</a:t>
            </a:r>
          </a:p>
        </p:txBody>
      </p:sp>
      <p:sp>
        <p:nvSpPr>
          <p:cNvPr id="106" name="case-value-left-1">
            <a:extLst xmlns:a="http://schemas.openxmlformats.org/drawingml/2006/main">
              <a:ext uri="{FF2B5EF4-FFF2-40B4-BE49-F238E27FC236}">
                <a16:creationId xmlns:a16="http://schemas.microsoft.com/office/drawing/2014/main" id="{E2585E34-D692-44BF-BE1E-7329CBA4B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576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原生 GDI decode / fallback</a:t>
            </a:r>
          </a:p>
        </p:txBody>
      </p:sp>
      <p:sp>
        <p:nvSpPr>
          <p:cNvPr id="107" name="case-label-right-1">
            <a:extLst xmlns:a="http://schemas.openxmlformats.org/drawingml/2006/main">
              <a:ext uri="{FF2B5EF4-FFF2-40B4-BE49-F238E27FC236}">
                <a16:creationId xmlns:a16="http://schemas.microsoft.com/office/drawing/2014/main" id="{40591D54-6B8B-4336-9EA6-38AC4E705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6576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AVC444</a:t>
            </a:r>
          </a:p>
        </p:txBody>
      </p:sp>
      <p:sp>
        <p:nvSpPr>
          <p:cNvPr id="108" name="case-value-right-1">
            <a:extLst xmlns:a="http://schemas.openxmlformats.org/drawingml/2006/main">
              <a:ext uri="{FF2B5EF4-FFF2-40B4-BE49-F238E27FC236}">
                <a16:creationId xmlns:a16="http://schemas.microsoft.com/office/drawing/2014/main" id="{3E0F325A-0686-4039-ACBE-35AD57BC2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6576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mapped planes → LC 合成</a:t>
            </a:r>
          </a:p>
        </p:txBody>
      </p:sp>
      <p:sp>
        <p:nvSpPr>
          <p:cNvPr id="109" name="case-left-rule-2">
            <a:extLst xmlns:a="http://schemas.openxmlformats.org/drawingml/2006/main">
              <a:ext uri="{FF2B5EF4-FFF2-40B4-BE49-F238E27FC236}">
                <a16:creationId xmlns:a16="http://schemas.microsoft.com/office/drawing/2014/main" id="{B431DC1D-7996-47F7-B716-B4104C061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195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0" name="case-right-rule-2">
            <a:extLst xmlns:a="http://schemas.openxmlformats.org/drawingml/2006/main">
              <a:ext uri="{FF2B5EF4-FFF2-40B4-BE49-F238E27FC236}">
                <a16:creationId xmlns:a16="http://schemas.microsoft.com/office/drawing/2014/main" id="{8A9990CB-8F45-4A02-86D6-E10EE0E9F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0195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1" name="case-label-left-2">
            <a:extLst xmlns:a="http://schemas.openxmlformats.org/drawingml/2006/main">
              <a:ext uri="{FF2B5EF4-FFF2-40B4-BE49-F238E27FC236}">
                <a16:creationId xmlns:a16="http://schemas.microsoft.com/office/drawing/2014/main" id="{2BEDC775-5045-4471-AF1B-C0AD01484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767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公共生命周期</a:t>
            </a:r>
          </a:p>
        </p:txBody>
      </p:sp>
      <p:sp>
        <p:nvSpPr>
          <p:cNvPr id="112" name="case-value-left-2">
            <a:extLst xmlns:a="http://schemas.openxmlformats.org/drawingml/2006/main">
              <a:ext uri="{FF2B5EF4-FFF2-40B4-BE49-F238E27FC236}">
                <a16:creationId xmlns:a16="http://schemas.microsoft.com/office/drawing/2014/main" id="{EA218FAD-D644-4FFB-BE95-C64F04C7F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767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create→configure→start</a:t>
            </a:r>
          </a:p>
        </p:txBody>
      </p:sp>
      <p:sp>
        <p:nvSpPr>
          <p:cNvPr id="113" name="case-label-right-2">
            <a:extLst xmlns:a="http://schemas.openxmlformats.org/drawingml/2006/main">
              <a:ext uri="{FF2B5EF4-FFF2-40B4-BE49-F238E27FC236}">
                <a16:creationId xmlns:a16="http://schemas.microsoft.com/office/drawing/2014/main" id="{577C7B67-0F67-44A6-9DDD-559EFF9DC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0767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公共</a:t>
            </a:r>
          </a:p>
        </p:txBody>
      </p:sp>
      <p:sp>
        <p:nvSpPr>
          <p:cNvPr id="114" name="case-value-right-2">
            <a:extLst xmlns:a="http://schemas.openxmlformats.org/drawingml/2006/main">
              <a:ext uri="{FF2B5EF4-FFF2-40B4-BE49-F238E27FC236}">
                <a16:creationId xmlns:a16="http://schemas.microsoft.com/office/drawing/2014/main" id="{563E56E8-30B3-435F-846A-BBF723B44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0767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callbacks / input / output / reset</a:t>
            </a:r>
          </a:p>
        </p:txBody>
      </p:sp>
      <p:sp>
        <p:nvSpPr>
          <p:cNvPr id="115" name="case-left-rule-3">
            <a:extLst xmlns:a="http://schemas.openxmlformats.org/drawingml/2006/main">
              <a:ext uri="{FF2B5EF4-FFF2-40B4-BE49-F238E27FC236}">
                <a16:creationId xmlns:a16="http://schemas.microsoft.com/office/drawing/2014/main" id="{73F1F4EA-AE10-4C4D-BA07-7CC8DAE70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386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6" name="case-right-rule-3">
            <a:extLst xmlns:a="http://schemas.openxmlformats.org/drawingml/2006/main">
              <a:ext uri="{FF2B5EF4-FFF2-40B4-BE49-F238E27FC236}">
                <a16:creationId xmlns:a16="http://schemas.microsoft.com/office/drawing/2014/main" id="{54F3B591-F56B-4DB3-A065-BC6E7BCF2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4386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7" name="case-label-left-3">
            <a:extLst xmlns:a="http://schemas.openxmlformats.org/drawingml/2006/main">
              <a:ext uri="{FF2B5EF4-FFF2-40B4-BE49-F238E27FC236}">
                <a16:creationId xmlns:a16="http://schemas.microsoft.com/office/drawing/2014/main" id="{678E3CF7-1438-4AC3-A0C1-5353F3F2F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958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修改前提</a:t>
            </a:r>
          </a:p>
        </p:txBody>
      </p:sp>
      <p:sp>
        <p:nvSpPr>
          <p:cNvPr id="118" name="case-value-left-3">
            <a:extLst xmlns:a="http://schemas.openxmlformats.org/drawingml/2006/main">
              <a:ext uri="{FF2B5EF4-FFF2-40B4-BE49-F238E27FC236}">
                <a16:creationId xmlns:a16="http://schemas.microsoft.com/office/drawing/2014/main" id="{63677797-5DC0-45FD-9D3E-4D98A65D1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4958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命令确实经过该路径</a:t>
            </a:r>
          </a:p>
        </p:txBody>
      </p:sp>
      <p:sp>
        <p:nvSpPr>
          <p:cNvPr id="119" name="case-label-right-3">
            <a:extLst xmlns:a="http://schemas.openxmlformats.org/drawingml/2006/main">
              <a:ext uri="{FF2B5EF4-FFF2-40B4-BE49-F238E27FC236}">
                <a16:creationId xmlns:a16="http://schemas.microsoft.com/office/drawing/2014/main" id="{796CDBCF-DEAC-47B8-9C7D-BBC794C33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4958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不同</a:t>
            </a:r>
          </a:p>
        </p:txBody>
      </p:sp>
      <p:sp>
        <p:nvSpPr>
          <p:cNvPr id="120" name="case-value-right-3">
            <a:extLst xmlns:a="http://schemas.openxmlformats.org/drawingml/2006/main">
              <a:ext uri="{FF2B5EF4-FFF2-40B4-BE49-F238E27FC236}">
                <a16:creationId xmlns:a16="http://schemas.microsoft.com/office/drawing/2014/main" id="{1212E204-1B9F-477E-80DD-961E203DC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4958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retained 与合成语义</a:t>
            </a:r>
          </a:p>
        </p:txBody>
      </p:sp>
      <p:sp>
        <p:nvSpPr>
          <p:cNvPr id="121" name="case-transfer-circle">
            <a:extLst xmlns:a="http://schemas.openxmlformats.org/drawingml/2006/main">
              <a:ext uri="{FF2B5EF4-FFF2-40B4-BE49-F238E27FC236}">
                <a16:creationId xmlns:a16="http://schemas.microsoft.com/office/drawing/2014/main" id="{FF6A693F-DADF-434A-A7E7-B5831EE8E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95275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7000B"/>
            </a:solidFill>
            <a:prstDash val="solid"/>
          </a:ln>
        </p:spPr>
      </p:sp>
      <p:pic>
        <p:nvPicPr>
          <p:cNvPr id="2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0ea3382e1f4909"/>
          <a:stretch xmlns:a="http://schemas.openxmlformats.org/drawingml/2006/main"/>
        </p:blipFill>
        <p:spPr>
          <a:xfrm xmlns:a="http://schemas.openxmlformats.org/drawingml/2006/main">
            <a:off x="5667375" y="3105150"/>
            <a:ext cx="400050" cy="400050"/>
          </a:xfrm>
          <a:prstGeom xmlns:a="http://schemas.openxmlformats.org/drawingml/2006/main" prst="rect">
            <a:avLst/>
          </a:prstGeom>
        </p:spPr>
      </p:pic>
      <p:sp>
        <p:nvSpPr>
          <p:cNvPr id="123" name="case-transfer-text">
            <a:extLst xmlns:a="http://schemas.openxmlformats.org/drawingml/2006/main">
              <a:ext uri="{FF2B5EF4-FFF2-40B4-BE49-F238E27FC236}">
                <a16:creationId xmlns:a16="http://schemas.microsoft.com/office/drawing/2014/main" id="{48A38601-6EA4-43E6-9D6F-38C449733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524250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88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对照</a:t>
            </a:r>
          </a:p>
        </p:txBody>
      </p:sp>
      <p:sp>
        <p:nvSpPr>
          <p:cNvPr id="124" name="case-left-arrow">
            <a:extLst xmlns:a="http://schemas.openxmlformats.org/drawingml/2006/main">
              <a:ext uri="{FF2B5EF4-FFF2-40B4-BE49-F238E27FC236}">
                <a16:creationId xmlns:a16="http://schemas.microsoft.com/office/drawing/2014/main" id="{03A1806C-B519-4A4A-9980-2434DFAFD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21945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22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←</a:t>
            </a:r>
          </a:p>
        </p:txBody>
      </p:sp>
      <p:sp>
        <p:nvSpPr>
          <p:cNvPr id="125" name="case-right-arrow">
            <a:extLst xmlns:a="http://schemas.openxmlformats.org/drawingml/2006/main">
              <a:ext uri="{FF2B5EF4-FFF2-40B4-BE49-F238E27FC236}">
                <a16:creationId xmlns:a16="http://schemas.microsoft.com/office/drawing/2014/main" id="{E8FB34F1-A4F6-406E-85FD-21A5A0934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21945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22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26" name="timeline-rule">
            <a:extLst xmlns:a="http://schemas.openxmlformats.org/drawingml/2006/main">
              <a:ext uri="{FF2B5EF4-FFF2-40B4-BE49-F238E27FC236}">
                <a16:creationId xmlns:a16="http://schemas.microsoft.com/office/drawing/2014/main" id="{46F26517-8D14-4ED8-B91E-154EEEC9A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81700"/>
            <a:ext cx="10934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7D7"/>
          </a:solidFill>
          <a:ln xmlns:a="http://schemas.openxmlformats.org/drawingml/2006/main" w="0">
            <a:solidFill>
              <a:srgbClr val="D7D7D7"/>
            </a:solidFill>
            <a:prstDash val="solid"/>
          </a:ln>
        </p:spPr>
      </p:sp>
      <p:sp>
        <p:nvSpPr>
          <p:cNvPr id="127" name="timeline-dot-0">
            <a:extLst xmlns:a="http://schemas.openxmlformats.org/drawingml/2006/main">
              <a:ext uri="{FF2B5EF4-FFF2-40B4-BE49-F238E27FC236}">
                <a16:creationId xmlns:a16="http://schemas.microsoft.com/office/drawing/2014/main" id="{B1B2265D-D326-40FF-A60F-C0FBE9741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674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128" name="timeline-card-0">
            <a:extLst xmlns:a="http://schemas.openxmlformats.org/drawingml/2006/main">
              <a:ext uri="{FF2B5EF4-FFF2-40B4-BE49-F238E27FC236}">
                <a16:creationId xmlns:a16="http://schemas.microsoft.com/office/drawing/2014/main" id="{E06F85EB-4FA9-4043-8BE1-A3CF40B5C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72200"/>
            <a:ext cx="2000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EC"/>
          </a:solidFill>
          <a:ln xmlns:a="http://schemas.openxmlformats.org/drawingml/2006/main" w="0">
            <a:solidFill>
              <a:srgbClr val="FBEAEC"/>
            </a:solidFill>
            <a:prstDash val="solid"/>
          </a:ln>
        </p:spPr>
      </p:sp>
      <p:pic>
        <p:nvPicPr>
          <p:cNvPr id="2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9784ca2c554748"/>
          <a:stretch xmlns:a="http://schemas.openxmlformats.org/drawingml/2006/main"/>
        </p:blipFill>
        <p:spPr>
          <a:xfrm xmlns:a="http://schemas.openxmlformats.org/drawingml/2006/main">
            <a:off x="514350" y="63055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30" name="timeline-text-0">
            <a:extLst xmlns:a="http://schemas.openxmlformats.org/drawingml/2006/main">
              <a:ext uri="{FF2B5EF4-FFF2-40B4-BE49-F238E27FC236}">
                <a16:creationId xmlns:a16="http://schemas.microsoft.com/office/drawing/2014/main" id="{3B912A19-9FE5-4187-98C5-1F80D3054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210300"/>
            <a:ext cx="1543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冻结现象</a:t>
            </a:r>
          </a:p>
        </p:txBody>
      </p:sp>
      <p:sp>
        <p:nvSpPr>
          <p:cNvPr id="131" name="timeline-dot-1">
            <a:extLst xmlns:a="http://schemas.openxmlformats.org/drawingml/2006/main">
              <a:ext uri="{FF2B5EF4-FFF2-40B4-BE49-F238E27FC236}">
                <a16:creationId xmlns:a16="http://schemas.microsoft.com/office/drawing/2014/main" id="{7D872788-C8C9-4D53-BCFB-3EE338664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58674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45C7"/>
          </a:solidFill>
          <a:ln xmlns:a="http://schemas.openxmlformats.org/drawingml/2006/main" w="0">
            <a:solidFill>
              <a:srgbClr val="6D45C7"/>
            </a:solidFill>
            <a:prstDash val="solid"/>
          </a:ln>
        </p:spPr>
      </p:sp>
      <p:sp>
        <p:nvSpPr>
          <p:cNvPr id="132" name="timeline-card-1">
            <a:extLst xmlns:a="http://schemas.openxmlformats.org/drawingml/2006/main">
              <a:ext uri="{FF2B5EF4-FFF2-40B4-BE49-F238E27FC236}">
                <a16:creationId xmlns:a16="http://schemas.microsoft.com/office/drawing/2014/main" id="{07574872-6C46-4DCB-998F-DE9FCE105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6172200"/>
            <a:ext cx="3048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FA"/>
          </a:solidFill>
          <a:ln xmlns:a="http://schemas.openxmlformats.org/drawingml/2006/main" w="0">
            <a:solidFill>
              <a:srgbClr val="F1ECFA"/>
            </a:solidFill>
            <a:prstDash val="solid"/>
          </a:ln>
        </p:spPr>
      </p:sp>
      <p:pic>
        <p:nvPicPr>
          <p:cNvPr id="2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4ac9a4a0a54490"/>
          <a:stretch xmlns:a="http://schemas.openxmlformats.org/drawingml/2006/main"/>
        </p:blipFill>
        <p:spPr>
          <a:xfrm xmlns:a="http://schemas.openxmlformats.org/drawingml/2006/main">
            <a:off x="2705100" y="63055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34" name="timeline-text-1">
            <a:extLst xmlns:a="http://schemas.openxmlformats.org/drawingml/2006/main">
              <a:ext uri="{FF2B5EF4-FFF2-40B4-BE49-F238E27FC236}">
                <a16:creationId xmlns:a16="http://schemas.microsoft.com/office/drawing/2014/main" id="{4A727200-EA29-4361-9862-418A0DE95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6210300"/>
            <a:ext cx="2590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>同帧证据</a:t>
            </a:r>
          </a:p>
        </p:txBody>
      </p:sp>
      <p:sp>
        <p:nvSpPr>
          <p:cNvPr id="135" name="timeline-dot-2">
            <a:extLst xmlns:a="http://schemas.openxmlformats.org/drawingml/2006/main">
              <a:ext uri="{FF2B5EF4-FFF2-40B4-BE49-F238E27FC236}">
                <a16:creationId xmlns:a16="http://schemas.microsoft.com/office/drawing/2014/main" id="{3F1EC896-E46F-4384-894B-3DDEC4776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58674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136" name="timeline-card-2">
            <a:extLst xmlns:a="http://schemas.openxmlformats.org/drawingml/2006/main">
              <a:ext uri="{FF2B5EF4-FFF2-40B4-BE49-F238E27FC236}">
                <a16:creationId xmlns:a16="http://schemas.microsoft.com/office/drawing/2014/main" id="{F4FEA41C-C58A-4D35-9F21-95E1FD4ED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6172200"/>
            <a:ext cx="1428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EC"/>
          </a:solidFill>
          <a:ln xmlns:a="http://schemas.openxmlformats.org/drawingml/2006/main" w="0">
            <a:solidFill>
              <a:srgbClr val="FBEAEC"/>
            </a:solidFill>
            <a:prstDash val="solid"/>
          </a:ln>
        </p:spPr>
      </p:sp>
      <p:pic>
        <p:nvPicPr>
          <p:cNvPr id="2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2f1d6a131b4c7f"/>
          <a:stretch xmlns:a="http://schemas.openxmlformats.org/drawingml/2006/main"/>
        </p:blipFill>
        <p:spPr>
          <a:xfrm xmlns:a="http://schemas.openxmlformats.org/drawingml/2006/main">
            <a:off x="5943600" y="63055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38" name="timeline-text-2">
            <a:extLst xmlns:a="http://schemas.openxmlformats.org/drawingml/2006/main">
              <a:ext uri="{FF2B5EF4-FFF2-40B4-BE49-F238E27FC236}">
                <a16:creationId xmlns:a16="http://schemas.microsoft.com/office/drawing/2014/main" id="{75A6DFD3-381A-4508-A88C-74D03EE63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6210300"/>
            <a:ext cx="971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指标路由</a:t>
            </a:r>
          </a:p>
        </p:txBody>
      </p:sp>
      <p:sp>
        <p:nvSpPr>
          <p:cNvPr id="139" name="timeline-dot-3">
            <a:extLst xmlns:a="http://schemas.openxmlformats.org/drawingml/2006/main">
              <a:ext uri="{FF2B5EF4-FFF2-40B4-BE49-F238E27FC236}">
                <a16:creationId xmlns:a16="http://schemas.microsoft.com/office/drawing/2014/main" id="{EE23DBD8-AF98-46BF-B5EA-9A5764E71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8674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45C7"/>
          </a:solidFill>
          <a:ln xmlns:a="http://schemas.openxmlformats.org/drawingml/2006/main" w="0">
            <a:solidFill>
              <a:srgbClr val="6D45C7"/>
            </a:solidFill>
            <a:prstDash val="solid"/>
          </a:ln>
        </p:spPr>
      </p:sp>
      <p:sp>
        <p:nvSpPr>
          <p:cNvPr id="140" name="timeline-card-3">
            <a:extLst xmlns:a="http://schemas.openxmlformats.org/drawingml/2006/main">
              <a:ext uri="{FF2B5EF4-FFF2-40B4-BE49-F238E27FC236}">
                <a16:creationId xmlns:a16="http://schemas.microsoft.com/office/drawing/2014/main" id="{705D6FCE-1ACC-445B-943D-DD93AE12E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72200"/>
            <a:ext cx="2571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FA"/>
          </a:solidFill>
          <a:ln xmlns:a="http://schemas.openxmlformats.org/drawingml/2006/main" w="0">
            <a:solidFill>
              <a:srgbClr val="F1ECFA"/>
            </a:solidFill>
            <a:prstDash val="solid"/>
          </a:ln>
        </p:spPr>
      </p:sp>
      <p:pic>
        <p:nvPicPr>
          <p:cNvPr id="25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6fa5e4ec864a15"/>
          <a:stretch xmlns:a="http://schemas.openxmlformats.org/drawingml/2006/main"/>
        </p:blipFill>
        <p:spPr>
          <a:xfrm xmlns:a="http://schemas.openxmlformats.org/drawingml/2006/main">
            <a:off x="7562850" y="63055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42" name="timeline-text-3">
            <a:extLst xmlns:a="http://schemas.openxmlformats.org/drawingml/2006/main">
              <a:ext uri="{FF2B5EF4-FFF2-40B4-BE49-F238E27FC236}">
                <a16:creationId xmlns:a16="http://schemas.microsoft.com/office/drawing/2014/main" id="{D8BB6B58-07F6-42CB-AD15-5ADC5CB98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6210300"/>
            <a:ext cx="2114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>生命周期</a:t>
            </a:r>
          </a:p>
        </p:txBody>
      </p:sp>
      <p:sp>
        <p:nvSpPr>
          <p:cNvPr id="143" name="timeline-dot-4">
            <a:extLst xmlns:a="http://schemas.openxmlformats.org/drawingml/2006/main">
              <a:ext uri="{FF2B5EF4-FFF2-40B4-BE49-F238E27FC236}">
                <a16:creationId xmlns:a16="http://schemas.microsoft.com/office/drawing/2014/main" id="{42256876-971C-44C3-B36A-A2A5DC337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58674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F5B"/>
          </a:solidFill>
          <a:ln xmlns:a="http://schemas.openxmlformats.org/drawingml/2006/main" w="0">
            <a:solidFill>
              <a:srgbClr val="2F8F5B"/>
            </a:solidFill>
            <a:prstDash val="solid"/>
          </a:ln>
        </p:spPr>
      </p:sp>
      <p:sp>
        <p:nvSpPr>
          <p:cNvPr id="144" name="timeline-card-4">
            <a:extLst xmlns:a="http://schemas.openxmlformats.org/drawingml/2006/main">
              <a:ext uri="{FF2B5EF4-FFF2-40B4-BE49-F238E27FC236}">
                <a16:creationId xmlns:a16="http://schemas.microsoft.com/office/drawing/2014/main" id="{B406802C-BB49-4241-9BAC-E9752EDB4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6172200"/>
            <a:ext cx="10287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E"/>
          </a:solidFill>
          <a:ln xmlns:a="http://schemas.openxmlformats.org/drawingml/2006/main" w="0">
            <a:solidFill>
              <a:srgbClr val="EAF5EE"/>
            </a:solidFill>
            <a:prstDash val="solid"/>
          </a:ln>
        </p:spPr>
      </p:sp>
      <p:pic>
        <p:nvPicPr>
          <p:cNvPr id="26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1c10512cf04687"/>
          <a:stretch xmlns:a="http://schemas.openxmlformats.org/drawingml/2006/main"/>
        </p:blipFill>
        <p:spPr>
          <a:xfrm xmlns:a="http://schemas.openxmlformats.org/drawingml/2006/main">
            <a:off x="10325100" y="63055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46" name="timeline-text-4">
            <a:extLst xmlns:a="http://schemas.openxmlformats.org/drawingml/2006/main">
              <a:ext uri="{FF2B5EF4-FFF2-40B4-BE49-F238E27FC236}">
                <a16:creationId xmlns:a16="http://schemas.microsoft.com/office/drawing/2014/main" id="{B28B3A76-07CD-44BF-8BCF-942072BDE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6210300"/>
            <a:ext cx="57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rPr>
              <a:t>输出契约</a:t>
            </a:r>
          </a:p>
        </p:txBody>
      </p:sp>
      <p:pic>
        <p:nvPicPr>
          <p:cNvPr id="26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9e8380a4e940ba"/>
          <a:stretch xmlns:a="http://schemas.openxmlformats.org/drawingml/2006/main"/>
        </p:blipFill>
        <p:spPr>
          <a:xfrm xmlns:a="http://schemas.openxmlformats.org/drawingml/2006/main">
            <a:off x="10382250" y="268813"/>
            <a:ext cx="952500" cy="2148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9805989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9937CBA2-7E4F-43F3-9EBA-CFD6BD1B5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38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rPr>
              <a:t>34 · 第五幕｜GPU 方法迁移</a:t>
            </a:r>
          </a:p>
        </p:txBody>
      </p:sp>
      <p:sp>
        <p:nvSpPr>
          <p:cNvPr id="5" name="team-name">
            <a:extLst xmlns:a="http://schemas.openxmlformats.org/drawingml/2006/main">
              <a:ext uri="{FF2B5EF4-FFF2-40B4-BE49-F238E27FC236}">
                <a16:creationId xmlns:a16="http://schemas.microsoft.com/office/drawing/2014/main" id="{DF70FBB6-5F6E-4537-9090-0CBE67318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6" name="business-direction">
            <a:extLst xmlns:a="http://schemas.openxmlformats.org/drawingml/2006/main">
              <a:ext uri="{FF2B5EF4-FFF2-40B4-BE49-F238E27FC236}">
                <a16:creationId xmlns:a16="http://schemas.microsoft.com/office/drawing/2014/main" id="{264209F6-E82F-4B7F-97F5-9E0C8215D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" name="storyline-lead">
            <a:extLst xmlns:a="http://schemas.openxmlformats.org/drawingml/2006/main">
              <a:ext uri="{FF2B5EF4-FFF2-40B4-BE49-F238E27FC236}">
                <a16:creationId xmlns:a16="http://schemas.microsoft.com/office/drawing/2014/main" id="{513D4A51-8337-4FB4-B56E-8172C046E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8" name="storyline-outcome">
            <a:extLst xmlns:a="http://schemas.openxmlformats.org/drawingml/2006/main">
              <a:ext uri="{FF2B5EF4-FFF2-40B4-BE49-F238E27FC236}">
                <a16:creationId xmlns:a16="http://schemas.microsoft.com/office/drawing/2014/main" id="{BB1932BF-7915-4685-850E-EE30D779E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9" name="origin-story">
            <a:extLst xmlns:a="http://schemas.openxmlformats.org/drawingml/2006/main">
              <a:ext uri="{FF2B5EF4-FFF2-40B4-BE49-F238E27FC236}">
                <a16:creationId xmlns:a16="http://schemas.microsoft.com/office/drawing/2014/main" id="{4F383126-75F9-4A95-9DFA-12133DB4A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1104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210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实践：420 验证 import，444 验证 plane math</a:t>
            </a:r>
          </a:p>
        </p:txBody>
      </p:sp>
      <p:sp>
        <p:nvSpPr>
          <p:cNvPr id="10" name="capability-label">
            <a:extLst xmlns:a="http://schemas.openxmlformats.org/drawingml/2006/main">
              <a:ext uri="{FF2B5EF4-FFF2-40B4-BE49-F238E27FC236}">
                <a16:creationId xmlns:a16="http://schemas.microsoft.com/office/drawing/2014/main" id="{6618DDA6-5320-4544-A67A-4138E5DF0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9115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SLIDE 34 · WORKSHOP</a:t>
            </a:r>
          </a:p>
        </p:txBody>
      </p:sp>
      <p:sp>
        <p:nvSpPr>
          <p:cNvPr id="12" name="capability-goal-text">
            <a:extLst xmlns:a="http://schemas.openxmlformats.org/drawingml/2006/main">
              <a:ext uri="{FF2B5EF4-FFF2-40B4-BE49-F238E27FC236}">
                <a16:creationId xmlns:a16="http://schemas.microsoft.com/office/drawing/2014/main" id="{A9BB6ADF-6F5A-486E-9828-9BB90056D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4" name="capability-tech-text">
            <a:extLst xmlns:a="http://schemas.openxmlformats.org/drawingml/2006/main">
              <a:ext uri="{FF2B5EF4-FFF2-40B4-BE49-F238E27FC236}">
                <a16:creationId xmlns:a16="http://schemas.microsoft.com/office/drawing/2014/main" id="{A789BA83-BEE2-4D60-80BC-6239BCAB3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6" name="capability-collaboration-text">
            <a:extLst xmlns:a="http://schemas.openxmlformats.org/drawingml/2006/main">
              <a:ext uri="{FF2B5EF4-FFF2-40B4-BE49-F238E27FC236}">
                <a16:creationId xmlns:a16="http://schemas.microsoft.com/office/drawing/2014/main" id="{D085A46E-BB95-4E44-A140-3211DC950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8" name="capability-cohesion-text">
            <a:extLst xmlns:a="http://schemas.openxmlformats.org/drawingml/2006/main">
              <a:ext uri="{FF2B5EF4-FFF2-40B4-BE49-F238E27FC236}">
                <a16:creationId xmlns:a16="http://schemas.microsoft.com/office/drawing/2014/main" id="{31E7FE61-7CF7-4BF1-B351-6E8BC2ABB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21" name="journey-top-rule">
            <a:extLst xmlns:a="http://schemas.openxmlformats.org/drawingml/2006/main">
              <a:ext uri="{FF2B5EF4-FFF2-40B4-BE49-F238E27FC236}">
                <a16:creationId xmlns:a16="http://schemas.microsoft.com/office/drawing/2014/main" id="{3F7D1C62-8DF5-4E48-9864-9C17DDEE1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2" name="journey-label">
            <a:extLst xmlns:a="http://schemas.openxmlformats.org/drawingml/2006/main">
              <a:ext uri="{FF2B5EF4-FFF2-40B4-BE49-F238E27FC236}">
                <a16:creationId xmlns:a16="http://schemas.microsoft.com/office/drawing/2014/main" id="{8E7E41EF-B0E6-4678-B07F-0EBF826CF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漂亮色块只能证明视觉一致；import 成功和 plane math 正确仍要结构化证据。</a:t>
            </a:r>
          </a:p>
        </p:txBody>
      </p:sp>
      <p:sp>
        <p:nvSpPr>
          <p:cNvPr id="26" name="stage-01-number">
            <a:extLst xmlns:a="http://schemas.openxmlformats.org/drawingml/2006/main">
              <a:ext uri="{FF2B5EF4-FFF2-40B4-BE49-F238E27FC236}">
                <a16:creationId xmlns:a16="http://schemas.microsoft.com/office/drawing/2014/main" id="{4225D723-AF17-46CE-8F57-EF6385A30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27" name="stage-01-title">
            <a:extLst xmlns:a="http://schemas.openxmlformats.org/drawingml/2006/main">
              <a:ext uri="{FF2B5EF4-FFF2-40B4-BE49-F238E27FC236}">
                <a16:creationId xmlns:a16="http://schemas.microsoft.com/office/drawing/2014/main" id="{A080687F-349A-4D96-8B9B-B15D9284C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28" name="stage-01-body">
            <a:extLst xmlns:a="http://schemas.openxmlformats.org/drawingml/2006/main">
              <a:ext uri="{FF2B5EF4-FFF2-40B4-BE49-F238E27FC236}">
                <a16:creationId xmlns:a16="http://schemas.microsoft.com/office/drawing/2014/main" id="{35DB16DD-F51B-49F2-B81F-24E50A16B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36" name="stage-03-number">
            <a:extLst xmlns:a="http://schemas.openxmlformats.org/drawingml/2006/main">
              <a:ext uri="{FF2B5EF4-FFF2-40B4-BE49-F238E27FC236}">
                <a16:creationId xmlns:a16="http://schemas.microsoft.com/office/drawing/2014/main" id="{C0286EEE-76D7-4C3D-959B-C1A40C2DE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37" name="stage-03-title">
            <a:extLst xmlns:a="http://schemas.openxmlformats.org/drawingml/2006/main">
              <a:ext uri="{FF2B5EF4-FFF2-40B4-BE49-F238E27FC236}">
                <a16:creationId xmlns:a16="http://schemas.microsoft.com/office/drawing/2014/main" id="{B27EC97C-4E04-4513-B0CF-9ED410CD8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38" name="stage-03-body">
            <a:extLst xmlns:a="http://schemas.openxmlformats.org/drawingml/2006/main">
              <a:ext uri="{FF2B5EF4-FFF2-40B4-BE49-F238E27FC236}">
                <a16:creationId xmlns:a16="http://schemas.microsoft.com/office/drawing/2014/main" id="{9E912F49-5FAE-4B6A-9826-0EE1EFB7F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46" name="stage-05-number">
            <a:extLst xmlns:a="http://schemas.openxmlformats.org/drawingml/2006/main">
              <a:ext uri="{FF2B5EF4-FFF2-40B4-BE49-F238E27FC236}">
                <a16:creationId xmlns:a16="http://schemas.microsoft.com/office/drawing/2014/main" id="{AA36F8DB-73A8-47E8-A962-56FE8DE85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47" name="stage-05-title">
            <a:extLst xmlns:a="http://schemas.openxmlformats.org/drawingml/2006/main">
              <a:ext uri="{FF2B5EF4-FFF2-40B4-BE49-F238E27FC236}">
                <a16:creationId xmlns:a16="http://schemas.microsoft.com/office/drawing/2014/main" id="{E55E05DE-AFC6-4422-9A2F-AD9E27F89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48" name="stage-05-body">
            <a:extLst xmlns:a="http://schemas.openxmlformats.org/drawingml/2006/main">
              <a:ext uri="{FF2B5EF4-FFF2-40B4-BE49-F238E27FC236}">
                <a16:creationId xmlns:a16="http://schemas.microsoft.com/office/drawing/2014/main" id="{F938BB63-05FA-4699-B9B6-45CD5A0C9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0" name="rail-flow-label">
            <a:extLst xmlns:a="http://schemas.openxmlformats.org/drawingml/2006/main">
              <a:ext uri="{FF2B5EF4-FFF2-40B4-BE49-F238E27FC236}">
                <a16:creationId xmlns:a16="http://schemas.microsoft.com/office/drawing/2014/main" id="{FF5EAC43-B84B-4541-B2F4-61336FAA9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8585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858585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1" name="rail-flow-line">
            <a:extLst xmlns:a="http://schemas.openxmlformats.org/drawingml/2006/main">
              <a:ext uri="{FF2B5EF4-FFF2-40B4-BE49-F238E27FC236}">
                <a16:creationId xmlns:a16="http://schemas.microsoft.com/office/drawing/2014/main" id="{AF9A8871-2B22-4386-A390-72752FB38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3" name="rail-flow-idea-label">
            <a:extLst xmlns:a="http://schemas.openxmlformats.org/drawingml/2006/main">
              <a:ext uri="{FF2B5EF4-FFF2-40B4-BE49-F238E27FC236}">
                <a16:creationId xmlns:a16="http://schemas.microsoft.com/office/drawing/2014/main" id="{72E1E745-7177-4B95-A3C2-46F9EE067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5" name="rail-flow-attack-label">
            <a:extLst xmlns:a="http://schemas.openxmlformats.org/drawingml/2006/main">
              <a:ext uri="{FF2B5EF4-FFF2-40B4-BE49-F238E27FC236}">
                <a16:creationId xmlns:a16="http://schemas.microsoft.com/office/drawing/2014/main" id="{1CD5E551-A644-4209-8B85-C43D55DAD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7" name="rail-flow-delivery-label">
            <a:extLst xmlns:a="http://schemas.openxmlformats.org/drawingml/2006/main">
              <a:ext uri="{FF2B5EF4-FFF2-40B4-BE49-F238E27FC236}">
                <a16:creationId xmlns:a16="http://schemas.microsoft.com/office/drawing/2014/main" id="{41242F25-AB1D-4FEC-AA44-0C6A2FA72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8" name="rail-result-box">
            <a:extLst xmlns:a="http://schemas.openxmlformats.org/drawingml/2006/main">
              <a:ext uri="{FF2B5EF4-FFF2-40B4-BE49-F238E27FC236}">
                <a16:creationId xmlns:a16="http://schemas.microsoft.com/office/drawing/2014/main" id="{F7117D08-254C-4F26-B6DD-8B03EB047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0" name="rail-result-text">
            <a:extLst xmlns:a="http://schemas.openxmlformats.org/drawingml/2006/main">
              <a:ext uri="{FF2B5EF4-FFF2-40B4-BE49-F238E27FC236}">
                <a16:creationId xmlns:a16="http://schemas.microsoft.com/office/drawing/2014/main" id="{34A8EF6F-28E9-4F9F-8CFD-1BF6F2603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63" b="1">
                <a:solidFill>
                  <a:srgbClr val="9C000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9C000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61" name="grid-top-rule">
            <a:extLst xmlns:a="http://schemas.openxmlformats.org/drawingml/2006/main">
              <a:ext uri="{FF2B5EF4-FFF2-40B4-BE49-F238E27FC236}">
                <a16:creationId xmlns:a16="http://schemas.microsoft.com/office/drawing/2014/main" id="{0F39FBDF-9E3B-4D49-B005-6B5B93FED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2" name="grid-middle-rule">
            <a:extLst xmlns:a="http://schemas.openxmlformats.org/drawingml/2006/main">
              <a:ext uri="{FF2B5EF4-FFF2-40B4-BE49-F238E27FC236}">
                <a16:creationId xmlns:a16="http://schemas.microsoft.com/office/drawing/2014/main" id="{BBC7B45A-19EF-4696-97BA-CE5C123E4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3" name="grid-vertical-rule">
            <a:extLst xmlns:a="http://schemas.openxmlformats.org/drawingml/2006/main">
              <a:ext uri="{FF2B5EF4-FFF2-40B4-BE49-F238E27FC236}">
                <a16:creationId xmlns:a16="http://schemas.microsoft.com/office/drawing/2014/main" id="{9513784B-DF55-42B5-ACF2-4EF87CE54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4" name="capability-top-rule">
            <a:extLst xmlns:a="http://schemas.openxmlformats.org/drawingml/2006/main">
              <a:ext uri="{FF2B5EF4-FFF2-40B4-BE49-F238E27FC236}">
                <a16:creationId xmlns:a16="http://schemas.microsoft.com/office/drawing/2014/main" id="{9013330B-53F2-4C98-B459-B7BC45073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5" name="module-01-icon-background">
            <a:extLst xmlns:a="http://schemas.openxmlformats.org/drawingml/2006/main">
              <a:ext uri="{FF2B5EF4-FFF2-40B4-BE49-F238E27FC236}">
                <a16:creationId xmlns:a16="http://schemas.microsoft.com/office/drawing/2014/main" id="{6BB7565D-24EF-47D6-BBB0-E18B6DE76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24050"/>
            <a:ext cx="4762500" cy="3124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B"/>
          </a:solidFill>
          <a:ln xmlns:a="http://schemas.openxmlformats.org/drawingml/2006/main" w="0">
            <a:solidFill>
              <a:srgbClr val="EAF2FB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7" name="module-02-icon-background">
            <a:extLst xmlns:a="http://schemas.openxmlformats.org/drawingml/2006/main">
              <a:ext uri="{FF2B5EF4-FFF2-40B4-BE49-F238E27FC236}">
                <a16:creationId xmlns:a16="http://schemas.microsoft.com/office/drawing/2014/main" id="{80C31D3C-F758-4BBC-A10E-E9C339D14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24050"/>
            <a:ext cx="4762500" cy="3124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FA"/>
          </a:solidFill>
          <a:ln xmlns:a="http://schemas.openxmlformats.org/drawingml/2006/main" w="0">
            <a:solidFill>
              <a:srgbClr val="F1ECF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9" name="module-03-icon-background">
            <a:extLst xmlns:a="http://schemas.openxmlformats.org/drawingml/2006/main">
              <a:ext uri="{FF2B5EF4-FFF2-40B4-BE49-F238E27FC236}">
                <a16:creationId xmlns:a16="http://schemas.microsoft.com/office/drawing/2014/main" id="{78E97F08-D68A-43EC-A2D0-7C3051E07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1" name="module-04-icon-background">
            <a:extLst xmlns:a="http://schemas.openxmlformats.org/drawingml/2006/main">
              <a:ext uri="{FF2B5EF4-FFF2-40B4-BE49-F238E27FC236}">
                <a16:creationId xmlns:a16="http://schemas.microsoft.com/office/drawing/2014/main" id="{C303905D-0287-4B86-92D4-33F0EB3B9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3" name="module-04-number">
            <a:extLst xmlns:a="http://schemas.openxmlformats.org/drawingml/2006/main">
              <a:ext uri="{FF2B5EF4-FFF2-40B4-BE49-F238E27FC236}">
                <a16:creationId xmlns:a16="http://schemas.microsoft.com/office/drawing/2014/main" id="{644EFF2E-DC9B-4D41-84F4-10582B446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4" name="module-04-title">
            <a:extLst xmlns:a="http://schemas.openxmlformats.org/drawingml/2006/main">
              <a:ext uri="{FF2B5EF4-FFF2-40B4-BE49-F238E27FC236}">
                <a16:creationId xmlns:a16="http://schemas.microsoft.com/office/drawing/2014/main" id="{9C3B8801-0886-4C35-A421-9571B2595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5" name="module-04-body">
            <a:extLst xmlns:a="http://schemas.openxmlformats.org/drawingml/2006/main">
              <a:ext uri="{FF2B5EF4-FFF2-40B4-BE49-F238E27FC236}">
                <a16:creationId xmlns:a16="http://schemas.microsoft.com/office/drawing/2014/main" id="{815AB31E-77DC-41EF-9FDD-2104B3529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6" name="capability-goal-icon-background">
            <a:extLst xmlns:a="http://schemas.openxmlformats.org/drawingml/2006/main">
              <a:ext uri="{FF2B5EF4-FFF2-40B4-BE49-F238E27FC236}">
                <a16:creationId xmlns:a16="http://schemas.microsoft.com/office/drawing/2014/main" id="{ACC8CF6A-83B8-4CA8-B500-7FCD1FE49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8" name="capability-tech-icon-background">
            <a:extLst xmlns:a="http://schemas.openxmlformats.org/drawingml/2006/main">
              <a:ext uri="{FF2B5EF4-FFF2-40B4-BE49-F238E27FC236}">
                <a16:creationId xmlns:a16="http://schemas.microsoft.com/office/drawing/2014/main" id="{1FBC427F-E57C-45DB-9CCE-FEBB0D899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0" name="capability-collaboration-icon-background">
            <a:extLst xmlns:a="http://schemas.openxmlformats.org/drawingml/2006/main">
              <a:ext uri="{FF2B5EF4-FFF2-40B4-BE49-F238E27FC236}">
                <a16:creationId xmlns:a16="http://schemas.microsoft.com/office/drawing/2014/main" id="{6E13DFB3-20F1-4890-9CA4-4556205A7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2" name="capability-cohesion-icon-background">
            <a:extLst xmlns:a="http://schemas.openxmlformats.org/drawingml/2006/main">
              <a:ext uri="{FF2B5EF4-FFF2-40B4-BE49-F238E27FC236}">
                <a16:creationId xmlns:a16="http://schemas.microsoft.com/office/drawing/2014/main" id="{6D6CB4E0-0BEB-4D63-8FF5-DCEBE4D95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4" name="competitiveness-result-box">
            <a:extLst xmlns:a="http://schemas.openxmlformats.org/drawingml/2006/main">
              <a:ext uri="{FF2B5EF4-FFF2-40B4-BE49-F238E27FC236}">
                <a16:creationId xmlns:a16="http://schemas.microsoft.com/office/drawing/2014/main" id="{F216EF67-2742-4E3A-81AE-9DA7A0133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6" name="competitiveness-result-text">
            <a:extLst xmlns:a="http://schemas.openxmlformats.org/drawingml/2006/main">
              <a:ext uri="{FF2B5EF4-FFF2-40B4-BE49-F238E27FC236}">
                <a16:creationId xmlns:a16="http://schemas.microsoft.com/office/drawing/2014/main" id="{5EF20348-951F-48D4-9F42-3FB89748A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276850"/>
            <a:ext cx="733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38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rPr>
              <a:t>通过：420 有 import+dirty rect 证据；444 有真实 planes+格式+无越界检查，二者不可互证。</a:t>
            </a:r>
          </a:p>
        </p:txBody>
      </p:sp>
      <p:pic>
        <p:nvPicPr>
          <p:cNvPr id="20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ae5cdfc0b74527"/>
          <a:stretch xmlns:a="http://schemas.openxmlformats.org/drawingml/2006/main"/>
        </p:blipFill>
        <p:spPr>
          <a:xfrm xmlns:a="http://schemas.openxmlformats.org/drawingml/2006/main">
            <a:off x="400050" y="257175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88" name="case-header-rule">
            <a:extLst xmlns:a="http://schemas.openxmlformats.org/drawingml/2006/main">
              <a:ext uri="{FF2B5EF4-FFF2-40B4-BE49-F238E27FC236}">
                <a16:creationId xmlns:a16="http://schemas.microsoft.com/office/drawing/2014/main" id="{BAC1EAF4-B798-4F81-B3D8-E711C771E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0020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7D7"/>
          </a:solidFill>
          <a:ln xmlns:a="http://schemas.openxmlformats.org/drawingml/2006/main" w="0">
            <a:solidFill>
              <a:srgbClr val="D7D7D7"/>
            </a:solidFill>
            <a:prstDash val="solid"/>
          </a:ln>
        </p:spPr>
      </p:sp>
      <p:pic>
        <p:nvPicPr>
          <p:cNvPr id="20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d8fcd10be74206"/>
          <a:stretch xmlns:a="http://schemas.openxmlformats.org/drawingml/2006/main"/>
        </p:blipFill>
        <p:spPr>
          <a:xfrm xmlns:a="http://schemas.openxmlformats.org/drawingml/2006/main">
            <a:off x="666750" y="2190750"/>
            <a:ext cx="438150" cy="438150"/>
          </a:xfrm>
          <a:prstGeom xmlns:a="http://schemas.openxmlformats.org/drawingml/2006/main" prst="rect">
            <a:avLst/>
          </a:prstGeom>
        </p:spPr>
      </p:pic>
      <p:pic>
        <p:nvPicPr>
          <p:cNvPr id="20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df85bcaef24f5e"/>
          <a:stretch xmlns:a="http://schemas.openxmlformats.org/drawingml/2006/main"/>
        </p:blipFill>
        <p:spPr>
          <a:xfrm xmlns:a="http://schemas.openxmlformats.org/drawingml/2006/main">
            <a:off x="6838950" y="2190750"/>
            <a:ext cx="438150" cy="438150"/>
          </a:xfrm>
          <a:prstGeom xmlns:a="http://schemas.openxmlformats.org/drawingml/2006/main" prst="rect">
            <a:avLst/>
          </a:prstGeom>
        </p:spPr>
      </p:pic>
      <p:sp>
        <p:nvSpPr>
          <p:cNvPr id="91" name="case-one-number">
            <a:extLst xmlns:a="http://schemas.openxmlformats.org/drawingml/2006/main">
              <a:ext uri="{FF2B5EF4-FFF2-40B4-BE49-F238E27FC236}">
                <a16:creationId xmlns:a16="http://schemas.microsoft.com/office/drawing/2014/main" id="{80F689AD-6F88-4A35-AE85-A26AC3B82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1526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rPr>
              <a:t>CASE 34</a:t>
            </a:r>
          </a:p>
        </p:txBody>
      </p:sp>
      <p:sp>
        <p:nvSpPr>
          <p:cNvPr id="92" name="case-two-number">
            <a:extLst xmlns:a="http://schemas.openxmlformats.org/drawingml/2006/main">
              <a:ext uri="{FF2B5EF4-FFF2-40B4-BE49-F238E27FC236}">
                <a16:creationId xmlns:a16="http://schemas.microsoft.com/office/drawing/2014/main" id="{0A6698CA-AC0B-41F4-85BA-082BCE6B8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1526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93" name="case-one-title">
            <a:extLst xmlns:a="http://schemas.openxmlformats.org/drawingml/2006/main">
              <a:ext uri="{FF2B5EF4-FFF2-40B4-BE49-F238E27FC236}">
                <a16:creationId xmlns:a16="http://schemas.microsoft.com/office/drawing/2014/main" id="{EE710BA8-D19C-4963-AFB4-4F3C1F99D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3622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AVC420 / opaque output</a:t>
            </a:r>
          </a:p>
        </p:txBody>
      </p:sp>
      <p:sp>
        <p:nvSpPr>
          <p:cNvPr id="94" name="case-two-title">
            <a:extLst xmlns:a="http://schemas.openxmlformats.org/drawingml/2006/main">
              <a:ext uri="{FF2B5EF4-FFF2-40B4-BE49-F238E27FC236}">
                <a16:creationId xmlns:a16="http://schemas.microsoft.com/office/drawing/2014/main" id="{318AF84A-C84B-43B2-BA7D-1800772BA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3622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95" name="case-one-method">
            <a:extLst xmlns:a="http://schemas.openxmlformats.org/drawingml/2006/main">
              <a:ext uri="{FF2B5EF4-FFF2-40B4-BE49-F238E27FC236}">
                <a16:creationId xmlns:a16="http://schemas.microsoft.com/office/drawing/2014/main" id="{D641B88F-BC38-42A3-A4BB-5C0A78563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rPr>
              <a:t>IMPORT CONTRACT</a:t>
            </a:r>
          </a:p>
        </p:txBody>
      </p:sp>
      <p:sp>
        <p:nvSpPr>
          <p:cNvPr id="96" name="case-two-method">
            <a:extLst xmlns:a="http://schemas.openxmlformats.org/drawingml/2006/main">
              <a:ext uri="{FF2B5EF4-FFF2-40B4-BE49-F238E27FC236}">
                <a16:creationId xmlns:a16="http://schemas.microsoft.com/office/drawing/2014/main" id="{138671CA-C122-4895-8836-E45A6FC58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575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97" name="case-left-rule-0">
            <a:extLst xmlns:a="http://schemas.openxmlformats.org/drawingml/2006/main">
              <a:ext uri="{FF2B5EF4-FFF2-40B4-BE49-F238E27FC236}">
                <a16:creationId xmlns:a16="http://schemas.microsoft.com/office/drawing/2014/main" id="{A9E0F7F1-556E-496E-816D-C112F9654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813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98" name="case-right-rule-0">
            <a:extLst xmlns:a="http://schemas.openxmlformats.org/drawingml/2006/main">
              <a:ext uri="{FF2B5EF4-FFF2-40B4-BE49-F238E27FC236}">
                <a16:creationId xmlns:a16="http://schemas.microsoft.com/office/drawing/2014/main" id="{F698392D-CBD9-4BDB-A31B-B374CB008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1813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99" name="case-label-left-0">
            <a:extLst xmlns:a="http://schemas.openxmlformats.org/drawingml/2006/main">
              <a:ext uri="{FF2B5EF4-FFF2-40B4-BE49-F238E27FC236}">
                <a16:creationId xmlns:a16="http://schemas.microsoft.com/office/drawing/2014/main" id="{1AFF2D59-C41A-4DA2-B654-8554618F8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420 import</a:t>
            </a:r>
          </a:p>
        </p:txBody>
      </p:sp>
      <p:sp>
        <p:nvSpPr>
          <p:cNvPr id="100" name="case-value-left-0">
            <a:extLst xmlns:a="http://schemas.openxmlformats.org/drawingml/2006/main">
              <a:ext uri="{FF2B5EF4-FFF2-40B4-BE49-F238E27FC236}">
                <a16:creationId xmlns:a16="http://schemas.microsoft.com/office/drawing/2014/main" id="{17B95C37-E670-4E76-804D-E304F37CD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2385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EGLImage + OES 成功；rect 外 hash 不变</a:t>
            </a:r>
          </a:p>
        </p:txBody>
      </p:sp>
      <p:sp>
        <p:nvSpPr>
          <p:cNvPr id="101" name="case-label-right-0">
            <a:extLst xmlns:a="http://schemas.openxmlformats.org/drawingml/2006/main">
              <a:ext uri="{FF2B5EF4-FFF2-40B4-BE49-F238E27FC236}">
                <a16:creationId xmlns:a16="http://schemas.microsoft.com/office/drawing/2014/main" id="{18A46C20-C188-49D9-98C2-BA5F1F298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2385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02" name="case-value-right-0">
            <a:extLst xmlns:a="http://schemas.openxmlformats.org/drawingml/2006/main">
              <a:ext uri="{FF2B5EF4-FFF2-40B4-BE49-F238E27FC236}">
                <a16:creationId xmlns:a16="http://schemas.microsoft.com/office/drawing/2014/main" id="{7B7E08BA-BD87-441F-B3DB-2BCCF3B9A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2385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03" name="case-left-rule-1">
            <a:extLst xmlns:a="http://schemas.openxmlformats.org/drawingml/2006/main">
              <a:ext uri="{FF2B5EF4-FFF2-40B4-BE49-F238E27FC236}">
                <a16:creationId xmlns:a16="http://schemas.microsoft.com/office/drawing/2014/main" id="{659D7CC2-4EC3-4F7C-BF89-3A07EE6C3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004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04" name="case-right-rule-1">
            <a:extLst xmlns:a="http://schemas.openxmlformats.org/drawingml/2006/main">
              <a:ext uri="{FF2B5EF4-FFF2-40B4-BE49-F238E27FC236}">
                <a16:creationId xmlns:a16="http://schemas.microsoft.com/office/drawing/2014/main" id="{B37D164D-5E44-46FA-ADF5-91601117C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6004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05" name="case-label-left-1">
            <a:extLst xmlns:a="http://schemas.openxmlformats.org/drawingml/2006/main">
              <a:ext uri="{FF2B5EF4-FFF2-40B4-BE49-F238E27FC236}">
                <a16:creationId xmlns:a16="http://schemas.microsoft.com/office/drawing/2014/main" id="{796BAB44-29A4-4469-8C56-2DD29EAB6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576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444 planes</a:t>
            </a:r>
          </a:p>
        </p:txBody>
      </p:sp>
      <p:sp>
        <p:nvSpPr>
          <p:cNvPr id="106" name="case-value-left-1">
            <a:extLst xmlns:a="http://schemas.openxmlformats.org/drawingml/2006/main">
              <a:ext uri="{FF2B5EF4-FFF2-40B4-BE49-F238E27FC236}">
                <a16:creationId xmlns:a16="http://schemas.microsoft.com/office/drawing/2014/main" id="{E2585E34-D692-44BF-BE1E-7329CBA4B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576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Y offset=0/stride=16；UV offset=64/stride=16</a:t>
            </a:r>
          </a:p>
        </p:txBody>
      </p:sp>
      <p:sp>
        <p:nvSpPr>
          <p:cNvPr id="107" name="case-label-right-1">
            <a:extLst xmlns:a="http://schemas.openxmlformats.org/drawingml/2006/main">
              <a:ext uri="{FF2B5EF4-FFF2-40B4-BE49-F238E27FC236}">
                <a16:creationId xmlns:a16="http://schemas.microsoft.com/office/drawing/2014/main" id="{40591D54-6B8B-4336-9EA6-38AC4E705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6576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08" name="case-value-right-1">
            <a:extLst xmlns:a="http://schemas.openxmlformats.org/drawingml/2006/main">
              <a:ext uri="{FF2B5EF4-FFF2-40B4-BE49-F238E27FC236}">
                <a16:creationId xmlns:a16="http://schemas.microsoft.com/office/drawing/2014/main" id="{3E0F325A-0686-4039-ACBE-35AD57BC2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6576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09" name="case-left-rule-2">
            <a:extLst xmlns:a="http://schemas.openxmlformats.org/drawingml/2006/main">
              <a:ext uri="{FF2B5EF4-FFF2-40B4-BE49-F238E27FC236}">
                <a16:creationId xmlns:a16="http://schemas.microsoft.com/office/drawing/2014/main" id="{B431DC1D-7996-47F7-B716-B4104C061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195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0" name="case-right-rule-2">
            <a:extLst xmlns:a="http://schemas.openxmlformats.org/drawingml/2006/main">
              <a:ext uri="{FF2B5EF4-FFF2-40B4-BE49-F238E27FC236}">
                <a16:creationId xmlns:a16="http://schemas.microsoft.com/office/drawing/2014/main" id="{8A9990CB-8F45-4A02-86D6-E10EE0E9F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0195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1" name="case-label-left-2">
            <a:extLst xmlns:a="http://schemas.openxmlformats.org/drawingml/2006/main">
              <a:ext uri="{FF2B5EF4-FFF2-40B4-BE49-F238E27FC236}">
                <a16:creationId xmlns:a16="http://schemas.microsoft.com/office/drawing/2014/main" id="{2BEDC775-5045-4471-AF1B-C0AD01484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767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8×4 计算</a:t>
            </a:r>
          </a:p>
        </p:txBody>
      </p:sp>
      <p:sp>
        <p:nvSpPr>
          <p:cNvPr id="112" name="case-value-left-2">
            <a:extLst xmlns:a="http://schemas.openxmlformats.org/drawingml/2006/main">
              <a:ext uri="{FF2B5EF4-FFF2-40B4-BE49-F238E27FC236}">
                <a16:creationId xmlns:a16="http://schemas.microsoft.com/office/drawing/2014/main" id="{EA218FAD-D644-4FFB-BE95-C64F04C7F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767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Y(5,2)=37；NV12 U=84 / V=85</a:t>
            </a:r>
          </a:p>
        </p:txBody>
      </p:sp>
      <p:sp>
        <p:nvSpPr>
          <p:cNvPr id="113" name="case-label-right-2">
            <a:extLst xmlns:a="http://schemas.openxmlformats.org/drawingml/2006/main">
              <a:ext uri="{FF2B5EF4-FFF2-40B4-BE49-F238E27FC236}">
                <a16:creationId xmlns:a16="http://schemas.microsoft.com/office/drawing/2014/main" id="{577C7B67-0F67-44A6-9DDD-559EFF9DC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0767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14" name="case-value-right-2">
            <a:extLst xmlns:a="http://schemas.openxmlformats.org/drawingml/2006/main">
              <a:ext uri="{FF2B5EF4-FFF2-40B4-BE49-F238E27FC236}">
                <a16:creationId xmlns:a16="http://schemas.microsoft.com/office/drawing/2014/main" id="{563E56E8-30B3-435F-846A-BBF723B44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0767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15" name="case-left-rule-3">
            <a:extLst xmlns:a="http://schemas.openxmlformats.org/drawingml/2006/main">
              <a:ext uri="{FF2B5EF4-FFF2-40B4-BE49-F238E27FC236}">
                <a16:creationId xmlns:a16="http://schemas.microsoft.com/office/drawing/2014/main" id="{73F1F4EA-AE10-4C4D-BA07-7CC8DAE70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386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6" name="case-right-rule-3">
            <a:extLst xmlns:a="http://schemas.openxmlformats.org/drawingml/2006/main">
              <a:ext uri="{FF2B5EF4-FFF2-40B4-BE49-F238E27FC236}">
                <a16:creationId xmlns:a16="http://schemas.microsoft.com/office/drawing/2014/main" id="{54F3B591-F56B-4DB3-A065-BC6E7BCF2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4386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7" name="case-label-left-3">
            <a:extLst xmlns:a="http://schemas.openxmlformats.org/drawingml/2006/main">
              <a:ext uri="{FF2B5EF4-FFF2-40B4-BE49-F238E27FC236}">
                <a16:creationId xmlns:a16="http://schemas.microsoft.com/office/drawing/2014/main" id="{678E3CF7-1438-4AC3-A0C1-5353F3F2F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958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反例</a:t>
            </a:r>
          </a:p>
        </p:txBody>
      </p:sp>
      <p:sp>
        <p:nvSpPr>
          <p:cNvPr id="118" name="case-value-left-3">
            <a:extLst xmlns:a="http://schemas.openxmlformats.org/drawingml/2006/main">
              <a:ext uri="{FF2B5EF4-FFF2-40B4-BE49-F238E27FC236}">
                <a16:creationId xmlns:a16="http://schemas.microsoft.com/office/drawing/2014/main" id="{63677797-5DC0-45FD-9D3E-4D98A65D1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4958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UV=width×height=32 忽略 stride/sliceHeight</a:t>
            </a:r>
          </a:p>
        </p:txBody>
      </p:sp>
      <p:sp>
        <p:nvSpPr>
          <p:cNvPr id="119" name="case-label-right-3">
            <a:extLst xmlns:a="http://schemas.openxmlformats.org/drawingml/2006/main">
              <a:ext uri="{FF2B5EF4-FFF2-40B4-BE49-F238E27FC236}">
                <a16:creationId xmlns:a16="http://schemas.microsoft.com/office/drawing/2014/main" id="{796CDBCF-DEAC-47B8-9C7D-BBC794C33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4958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20" name="case-value-right-3">
            <a:extLst xmlns:a="http://schemas.openxmlformats.org/drawingml/2006/main">
              <a:ext uri="{FF2B5EF4-FFF2-40B4-BE49-F238E27FC236}">
                <a16:creationId xmlns:a16="http://schemas.microsoft.com/office/drawing/2014/main" id="{1212E204-1B9F-477E-80DD-961E203DC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4958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21" name="case-transfer-circle">
            <a:extLst xmlns:a="http://schemas.openxmlformats.org/drawingml/2006/main">
              <a:ext uri="{FF2B5EF4-FFF2-40B4-BE49-F238E27FC236}">
                <a16:creationId xmlns:a16="http://schemas.microsoft.com/office/drawing/2014/main" id="{FF6A693F-DADF-434A-A7E7-B5831EE8E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95275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7000B"/>
            </a:solidFill>
            <a:prstDash val="solid"/>
          </a:ln>
        </p:spPr>
      </p:sp>
      <p:pic>
        <p:nvPicPr>
          <p:cNvPr id="2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a9c9012e9f4512"/>
          <a:stretch xmlns:a="http://schemas.openxmlformats.org/drawingml/2006/main"/>
        </p:blipFill>
        <p:spPr>
          <a:xfrm xmlns:a="http://schemas.openxmlformats.org/drawingml/2006/main">
            <a:off x="5667375" y="3105150"/>
            <a:ext cx="400050" cy="400050"/>
          </a:xfrm>
          <a:prstGeom xmlns:a="http://schemas.openxmlformats.org/drawingml/2006/main" prst="rect">
            <a:avLst/>
          </a:prstGeom>
        </p:spPr>
      </p:pic>
      <p:sp>
        <p:nvSpPr>
          <p:cNvPr id="123" name="case-transfer-text">
            <a:extLst xmlns:a="http://schemas.openxmlformats.org/drawingml/2006/main">
              <a:ext uri="{FF2B5EF4-FFF2-40B4-BE49-F238E27FC236}">
                <a16:creationId xmlns:a16="http://schemas.microsoft.com/office/drawing/2014/main" id="{48A38601-6EA4-43E6-9D6F-38C449733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524250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88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证据</a:t>
            </a:r>
          </a:p>
        </p:txBody>
      </p:sp>
      <p:sp>
        <p:nvSpPr>
          <p:cNvPr id="124" name="case-left-arrow">
            <a:extLst xmlns:a="http://schemas.openxmlformats.org/drawingml/2006/main">
              <a:ext uri="{FF2B5EF4-FFF2-40B4-BE49-F238E27FC236}">
                <a16:creationId xmlns:a16="http://schemas.microsoft.com/office/drawing/2014/main" id="{03A1806C-B519-4A4A-9980-2434DFAFD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21945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22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←</a:t>
            </a:r>
          </a:p>
        </p:txBody>
      </p:sp>
      <p:sp>
        <p:nvSpPr>
          <p:cNvPr id="125" name="case-right-arrow">
            <a:extLst xmlns:a="http://schemas.openxmlformats.org/drawingml/2006/main">
              <a:ext uri="{FF2B5EF4-FFF2-40B4-BE49-F238E27FC236}">
                <a16:creationId xmlns:a16="http://schemas.microsoft.com/office/drawing/2014/main" id="{E8FB34F1-A4F6-406E-85FD-21A5A0934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21945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22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26" name="timeline-rule">
            <a:extLst xmlns:a="http://schemas.openxmlformats.org/drawingml/2006/main">
              <a:ext uri="{FF2B5EF4-FFF2-40B4-BE49-F238E27FC236}">
                <a16:creationId xmlns:a16="http://schemas.microsoft.com/office/drawing/2014/main" id="{46F26517-8D14-4ED8-B91E-154EEEC9A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81700"/>
            <a:ext cx="10934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7D7"/>
          </a:solidFill>
          <a:ln xmlns:a="http://schemas.openxmlformats.org/drawingml/2006/main" w="0">
            <a:solidFill>
              <a:srgbClr val="D7D7D7"/>
            </a:solidFill>
            <a:prstDash val="solid"/>
          </a:ln>
        </p:spPr>
      </p:sp>
      <p:sp>
        <p:nvSpPr>
          <p:cNvPr id="127" name="timeline-dot-0">
            <a:extLst xmlns:a="http://schemas.openxmlformats.org/drawingml/2006/main">
              <a:ext uri="{FF2B5EF4-FFF2-40B4-BE49-F238E27FC236}">
                <a16:creationId xmlns:a16="http://schemas.microsoft.com/office/drawing/2014/main" id="{B1B2265D-D326-40FF-A60F-C0FBE9741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674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128" name="timeline-card-0">
            <a:extLst xmlns:a="http://schemas.openxmlformats.org/drawingml/2006/main">
              <a:ext uri="{FF2B5EF4-FFF2-40B4-BE49-F238E27FC236}">
                <a16:creationId xmlns:a16="http://schemas.microsoft.com/office/drawing/2014/main" id="{E06F85EB-4FA9-4043-8BE1-A3CF40B5C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72200"/>
            <a:ext cx="2000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EC"/>
          </a:solidFill>
          <a:ln xmlns:a="http://schemas.openxmlformats.org/drawingml/2006/main" w="0">
            <a:solidFill>
              <a:srgbClr val="FBEAEC"/>
            </a:solidFill>
            <a:prstDash val="solid"/>
          </a:ln>
        </p:spPr>
      </p:sp>
      <p:pic>
        <p:nvPicPr>
          <p:cNvPr id="2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157e5ecebd475f"/>
          <a:stretch xmlns:a="http://schemas.openxmlformats.org/drawingml/2006/main"/>
        </p:blipFill>
        <p:spPr>
          <a:xfrm xmlns:a="http://schemas.openxmlformats.org/drawingml/2006/main">
            <a:off x="514350" y="63055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30" name="timeline-text-0">
            <a:extLst xmlns:a="http://schemas.openxmlformats.org/drawingml/2006/main">
              <a:ext uri="{FF2B5EF4-FFF2-40B4-BE49-F238E27FC236}">
                <a16:creationId xmlns:a16="http://schemas.microsoft.com/office/drawing/2014/main" id="{3B912A19-9FE5-4187-98C5-1F80D3054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210300"/>
            <a:ext cx="1543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冻结现象</a:t>
            </a:r>
          </a:p>
        </p:txBody>
      </p:sp>
      <p:sp>
        <p:nvSpPr>
          <p:cNvPr id="131" name="timeline-dot-1">
            <a:extLst xmlns:a="http://schemas.openxmlformats.org/drawingml/2006/main">
              <a:ext uri="{FF2B5EF4-FFF2-40B4-BE49-F238E27FC236}">
                <a16:creationId xmlns:a16="http://schemas.microsoft.com/office/drawing/2014/main" id="{7D872788-C8C9-4D53-BCFB-3EE338664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58674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45C7"/>
          </a:solidFill>
          <a:ln xmlns:a="http://schemas.openxmlformats.org/drawingml/2006/main" w="0">
            <a:solidFill>
              <a:srgbClr val="6D45C7"/>
            </a:solidFill>
            <a:prstDash val="solid"/>
          </a:ln>
        </p:spPr>
      </p:sp>
      <p:sp>
        <p:nvSpPr>
          <p:cNvPr id="132" name="timeline-card-1">
            <a:extLst xmlns:a="http://schemas.openxmlformats.org/drawingml/2006/main">
              <a:ext uri="{FF2B5EF4-FFF2-40B4-BE49-F238E27FC236}">
                <a16:creationId xmlns:a16="http://schemas.microsoft.com/office/drawing/2014/main" id="{07574872-6C46-4DCB-998F-DE9FCE105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6172200"/>
            <a:ext cx="3048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FA"/>
          </a:solidFill>
          <a:ln xmlns:a="http://schemas.openxmlformats.org/drawingml/2006/main" w="0">
            <a:solidFill>
              <a:srgbClr val="F1ECFA"/>
            </a:solidFill>
            <a:prstDash val="solid"/>
          </a:ln>
        </p:spPr>
      </p:sp>
      <p:pic>
        <p:nvPicPr>
          <p:cNvPr id="2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d907d56c0a4b4e"/>
          <a:stretch xmlns:a="http://schemas.openxmlformats.org/drawingml/2006/main"/>
        </p:blipFill>
        <p:spPr>
          <a:xfrm xmlns:a="http://schemas.openxmlformats.org/drawingml/2006/main">
            <a:off x="2705100" y="63055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34" name="timeline-text-1">
            <a:extLst xmlns:a="http://schemas.openxmlformats.org/drawingml/2006/main">
              <a:ext uri="{FF2B5EF4-FFF2-40B4-BE49-F238E27FC236}">
                <a16:creationId xmlns:a16="http://schemas.microsoft.com/office/drawing/2014/main" id="{4A727200-EA29-4361-9862-418A0DE95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6210300"/>
            <a:ext cx="2590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>同帧证据</a:t>
            </a:r>
          </a:p>
        </p:txBody>
      </p:sp>
      <p:sp>
        <p:nvSpPr>
          <p:cNvPr id="135" name="timeline-dot-2">
            <a:extLst xmlns:a="http://schemas.openxmlformats.org/drawingml/2006/main">
              <a:ext uri="{FF2B5EF4-FFF2-40B4-BE49-F238E27FC236}">
                <a16:creationId xmlns:a16="http://schemas.microsoft.com/office/drawing/2014/main" id="{3F1EC896-E46F-4384-894B-3DDEC4776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58674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136" name="timeline-card-2">
            <a:extLst xmlns:a="http://schemas.openxmlformats.org/drawingml/2006/main">
              <a:ext uri="{FF2B5EF4-FFF2-40B4-BE49-F238E27FC236}">
                <a16:creationId xmlns:a16="http://schemas.microsoft.com/office/drawing/2014/main" id="{F4FEA41C-C58A-4D35-9F21-95E1FD4ED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6172200"/>
            <a:ext cx="1428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EC"/>
          </a:solidFill>
          <a:ln xmlns:a="http://schemas.openxmlformats.org/drawingml/2006/main" w="0">
            <a:solidFill>
              <a:srgbClr val="FBEAEC"/>
            </a:solidFill>
            <a:prstDash val="solid"/>
          </a:ln>
        </p:spPr>
      </p:sp>
      <p:pic>
        <p:nvPicPr>
          <p:cNvPr id="2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b8c283d6384abc"/>
          <a:stretch xmlns:a="http://schemas.openxmlformats.org/drawingml/2006/main"/>
        </p:blipFill>
        <p:spPr>
          <a:xfrm xmlns:a="http://schemas.openxmlformats.org/drawingml/2006/main">
            <a:off x="5943600" y="63055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38" name="timeline-text-2">
            <a:extLst xmlns:a="http://schemas.openxmlformats.org/drawingml/2006/main">
              <a:ext uri="{FF2B5EF4-FFF2-40B4-BE49-F238E27FC236}">
                <a16:creationId xmlns:a16="http://schemas.microsoft.com/office/drawing/2014/main" id="{75A6DFD3-381A-4508-A88C-74D03EE63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6210300"/>
            <a:ext cx="971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指标路由</a:t>
            </a:r>
          </a:p>
        </p:txBody>
      </p:sp>
      <p:sp>
        <p:nvSpPr>
          <p:cNvPr id="139" name="timeline-dot-3">
            <a:extLst xmlns:a="http://schemas.openxmlformats.org/drawingml/2006/main">
              <a:ext uri="{FF2B5EF4-FFF2-40B4-BE49-F238E27FC236}">
                <a16:creationId xmlns:a16="http://schemas.microsoft.com/office/drawing/2014/main" id="{EE23DBD8-AF98-46BF-B5EA-9A5764E71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8674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45C7"/>
          </a:solidFill>
          <a:ln xmlns:a="http://schemas.openxmlformats.org/drawingml/2006/main" w="0">
            <a:solidFill>
              <a:srgbClr val="6D45C7"/>
            </a:solidFill>
            <a:prstDash val="solid"/>
          </a:ln>
        </p:spPr>
      </p:sp>
      <p:sp>
        <p:nvSpPr>
          <p:cNvPr id="140" name="timeline-card-3">
            <a:extLst xmlns:a="http://schemas.openxmlformats.org/drawingml/2006/main">
              <a:ext uri="{FF2B5EF4-FFF2-40B4-BE49-F238E27FC236}">
                <a16:creationId xmlns:a16="http://schemas.microsoft.com/office/drawing/2014/main" id="{705D6FCE-1ACC-445B-943D-DD93AE12E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72200"/>
            <a:ext cx="2571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FA"/>
          </a:solidFill>
          <a:ln xmlns:a="http://schemas.openxmlformats.org/drawingml/2006/main" w="0">
            <a:solidFill>
              <a:srgbClr val="F1ECFA"/>
            </a:solidFill>
            <a:prstDash val="solid"/>
          </a:ln>
        </p:spPr>
      </p:sp>
      <p:pic>
        <p:nvPicPr>
          <p:cNvPr id="25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28306aec1b4696"/>
          <a:stretch xmlns:a="http://schemas.openxmlformats.org/drawingml/2006/main"/>
        </p:blipFill>
        <p:spPr>
          <a:xfrm xmlns:a="http://schemas.openxmlformats.org/drawingml/2006/main">
            <a:off x="7562850" y="63055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42" name="timeline-text-3">
            <a:extLst xmlns:a="http://schemas.openxmlformats.org/drawingml/2006/main">
              <a:ext uri="{FF2B5EF4-FFF2-40B4-BE49-F238E27FC236}">
                <a16:creationId xmlns:a16="http://schemas.microsoft.com/office/drawing/2014/main" id="{D8BB6B58-07F6-42CB-AD15-5ADC5CB98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6210300"/>
            <a:ext cx="2114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>生命周期</a:t>
            </a:r>
          </a:p>
        </p:txBody>
      </p:sp>
      <p:sp>
        <p:nvSpPr>
          <p:cNvPr id="143" name="timeline-dot-4">
            <a:extLst xmlns:a="http://schemas.openxmlformats.org/drawingml/2006/main">
              <a:ext uri="{FF2B5EF4-FFF2-40B4-BE49-F238E27FC236}">
                <a16:creationId xmlns:a16="http://schemas.microsoft.com/office/drawing/2014/main" id="{42256876-971C-44C3-B36A-A2A5DC337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58674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F5B"/>
          </a:solidFill>
          <a:ln xmlns:a="http://schemas.openxmlformats.org/drawingml/2006/main" w="0">
            <a:solidFill>
              <a:srgbClr val="2F8F5B"/>
            </a:solidFill>
            <a:prstDash val="solid"/>
          </a:ln>
        </p:spPr>
      </p:sp>
      <p:sp>
        <p:nvSpPr>
          <p:cNvPr id="144" name="timeline-card-4">
            <a:extLst xmlns:a="http://schemas.openxmlformats.org/drawingml/2006/main">
              <a:ext uri="{FF2B5EF4-FFF2-40B4-BE49-F238E27FC236}">
                <a16:creationId xmlns:a16="http://schemas.microsoft.com/office/drawing/2014/main" id="{B406802C-BB49-4241-9BAC-E9752EDB4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6172200"/>
            <a:ext cx="10287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E"/>
          </a:solidFill>
          <a:ln xmlns:a="http://schemas.openxmlformats.org/drawingml/2006/main" w="0">
            <a:solidFill>
              <a:srgbClr val="EAF5EE"/>
            </a:solidFill>
            <a:prstDash val="solid"/>
          </a:ln>
        </p:spPr>
      </p:sp>
      <p:pic>
        <p:nvPicPr>
          <p:cNvPr id="26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fc694bfbef49ac"/>
          <a:stretch xmlns:a="http://schemas.openxmlformats.org/drawingml/2006/main"/>
        </p:blipFill>
        <p:spPr>
          <a:xfrm xmlns:a="http://schemas.openxmlformats.org/drawingml/2006/main">
            <a:off x="10325100" y="63055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46" name="timeline-text-4">
            <a:extLst xmlns:a="http://schemas.openxmlformats.org/drawingml/2006/main">
              <a:ext uri="{FF2B5EF4-FFF2-40B4-BE49-F238E27FC236}">
                <a16:creationId xmlns:a16="http://schemas.microsoft.com/office/drawing/2014/main" id="{B28B3A76-07CD-44BF-8BCF-942072BDE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6210300"/>
            <a:ext cx="57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rPr>
              <a:t>输出契约</a:t>
            </a:r>
          </a:p>
        </p:txBody>
      </p:sp>
      <p:pic>
        <p:nvPicPr>
          <p:cNvPr id="26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45c4f7b53c4952"/>
          <a:stretch xmlns:a="http://schemas.openxmlformats.org/drawingml/2006/main"/>
        </p:blipFill>
        <p:spPr>
          <a:xfrm xmlns:a="http://schemas.openxmlformats.org/drawingml/2006/main">
            <a:off x="10382250" y="268813"/>
            <a:ext cx="952500" cy="214850"/>
          </a:xfrm>
          <a:prstGeom xmlns:a="http://schemas.openxmlformats.org/drawingml/2006/main" prst="rect">
            <a:avLst/>
          </a:prstGeom>
        </p:spPr>
      </p:pic>
      <p:pic>
        <p:nvPicPr>
          <p:cNvPr id="26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20078eef1441e6"/>
          <a:stretch xmlns:a="http://schemas.openxmlformats.org/drawingml/2006/main"/>
        </p:blipFill>
        <p:spPr>
          <a:xfrm xmlns:a="http://schemas.openxmlformats.org/drawingml/2006/main">
            <a:off x="6610350" y="1924050"/>
            <a:ext cx="4686300" cy="3124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9805989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9937CBA2-7E4F-43F3-9EBA-CFD6BD1B5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38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>35 · 第五幕｜GPU 方法迁移</a:t>
            </a:r>
          </a:p>
        </p:txBody>
      </p:sp>
      <p:sp>
        <p:nvSpPr>
          <p:cNvPr id="5" name="team-name">
            <a:extLst xmlns:a="http://schemas.openxmlformats.org/drawingml/2006/main">
              <a:ext uri="{FF2B5EF4-FFF2-40B4-BE49-F238E27FC236}">
                <a16:creationId xmlns:a16="http://schemas.microsoft.com/office/drawing/2014/main" id="{DF70FBB6-5F6E-4537-9090-0CBE67318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6" name="business-direction">
            <a:extLst xmlns:a="http://schemas.openxmlformats.org/drawingml/2006/main">
              <a:ext uri="{FF2B5EF4-FFF2-40B4-BE49-F238E27FC236}">
                <a16:creationId xmlns:a16="http://schemas.microsoft.com/office/drawing/2014/main" id="{264209F6-E82F-4B7F-97F5-9E0C8215D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72200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结论出口</a:t>
            </a:r>
          </a:p>
        </p:txBody>
      </p:sp>
      <p:sp>
        <p:nvSpPr>
          <p:cNvPr id="7" name="storyline-lead">
            <a:extLst xmlns:a="http://schemas.openxmlformats.org/drawingml/2006/main">
              <a:ext uri="{FF2B5EF4-FFF2-40B4-BE49-F238E27FC236}">
                <a16:creationId xmlns:a16="http://schemas.microsoft.com/office/drawing/2014/main" id="{513D4A51-8337-4FB4-B56E-8172C046E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8" name="storyline-outcome">
            <a:extLst xmlns:a="http://schemas.openxmlformats.org/drawingml/2006/main">
              <a:ext uri="{FF2B5EF4-FFF2-40B4-BE49-F238E27FC236}">
                <a16:creationId xmlns:a16="http://schemas.microsoft.com/office/drawing/2014/main" id="{BB1932BF-7915-4685-850E-EE30D779E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9" name="origin-story">
            <a:extLst xmlns:a="http://schemas.openxmlformats.org/drawingml/2006/main">
              <a:ext uri="{FF2B5EF4-FFF2-40B4-BE49-F238E27FC236}">
                <a16:creationId xmlns:a16="http://schemas.microsoft.com/office/drawing/2014/main" id="{4F383126-75F9-4A95-9DFA-12133DB4A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1104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210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AVC420 先有可信背景，才能接管输出</a:t>
            </a:r>
          </a:p>
        </p:txBody>
      </p:sp>
      <p:sp>
        <p:nvSpPr>
          <p:cNvPr id="10" name="capability-label">
            <a:extLst xmlns:a="http://schemas.openxmlformats.org/drawingml/2006/main">
              <a:ext uri="{FF2B5EF4-FFF2-40B4-BE49-F238E27FC236}">
                <a16:creationId xmlns:a16="http://schemas.microsoft.com/office/drawing/2014/main" id="{6618DDA6-5320-4544-A67A-4138E5DF0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92405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EVIDENCE OUTPUT</a:t>
            </a:r>
          </a:p>
        </p:txBody>
      </p:sp>
      <p:sp>
        <p:nvSpPr>
          <p:cNvPr id="12" name="capability-goal-text">
            <a:extLst xmlns:a="http://schemas.openxmlformats.org/drawingml/2006/main">
              <a:ext uri="{FF2B5EF4-FFF2-40B4-BE49-F238E27FC236}">
                <a16:creationId xmlns:a16="http://schemas.microsoft.com/office/drawing/2014/main" id="{A9BB6ADF-6F5A-486E-9828-9BB90056D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228850"/>
            <a:ext cx="123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SURFACE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15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MATCH</a:t>
            </a:r>
          </a:p>
        </p:txBody>
      </p:sp>
      <p:sp>
        <p:nvSpPr>
          <p:cNvPr id="14" name="capability-tech-text">
            <a:extLst xmlns:a="http://schemas.openxmlformats.org/drawingml/2006/main">
              <a:ext uri="{FF2B5EF4-FFF2-40B4-BE49-F238E27FC236}">
                <a16:creationId xmlns:a16="http://schemas.microsoft.com/office/drawing/2014/main" id="{A789BA83-BEE2-4D60-80BC-6239BCAB3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819400"/>
            <a:ext cx="123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BASE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15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READY</a:t>
            </a:r>
          </a:p>
        </p:txBody>
      </p:sp>
      <p:sp>
        <p:nvSpPr>
          <p:cNvPr id="16" name="capability-collaboration-text">
            <a:extLst xmlns:a="http://schemas.openxmlformats.org/drawingml/2006/main">
              <a:ext uri="{FF2B5EF4-FFF2-40B4-BE49-F238E27FC236}">
                <a16:creationId xmlns:a16="http://schemas.microsoft.com/office/drawing/2014/main" id="{D085A46E-BB95-4E44-A140-3211DC950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409950"/>
            <a:ext cx="123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IMPORT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15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PASS</a:t>
            </a:r>
          </a:p>
        </p:txBody>
      </p:sp>
      <p:sp>
        <p:nvSpPr>
          <p:cNvPr id="18" name="capability-cohesion-text">
            <a:extLst xmlns:a="http://schemas.openxmlformats.org/drawingml/2006/main">
              <a:ext uri="{FF2B5EF4-FFF2-40B4-BE49-F238E27FC236}">
                <a16:creationId xmlns:a16="http://schemas.microsoft.com/office/drawing/2014/main" id="{31E7FE61-7CF7-4BF1-B351-6E8BC2ABB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4000500"/>
            <a:ext cx="123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RETAINED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15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COMPLETE</a:t>
            </a:r>
          </a:p>
        </p:txBody>
      </p:sp>
      <p:sp>
        <p:nvSpPr>
          <p:cNvPr id="21" name="journey-top-rule">
            <a:extLst xmlns:a="http://schemas.openxmlformats.org/drawingml/2006/main">
              <a:ext uri="{FF2B5EF4-FFF2-40B4-BE49-F238E27FC236}">
                <a16:creationId xmlns:a16="http://schemas.microsoft.com/office/drawing/2014/main" id="{3F7D1C62-8DF5-4E48-9864-9C17DDEE1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2" name="journey-label">
            <a:extLst xmlns:a="http://schemas.openxmlformats.org/drawingml/2006/main">
              <a:ext uri="{FF2B5EF4-FFF2-40B4-BE49-F238E27FC236}">
                <a16:creationId xmlns:a16="http://schemas.microsoft.com/office/drawing/2014/main" id="{8E7E41EF-B0E6-4678-B07F-0EBF826CF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对象存在不等于内容 ready；首次 takeover 前必须证明完整 surface 或可信同尺寸 GDI base。</a:t>
            </a:r>
          </a:p>
        </p:txBody>
      </p:sp>
      <p:sp>
        <p:nvSpPr>
          <p:cNvPr id="26" name="stage-01-number">
            <a:extLst xmlns:a="http://schemas.openxmlformats.org/drawingml/2006/main">
              <a:ext uri="{FF2B5EF4-FFF2-40B4-BE49-F238E27FC236}">
                <a16:creationId xmlns:a16="http://schemas.microsoft.com/office/drawing/2014/main" id="{4225D723-AF17-46CE-8F57-EF6385A30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27" name="stage-01-title">
            <a:extLst xmlns:a="http://schemas.openxmlformats.org/drawingml/2006/main">
              <a:ext uri="{FF2B5EF4-FFF2-40B4-BE49-F238E27FC236}">
                <a16:creationId xmlns:a16="http://schemas.microsoft.com/office/drawing/2014/main" id="{A080687F-349A-4D96-8B9B-B15D9284C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28" name="stage-01-body">
            <a:extLst xmlns:a="http://schemas.openxmlformats.org/drawingml/2006/main">
              <a:ext uri="{FF2B5EF4-FFF2-40B4-BE49-F238E27FC236}">
                <a16:creationId xmlns:a16="http://schemas.microsoft.com/office/drawing/2014/main" id="{35DB16DD-F51B-49F2-B81F-24E50A16B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36" name="stage-03-number">
            <a:extLst xmlns:a="http://schemas.openxmlformats.org/drawingml/2006/main">
              <a:ext uri="{FF2B5EF4-FFF2-40B4-BE49-F238E27FC236}">
                <a16:creationId xmlns:a16="http://schemas.microsoft.com/office/drawing/2014/main" id="{C0286EEE-76D7-4C3D-959B-C1A40C2DE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37" name="stage-03-title">
            <a:extLst xmlns:a="http://schemas.openxmlformats.org/drawingml/2006/main">
              <a:ext uri="{FF2B5EF4-FFF2-40B4-BE49-F238E27FC236}">
                <a16:creationId xmlns:a16="http://schemas.microsoft.com/office/drawing/2014/main" id="{B27EC97C-4E04-4513-B0CF-9ED410CD8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38" name="stage-03-body">
            <a:extLst xmlns:a="http://schemas.openxmlformats.org/drawingml/2006/main">
              <a:ext uri="{FF2B5EF4-FFF2-40B4-BE49-F238E27FC236}">
                <a16:creationId xmlns:a16="http://schemas.microsoft.com/office/drawing/2014/main" id="{9E912F49-5FAE-4B6A-9826-0EE1EFB7F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46" name="stage-05-number">
            <a:extLst xmlns:a="http://schemas.openxmlformats.org/drawingml/2006/main">
              <a:ext uri="{FF2B5EF4-FFF2-40B4-BE49-F238E27FC236}">
                <a16:creationId xmlns:a16="http://schemas.microsoft.com/office/drawing/2014/main" id="{AA36F8DB-73A8-47E8-A962-56FE8DE85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47" name="stage-05-title">
            <a:extLst xmlns:a="http://schemas.openxmlformats.org/drawingml/2006/main">
              <a:ext uri="{FF2B5EF4-FFF2-40B4-BE49-F238E27FC236}">
                <a16:creationId xmlns:a16="http://schemas.microsoft.com/office/drawing/2014/main" id="{E55E05DE-AFC6-4422-9A2F-AD9E27F89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48" name="stage-05-body">
            <a:extLst xmlns:a="http://schemas.openxmlformats.org/drawingml/2006/main">
              <a:ext uri="{FF2B5EF4-FFF2-40B4-BE49-F238E27FC236}">
                <a16:creationId xmlns:a16="http://schemas.microsoft.com/office/drawing/2014/main" id="{F938BB63-05FA-4699-B9B6-45CD5A0C9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0" name="rail-flow-label">
            <a:extLst xmlns:a="http://schemas.openxmlformats.org/drawingml/2006/main">
              <a:ext uri="{FF2B5EF4-FFF2-40B4-BE49-F238E27FC236}">
                <a16:creationId xmlns:a16="http://schemas.microsoft.com/office/drawing/2014/main" id="{FF5EAC43-B84B-4541-B2F4-61336FAA9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8585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858585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1" name="rail-flow-line">
            <a:extLst xmlns:a="http://schemas.openxmlformats.org/drawingml/2006/main">
              <a:ext uri="{FF2B5EF4-FFF2-40B4-BE49-F238E27FC236}">
                <a16:creationId xmlns:a16="http://schemas.microsoft.com/office/drawing/2014/main" id="{AF9A8871-2B22-4386-A390-72752FB38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3" name="rail-flow-idea-label">
            <a:extLst xmlns:a="http://schemas.openxmlformats.org/drawingml/2006/main">
              <a:ext uri="{FF2B5EF4-FFF2-40B4-BE49-F238E27FC236}">
                <a16:creationId xmlns:a16="http://schemas.microsoft.com/office/drawing/2014/main" id="{72E1E745-7177-4B95-A3C2-46F9EE067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5" name="rail-flow-attack-label">
            <a:extLst xmlns:a="http://schemas.openxmlformats.org/drawingml/2006/main">
              <a:ext uri="{FF2B5EF4-FFF2-40B4-BE49-F238E27FC236}">
                <a16:creationId xmlns:a16="http://schemas.microsoft.com/office/drawing/2014/main" id="{1CD5E551-A644-4209-8B85-C43D55DAD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7" name="rail-flow-delivery-label">
            <a:extLst xmlns:a="http://schemas.openxmlformats.org/drawingml/2006/main">
              <a:ext uri="{FF2B5EF4-FFF2-40B4-BE49-F238E27FC236}">
                <a16:creationId xmlns:a16="http://schemas.microsoft.com/office/drawing/2014/main" id="{41242F25-AB1D-4FEC-AA44-0C6A2FA72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8" name="rail-result-box">
            <a:extLst xmlns:a="http://schemas.openxmlformats.org/drawingml/2006/main">
              <a:ext uri="{FF2B5EF4-FFF2-40B4-BE49-F238E27FC236}">
                <a16:creationId xmlns:a16="http://schemas.microsoft.com/office/drawing/2014/main" id="{F7117D08-254C-4F26-B6DD-8B03EB047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62150"/>
            <a:ext cx="2724150" cy="3219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FA"/>
          </a:solidFill>
          <a:ln xmlns:a="http://schemas.openxmlformats.org/drawingml/2006/main" w="0">
            <a:solidFill>
              <a:srgbClr val="F1ECF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0" name="rail-result-text">
            <a:extLst xmlns:a="http://schemas.openxmlformats.org/drawingml/2006/main">
              <a:ext uri="{FF2B5EF4-FFF2-40B4-BE49-F238E27FC236}">
                <a16:creationId xmlns:a16="http://schemas.microsoft.com/office/drawing/2014/main" id="{34A8EF6F-28E9-4F9F-8CFD-1BF6F2603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63" b="1">
                <a:solidFill>
                  <a:srgbClr val="9C000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9C000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61" name="grid-top-rule">
            <a:extLst xmlns:a="http://schemas.openxmlformats.org/drawingml/2006/main">
              <a:ext uri="{FF2B5EF4-FFF2-40B4-BE49-F238E27FC236}">
                <a16:creationId xmlns:a16="http://schemas.microsoft.com/office/drawing/2014/main" id="{0F39FBDF-9E3B-4D49-B005-6B5B93FED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2" name="grid-middle-rule">
            <a:extLst xmlns:a="http://schemas.openxmlformats.org/drawingml/2006/main">
              <a:ext uri="{FF2B5EF4-FFF2-40B4-BE49-F238E27FC236}">
                <a16:creationId xmlns:a16="http://schemas.microsoft.com/office/drawing/2014/main" id="{BBC7B45A-19EF-4696-97BA-CE5C123E4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3" name="grid-vertical-rule">
            <a:extLst xmlns:a="http://schemas.openxmlformats.org/drawingml/2006/main">
              <a:ext uri="{FF2B5EF4-FFF2-40B4-BE49-F238E27FC236}">
                <a16:creationId xmlns:a16="http://schemas.microsoft.com/office/drawing/2014/main" id="{9513784B-DF55-42B5-ACF2-4EF87CE54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4" name="capability-top-rule">
            <a:extLst xmlns:a="http://schemas.openxmlformats.org/drawingml/2006/main">
              <a:ext uri="{FF2B5EF4-FFF2-40B4-BE49-F238E27FC236}">
                <a16:creationId xmlns:a16="http://schemas.microsoft.com/office/drawing/2014/main" id="{9013330B-53F2-4C98-B459-B7BC45073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5" name="module-01-icon-background">
            <a:extLst xmlns:a="http://schemas.openxmlformats.org/drawingml/2006/main">
              <a:ext uri="{FF2B5EF4-FFF2-40B4-BE49-F238E27FC236}">
                <a16:creationId xmlns:a16="http://schemas.microsoft.com/office/drawing/2014/main" id="{6BB7565D-24EF-47D6-BBB0-E18B6DE76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847850"/>
            <a:ext cx="22669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FA"/>
          </a:solidFill>
          <a:ln xmlns:a="http://schemas.openxmlformats.org/drawingml/2006/main" w="0">
            <a:solidFill>
              <a:srgbClr val="F1ECF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7" name="module-02-icon-background">
            <a:extLst xmlns:a="http://schemas.openxmlformats.org/drawingml/2006/main">
              <a:ext uri="{FF2B5EF4-FFF2-40B4-BE49-F238E27FC236}">
                <a16:creationId xmlns:a16="http://schemas.microsoft.com/office/drawing/2014/main" id="{80C31D3C-F758-4BBC-A10E-E9C339D14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1847850"/>
            <a:ext cx="22669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EC"/>
          </a:solidFill>
          <a:ln xmlns:a="http://schemas.openxmlformats.org/drawingml/2006/main" w="0">
            <a:solidFill>
              <a:srgbClr val="FBEAEC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9" name="module-03-icon-background">
            <a:extLst xmlns:a="http://schemas.openxmlformats.org/drawingml/2006/main">
              <a:ext uri="{FF2B5EF4-FFF2-40B4-BE49-F238E27FC236}">
                <a16:creationId xmlns:a16="http://schemas.microsoft.com/office/drawing/2014/main" id="{78E97F08-D68A-43EC-A2D0-7C3051E07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438650"/>
            <a:ext cx="22669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E"/>
          </a:solidFill>
          <a:ln xmlns:a="http://schemas.openxmlformats.org/drawingml/2006/main" w="0">
            <a:solidFill>
              <a:srgbClr val="EAF5EE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1" name="module-04-icon-background">
            <a:extLst xmlns:a="http://schemas.openxmlformats.org/drawingml/2006/main">
              <a:ext uri="{FF2B5EF4-FFF2-40B4-BE49-F238E27FC236}">
                <a16:creationId xmlns:a16="http://schemas.microsoft.com/office/drawing/2014/main" id="{C303905D-0287-4B86-92D4-33F0EB3B9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438650"/>
            <a:ext cx="22669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FA"/>
          </a:solidFill>
          <a:ln xmlns:a="http://schemas.openxmlformats.org/drawingml/2006/main" w="0">
            <a:solidFill>
              <a:srgbClr val="F1ECF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3" name="module-04-number">
            <a:extLst xmlns:a="http://schemas.openxmlformats.org/drawingml/2006/main">
              <a:ext uri="{FF2B5EF4-FFF2-40B4-BE49-F238E27FC236}">
                <a16:creationId xmlns:a16="http://schemas.microsoft.com/office/drawing/2014/main" id="{644EFF2E-DC9B-4D41-84F4-10582B446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4" name="module-04-title">
            <a:extLst xmlns:a="http://schemas.openxmlformats.org/drawingml/2006/main">
              <a:ext uri="{FF2B5EF4-FFF2-40B4-BE49-F238E27FC236}">
                <a16:creationId xmlns:a16="http://schemas.microsoft.com/office/drawing/2014/main" id="{9C3B8801-0886-4C35-A421-9571B2595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5" name="module-04-body">
            <a:extLst xmlns:a="http://schemas.openxmlformats.org/drawingml/2006/main">
              <a:ext uri="{FF2B5EF4-FFF2-40B4-BE49-F238E27FC236}">
                <a16:creationId xmlns:a16="http://schemas.microsoft.com/office/drawing/2014/main" id="{815AB31E-77DC-41EF-9FDD-2104B3529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6" name="capability-goal-icon-background">
            <a:extLst xmlns:a="http://schemas.openxmlformats.org/drawingml/2006/main">
              <a:ext uri="{FF2B5EF4-FFF2-40B4-BE49-F238E27FC236}">
                <a16:creationId xmlns:a16="http://schemas.microsoft.com/office/drawing/2014/main" id="{ACC8CF6A-83B8-4CA8-B500-7FCD1FE49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26695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EC"/>
          </a:solidFill>
          <a:ln xmlns:a="http://schemas.openxmlformats.org/drawingml/2006/main" w="0">
            <a:solidFill>
              <a:srgbClr val="FBEAEC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8" name="capability-tech-icon-background">
            <a:extLst xmlns:a="http://schemas.openxmlformats.org/drawingml/2006/main">
              <a:ext uri="{FF2B5EF4-FFF2-40B4-BE49-F238E27FC236}">
                <a16:creationId xmlns:a16="http://schemas.microsoft.com/office/drawing/2014/main" id="{1FBC427F-E57C-45DB-9CCE-FEBB0D899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85750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E"/>
          </a:solidFill>
          <a:ln xmlns:a="http://schemas.openxmlformats.org/drawingml/2006/main" w="0">
            <a:solidFill>
              <a:srgbClr val="EAF5EE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0" name="capability-collaboration-icon-background">
            <a:extLst xmlns:a="http://schemas.openxmlformats.org/drawingml/2006/main">
              <a:ext uri="{FF2B5EF4-FFF2-40B4-BE49-F238E27FC236}">
                <a16:creationId xmlns:a16="http://schemas.microsoft.com/office/drawing/2014/main" id="{6E13DFB3-20F1-4890-9CA4-4556205A7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44805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B"/>
          </a:solidFill>
          <a:ln xmlns:a="http://schemas.openxmlformats.org/drawingml/2006/main" w="0">
            <a:solidFill>
              <a:srgbClr val="EAF2FB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2" name="capability-cohesion-icon-background">
            <a:extLst xmlns:a="http://schemas.openxmlformats.org/drawingml/2006/main">
              <a:ext uri="{FF2B5EF4-FFF2-40B4-BE49-F238E27FC236}">
                <a16:creationId xmlns:a16="http://schemas.microsoft.com/office/drawing/2014/main" id="{6D6CB4E0-0BEB-4D63-8FF5-DCEBE4D95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03860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solidFill>
              <a:srgbClr val="F6F6F6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4" name="competitiveness-result-box">
            <a:extLst xmlns:a="http://schemas.openxmlformats.org/drawingml/2006/main">
              <a:ext uri="{FF2B5EF4-FFF2-40B4-BE49-F238E27FC236}">
                <a16:creationId xmlns:a16="http://schemas.microsoft.com/office/drawing/2014/main" id="{F216EF67-2742-4E3A-81AE-9DA7A0133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62915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FA"/>
          </a:solidFill>
          <a:ln xmlns:a="http://schemas.openxmlformats.org/drawingml/2006/main" w="0">
            <a:solidFill>
              <a:srgbClr val="F1ECF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6" name="competitiveness-result-text">
            <a:extLst xmlns:a="http://schemas.openxmlformats.org/drawingml/2006/main">
              <a:ext uri="{FF2B5EF4-FFF2-40B4-BE49-F238E27FC236}">
                <a16:creationId xmlns:a16="http://schemas.microsoft.com/office/drawing/2014/main" id="{5EF20348-951F-48D4-9F42-3FB89748A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4591050"/>
            <a:ext cx="123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15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OWNER</a:t>
            </a:r>
          </a:p>
          <a:p xmlns:a="http://schemas.openxmlformats.org/drawingml/2006/main">
            <a:pPr algn="l">
              <a:buNone/>
              <a:defRPr sz="915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UNIQUE</a:t>
            </a:r>
          </a:p>
        </p:txBody>
      </p:sp>
      <p:pic>
        <p:nvPicPr>
          <p:cNvPr id="18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153cb37e6a48c5"/>
          <a:stretch xmlns:a="http://schemas.openxmlformats.org/drawingml/2006/main"/>
        </p:blipFill>
        <p:spPr>
          <a:xfrm xmlns:a="http://schemas.openxmlformats.org/drawingml/2006/main">
            <a:off x="400050" y="257175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88" name="concept-header-rule">
            <a:extLst xmlns:a="http://schemas.openxmlformats.org/drawingml/2006/main">
              <a:ext uri="{FF2B5EF4-FFF2-40B4-BE49-F238E27FC236}">
                <a16:creationId xmlns:a16="http://schemas.microsoft.com/office/drawing/2014/main" id="{DD7C09CC-1556-4B60-A092-1B1E81490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0020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7D7"/>
          </a:solidFill>
          <a:ln xmlns:a="http://schemas.openxmlformats.org/drawingml/2006/main" w="0">
            <a:solidFill>
              <a:srgbClr val="D7D7D7"/>
            </a:solidFill>
            <a:prstDash val="solid"/>
          </a:ln>
        </p:spPr>
      </p:sp>
      <p:sp>
        <p:nvSpPr>
          <p:cNvPr id="89" name="concept-key-title">
            <a:extLst xmlns:a="http://schemas.openxmlformats.org/drawingml/2006/main">
              <a:ext uri="{FF2B5EF4-FFF2-40B4-BE49-F238E27FC236}">
                <a16:creationId xmlns:a16="http://schemas.microsoft.com/office/drawing/2014/main" id="{20763748-8857-41C1-A46C-B729125A1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098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>接管前的不变量</a:t>
            </a:r>
          </a:p>
        </p:txBody>
      </p:sp>
      <p:sp>
        <p:nvSpPr>
          <p:cNvPr id="90" name="concept-key-body">
            <a:extLst xmlns:a="http://schemas.openxmlformats.org/drawingml/2006/main">
              <a:ext uri="{FF2B5EF4-FFF2-40B4-BE49-F238E27FC236}">
                <a16:creationId xmlns:a16="http://schemas.microsoft.com/office/drawing/2014/main" id="{25B41D1C-66AA-42FB-918D-58E2A779D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24150"/>
            <a:ext cx="2095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覆盖完整 Surface？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05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有同尺寸可信 GDI snapshot？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05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retained state 是否 ready？</a:t>
            </a:r>
          </a:p>
          <a:p xmlns:a="http://schemas.openxmlformats.org/drawingml/2006/main">
            <a:pPr algn="l">
              <a:buNone/>
              <a:defRPr sz="105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 xmlns:a="http://schemas.openxmlformats.org/drawingml/2006/main">
            <a:pPr algn="l">
              <a:buNone/>
              <a:defRPr sz="105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当前 command 数据是否仍有效？</a:t>
            </a:r>
          </a:p>
        </p:txBody>
      </p:sp>
      <p:sp>
        <p:nvSpPr>
          <p:cNvPr id="91" name="concept-key-result">
            <a:extLst xmlns:a="http://schemas.openxmlformats.org/drawingml/2006/main">
              <a:ext uri="{FF2B5EF4-FFF2-40B4-BE49-F238E27FC236}">
                <a16:creationId xmlns:a16="http://schemas.microsoft.com/office/drawing/2014/main" id="{D555AA78-42B7-4C5C-9DFD-48DD14213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3390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63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>没有可信 base</a:t>
            </a:r>
          </a:p>
          <a:p xmlns:a="http://schemas.openxmlformats.org/drawingml/2006/main">
            <a:pPr algn="l">
              <a:buNone/>
              <a:defRPr sz="1163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>就不 suppress GDI</a:t>
            </a:r>
          </a:p>
        </p:txBody>
      </p:sp>
      <p:sp>
        <p:nvSpPr>
          <p:cNvPr id="92" name="ralph-core">
            <a:extLst xmlns:a="http://schemas.openxmlformats.org/drawingml/2006/main">
              <a:ext uri="{FF2B5EF4-FFF2-40B4-BE49-F238E27FC236}">
                <a16:creationId xmlns:a16="http://schemas.microsoft.com/office/drawing/2014/main" id="{E51B9C1A-5DA6-438E-9F5F-C111D86EB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628900"/>
            <a:ext cx="1676400" cy="1676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6D45C7"/>
            </a:solidFill>
            <a:prstDash val="solid"/>
          </a:ln>
        </p:spPr>
      </p:sp>
      <p:pic>
        <p:nvPicPr>
          <p:cNvPr id="19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96153eb9b04d66"/>
          <a:stretch xmlns:a="http://schemas.openxmlformats.org/drawingml/2006/main"/>
        </p:blipFill>
        <p:spPr>
          <a:xfrm xmlns:a="http://schemas.openxmlformats.org/drawingml/2006/main">
            <a:off x="5924550" y="2914650"/>
            <a:ext cx="647700" cy="647700"/>
          </a:xfrm>
          <a:prstGeom xmlns:a="http://schemas.openxmlformats.org/drawingml/2006/main" prst="rect">
            <a:avLst/>
          </a:prstGeom>
        </p:spPr>
      </p:pic>
      <p:sp>
        <p:nvSpPr>
          <p:cNvPr id="94" name="ralph-core-title">
            <a:extLst xmlns:a="http://schemas.openxmlformats.org/drawingml/2006/main">
              <a:ext uri="{FF2B5EF4-FFF2-40B4-BE49-F238E27FC236}">
                <a16:creationId xmlns:a16="http://schemas.microsoft.com/office/drawing/2014/main" id="{F331D5CC-1CBB-42C1-A7D7-30ED70757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638550"/>
            <a:ext cx="1066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>RALPH</a:t>
            </a:r>
          </a:p>
        </p:txBody>
      </p:sp>
      <p:sp>
        <p:nvSpPr>
          <p:cNvPr id="95" name="ralph-core-sub">
            <a:extLst xmlns:a="http://schemas.openxmlformats.org/drawingml/2006/main">
              <a:ext uri="{FF2B5EF4-FFF2-40B4-BE49-F238E27FC236}">
                <a16:creationId xmlns:a16="http://schemas.microsoft.com/office/drawing/2014/main" id="{4BB17387-D193-4637-AA15-6D61F04C8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943350"/>
            <a:ext cx="1066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63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证据闭环</a:t>
            </a:r>
          </a:p>
        </p:txBody>
      </p:sp>
      <p:sp>
        <p:nvSpPr>
          <p:cNvPr id="96" name="loop-title-0">
            <a:extLst xmlns:a="http://schemas.openxmlformats.org/drawingml/2006/main">
              <a:ext uri="{FF2B5EF4-FFF2-40B4-BE49-F238E27FC236}">
                <a16:creationId xmlns:a16="http://schemas.microsoft.com/office/drawing/2014/main" id="{50F8C196-82D3-4733-A5E3-554229E7B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990725"/>
            <a:ext cx="1485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63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>COMMAND</a:t>
            </a:r>
          </a:p>
        </p:txBody>
      </p:sp>
      <p:sp>
        <p:nvSpPr>
          <p:cNvPr id="97" name="loop-body-0">
            <a:extLst xmlns:a="http://schemas.openxmlformats.org/drawingml/2006/main">
              <a:ext uri="{FF2B5EF4-FFF2-40B4-BE49-F238E27FC236}">
                <a16:creationId xmlns:a16="http://schemas.microsoft.com/office/drawing/2014/main" id="{58A4AA6E-C932-44C0-82B4-8405B70A4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257425"/>
            <a:ext cx="1485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23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23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收到 AVC420 update</a:t>
            </a:r>
          </a:p>
        </p:txBody>
      </p:sp>
      <p:pic>
        <p:nvPicPr>
          <p:cNvPr id="19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750e1f952c460f"/>
          <a:stretch xmlns:a="http://schemas.openxmlformats.org/drawingml/2006/main"/>
        </p:blipFill>
        <p:spPr>
          <a:xfrm xmlns:a="http://schemas.openxmlformats.org/drawingml/2006/main">
            <a:off x="4267200" y="2114550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99" name="loop-title-1">
            <a:extLst xmlns:a="http://schemas.openxmlformats.org/drawingml/2006/main">
              <a:ext uri="{FF2B5EF4-FFF2-40B4-BE49-F238E27FC236}">
                <a16:creationId xmlns:a16="http://schemas.microsoft.com/office/drawing/2014/main" id="{2CC6CAC9-7939-4337-96D7-CE7F99341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1990725"/>
            <a:ext cx="1485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63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BASE</a:t>
            </a:r>
          </a:p>
        </p:txBody>
      </p:sp>
      <p:sp>
        <p:nvSpPr>
          <p:cNvPr id="100" name="loop-body-1">
            <a:extLst xmlns:a="http://schemas.openxmlformats.org/drawingml/2006/main">
              <a:ext uri="{FF2B5EF4-FFF2-40B4-BE49-F238E27FC236}">
                <a16:creationId xmlns:a16="http://schemas.microsoft.com/office/drawing/2014/main" id="{CC460966-AD76-4793-BEC3-32EE2582C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257425"/>
            <a:ext cx="1485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23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23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full surface 或可信 snapshot</a:t>
            </a:r>
          </a:p>
        </p:txBody>
      </p:sp>
      <p:pic>
        <p:nvPicPr>
          <p:cNvPr id="19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d7e2677f834958"/>
          <a:stretch xmlns:a="http://schemas.openxmlformats.org/drawingml/2006/main"/>
        </p:blipFill>
        <p:spPr>
          <a:xfrm xmlns:a="http://schemas.openxmlformats.org/drawingml/2006/main">
            <a:off x="7277100" y="2114550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102" name="loop-title-2">
            <a:extLst xmlns:a="http://schemas.openxmlformats.org/drawingml/2006/main">
              <a:ext uri="{FF2B5EF4-FFF2-40B4-BE49-F238E27FC236}">
                <a16:creationId xmlns:a16="http://schemas.microsoft.com/office/drawing/2014/main" id="{45ADCC81-4724-489A-8095-A9A92A2EF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581525"/>
            <a:ext cx="1485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63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rPr>
              <a:t>COMPOSE</a:t>
            </a:r>
          </a:p>
        </p:txBody>
      </p:sp>
      <p:sp>
        <p:nvSpPr>
          <p:cNvPr id="103" name="loop-body-2">
            <a:extLst xmlns:a="http://schemas.openxmlformats.org/drawingml/2006/main">
              <a:ext uri="{FF2B5EF4-FFF2-40B4-BE49-F238E27FC236}">
                <a16:creationId xmlns:a16="http://schemas.microsoft.com/office/drawing/2014/main" id="{8356D5D8-EE6E-4070-B635-7A07E2FFD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848225"/>
            <a:ext cx="1485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23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23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同步 decode / composite</a:t>
            </a:r>
          </a:p>
        </p:txBody>
      </p:sp>
      <p:pic>
        <p:nvPicPr>
          <p:cNvPr id="20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39a5f0240044a8"/>
          <a:stretch xmlns:a="http://schemas.openxmlformats.org/drawingml/2006/main"/>
        </p:blipFill>
        <p:spPr>
          <a:xfrm xmlns:a="http://schemas.openxmlformats.org/drawingml/2006/main">
            <a:off x="7277100" y="4705350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105" name="loop-title-3">
            <a:extLst xmlns:a="http://schemas.openxmlformats.org/drawingml/2006/main">
              <a:ext uri="{FF2B5EF4-FFF2-40B4-BE49-F238E27FC236}">
                <a16:creationId xmlns:a16="http://schemas.microsoft.com/office/drawing/2014/main" id="{763B993D-4843-41EB-A60C-5738C40ED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581525"/>
            <a:ext cx="1485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63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>CLAIM</a:t>
            </a:r>
          </a:p>
        </p:txBody>
      </p:sp>
      <p:sp>
        <p:nvSpPr>
          <p:cNvPr id="106" name="loop-body-3">
            <a:extLst xmlns:a="http://schemas.openxmlformats.org/drawingml/2006/main">
              <a:ext uri="{FF2B5EF4-FFF2-40B4-BE49-F238E27FC236}">
                <a16:creationId xmlns:a16="http://schemas.microsoft.com/office/drawing/2014/main" id="{6F3CB7A9-8AC5-4218-83B8-C7F3172B4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848225"/>
            <a:ext cx="1485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23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23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Avc420Gpu owner</a:t>
            </a:r>
          </a:p>
        </p:txBody>
      </p:sp>
      <p:pic>
        <p:nvPicPr>
          <p:cNvPr id="20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748ffcde384dc7"/>
          <a:stretch xmlns:a="http://schemas.openxmlformats.org/drawingml/2006/main"/>
        </p:blipFill>
        <p:spPr>
          <a:xfrm xmlns:a="http://schemas.openxmlformats.org/drawingml/2006/main">
            <a:off x="4267200" y="4705350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108" name="arrow-1">
            <a:extLst xmlns:a="http://schemas.openxmlformats.org/drawingml/2006/main">
              <a:ext uri="{FF2B5EF4-FFF2-40B4-BE49-F238E27FC236}">
                <a16:creationId xmlns:a16="http://schemas.microsoft.com/office/drawing/2014/main" id="{B640B3E9-5C2F-4120-AD7D-54B827C0B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076450"/>
            <a:ext cx="895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09" name="arrow-2">
            <a:extLst xmlns:a="http://schemas.openxmlformats.org/drawingml/2006/main">
              <a:ext uri="{FF2B5EF4-FFF2-40B4-BE49-F238E27FC236}">
                <a16:creationId xmlns:a16="http://schemas.microsoft.com/office/drawing/2014/main" id="{0B873460-8CD4-4BF5-A2BD-4E05145E8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409950"/>
            <a:ext cx="3238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↓</a:t>
            </a:r>
          </a:p>
        </p:txBody>
      </p:sp>
      <p:sp>
        <p:nvSpPr>
          <p:cNvPr id="110" name="arrow-3">
            <a:extLst xmlns:a="http://schemas.openxmlformats.org/drawingml/2006/main">
              <a:ext uri="{FF2B5EF4-FFF2-40B4-BE49-F238E27FC236}">
                <a16:creationId xmlns:a16="http://schemas.microsoft.com/office/drawing/2014/main" id="{FB06EAB6-2154-4588-9371-D5B5BCA06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876800"/>
            <a:ext cx="895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←</a:t>
            </a:r>
          </a:p>
        </p:txBody>
      </p:sp>
      <p:sp>
        <p:nvSpPr>
          <p:cNvPr id="111" name="arrow-4">
            <a:extLst xmlns:a="http://schemas.openxmlformats.org/drawingml/2006/main">
              <a:ext uri="{FF2B5EF4-FFF2-40B4-BE49-F238E27FC236}">
                <a16:creationId xmlns:a16="http://schemas.microsoft.com/office/drawing/2014/main" id="{7B0704B7-ADBD-4E1B-8D46-791C6FD7A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409950"/>
            <a:ext cx="3238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↑</a:t>
            </a:r>
          </a:p>
        </p:txBody>
      </p:sp>
      <p:pic>
        <p:nvPicPr>
          <p:cNvPr id="20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4efb5b8e594dfc"/>
          <a:stretch xmlns:a="http://schemas.openxmlformats.org/drawingml/2006/main"/>
        </p:blipFill>
        <p:spPr>
          <a:xfrm xmlns:a="http://schemas.openxmlformats.org/drawingml/2006/main">
            <a:off x="9505950" y="2343150"/>
            <a:ext cx="228600" cy="228600"/>
          </a:xfrm>
          <a:prstGeom xmlns:a="http://schemas.openxmlformats.org/drawingml/2006/main" prst="rect">
            <a:avLst/>
          </a:prstGeom>
        </p:spPr>
      </p:pic>
      <p:pic>
        <p:nvPicPr>
          <p:cNvPr id="2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fe7a09f8e14ed1"/>
          <a:stretch xmlns:a="http://schemas.openxmlformats.org/drawingml/2006/main"/>
        </p:blipFill>
        <p:spPr>
          <a:xfrm xmlns:a="http://schemas.openxmlformats.org/drawingml/2006/main">
            <a:off x="9505950" y="2933700"/>
            <a:ext cx="228600" cy="228600"/>
          </a:xfrm>
          <a:prstGeom xmlns:a="http://schemas.openxmlformats.org/drawingml/2006/main" prst="rect">
            <a:avLst/>
          </a:prstGeom>
        </p:spPr>
      </p:pic>
      <p:pic>
        <p:nvPicPr>
          <p:cNvPr id="2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336ae1651646af"/>
          <a:stretch xmlns:a="http://schemas.openxmlformats.org/drawingml/2006/main"/>
        </p:blipFill>
        <p:spPr>
          <a:xfrm xmlns:a="http://schemas.openxmlformats.org/drawingml/2006/main">
            <a:off x="9505950" y="3524250"/>
            <a:ext cx="228600" cy="228600"/>
          </a:xfrm>
          <a:prstGeom xmlns:a="http://schemas.openxmlformats.org/drawingml/2006/main" prst="rect">
            <a:avLst/>
          </a:prstGeom>
        </p:spPr>
      </p:pic>
      <p:pic>
        <p:nvPicPr>
          <p:cNvPr id="2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577cc00575457e"/>
          <a:stretch xmlns:a="http://schemas.openxmlformats.org/drawingml/2006/main"/>
        </p:blipFill>
        <p:spPr>
          <a:xfrm xmlns:a="http://schemas.openxmlformats.org/drawingml/2006/main">
            <a:off x="9505950" y="4114800"/>
            <a:ext cx="228600" cy="228600"/>
          </a:xfrm>
          <a:prstGeom xmlns:a="http://schemas.openxmlformats.org/drawingml/2006/main" prst="rect">
            <a:avLst/>
          </a:prstGeom>
        </p:spPr>
      </p:pic>
      <p:pic>
        <p:nvPicPr>
          <p:cNvPr id="2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aed700dd86482e"/>
          <a:stretch xmlns:a="http://schemas.openxmlformats.org/drawingml/2006/main"/>
        </p:blipFill>
        <p:spPr>
          <a:xfrm xmlns:a="http://schemas.openxmlformats.org/drawingml/2006/main">
            <a:off x="9505950" y="47053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17" name="screen-bg">
            <a:extLst xmlns:a="http://schemas.openxmlformats.org/drawingml/2006/main">
              <a:ext uri="{FF2B5EF4-FFF2-40B4-BE49-F238E27FC236}">
                <a16:creationId xmlns:a16="http://schemas.microsoft.com/office/drawing/2014/main" id="{AC06BAEA-F0D0-4A97-BF98-6C48E3A96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21970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E"/>
          </a:solidFill>
          <a:ln xmlns:a="http://schemas.openxmlformats.org/drawingml/2006/main" w="0">
            <a:solidFill>
              <a:srgbClr val="EAF5EE"/>
            </a:solidFill>
            <a:prstDash val="solid"/>
          </a:ln>
        </p:spPr>
      </p:sp>
      <p:sp>
        <p:nvSpPr>
          <p:cNvPr id="118" name="screen-text">
            <a:extLst xmlns:a="http://schemas.openxmlformats.org/drawingml/2006/main">
              <a:ext uri="{FF2B5EF4-FFF2-40B4-BE49-F238E27FC236}">
                <a16:creationId xmlns:a16="http://schemas.microsoft.com/office/drawing/2014/main" id="{EC11C59F-9922-4EDC-AB7A-5DD6F0F46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5181600"/>
            <a:ext cx="123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15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PRESENT</a:t>
            </a:r>
          </a:p>
          <a:p xmlns:a="http://schemas.openxmlformats.org/drawingml/2006/main">
            <a:pPr algn="l">
              <a:buNone/>
              <a:defRPr sz="915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VISIBLE</a:t>
            </a:r>
          </a:p>
        </p:txBody>
      </p:sp>
      <p:pic>
        <p:nvPicPr>
          <p:cNvPr id="2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301a6b1c4b4fd9"/>
          <a:stretch xmlns:a="http://schemas.openxmlformats.org/drawingml/2006/main"/>
        </p:blipFill>
        <p:spPr>
          <a:xfrm xmlns:a="http://schemas.openxmlformats.org/drawingml/2006/main">
            <a:off x="9505950" y="529590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20" name="concept-bottom-rule">
            <a:extLst xmlns:a="http://schemas.openxmlformats.org/drawingml/2006/main">
              <a:ext uri="{FF2B5EF4-FFF2-40B4-BE49-F238E27FC236}">
                <a16:creationId xmlns:a16="http://schemas.microsoft.com/office/drawing/2014/main" id="{7069223A-AE63-41B9-A196-C4389F671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8170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7D7"/>
          </a:solidFill>
          <a:ln xmlns:a="http://schemas.openxmlformats.org/drawingml/2006/main" w="0">
            <a:solidFill>
              <a:srgbClr val="D7D7D7"/>
            </a:solidFill>
            <a:prstDash val="solid"/>
          </a:ln>
        </p:spPr>
      </p:sp>
      <p:sp>
        <p:nvSpPr>
          <p:cNvPr id="121" name="concept-pass">
            <a:extLst xmlns:a="http://schemas.openxmlformats.org/drawingml/2006/main">
              <a:ext uri="{FF2B5EF4-FFF2-40B4-BE49-F238E27FC236}">
                <a16:creationId xmlns:a16="http://schemas.microsoft.com/office/drawing/2014/main" id="{2E7B22D5-F78E-4B0D-87DC-6ACB11CD1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6115050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rPr>
              <a:t>TAKEOVER</a:t>
            </a:r>
          </a:p>
        </p:txBody>
      </p:sp>
      <p:sp>
        <p:nvSpPr>
          <p:cNvPr id="122" name="concept-fail">
            <a:extLst xmlns:a="http://schemas.openxmlformats.org/drawingml/2006/main">
              <a:ext uri="{FF2B5EF4-FFF2-40B4-BE49-F238E27FC236}">
                <a16:creationId xmlns:a16="http://schemas.microsoft.com/office/drawing/2014/main" id="{E6D3007E-BDF5-4D7F-8707-5E38FB04E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6115050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KEEP GDI</a:t>
            </a:r>
          </a:p>
        </p:txBody>
      </p:sp>
      <p:sp>
        <p:nvSpPr>
          <p:cNvPr id="123" name="concept-unknown">
            <a:extLst xmlns:a="http://schemas.openxmlformats.org/drawingml/2006/main">
              <a:ext uri="{FF2B5EF4-FFF2-40B4-BE49-F238E27FC236}">
                <a16:creationId xmlns:a16="http://schemas.microsoft.com/office/drawing/2014/main" id="{1B11EEB4-67DD-4EF4-8C7D-946DD832B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6115050"/>
            <a:ext cx="123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>UNKNOWN</a:t>
            </a:r>
          </a:p>
        </p:txBody>
      </p:sp>
      <p:sp>
        <p:nvSpPr>
          <p:cNvPr id="124" name="concept-result">
            <a:extLst xmlns:a="http://schemas.openxmlformats.org/drawingml/2006/main">
              <a:ext uri="{FF2B5EF4-FFF2-40B4-BE49-F238E27FC236}">
                <a16:creationId xmlns:a16="http://schemas.microsoft.com/office/drawing/2014/main" id="{31A51CA8-3037-43BC-A1A5-C32A431E8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611505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进入 Active 后才允许深拷贝 stream / rect 并异步入队</a:t>
            </a:r>
          </a:p>
        </p:txBody>
      </p:sp>
      <p:pic>
        <p:nvPicPr>
          <p:cNvPr id="2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403c131af349ab"/>
          <a:stretch xmlns:a="http://schemas.openxmlformats.org/drawingml/2006/main"/>
        </p:blipFill>
        <p:spPr>
          <a:xfrm xmlns:a="http://schemas.openxmlformats.org/drawingml/2006/main">
            <a:off x="10382250" y="268813"/>
            <a:ext cx="952500" cy="2148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9805989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9937CBA2-7E4F-43F3-9EBA-CFD6BD1B5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38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>36 · 第五幕｜GPU 方法迁移</a:t>
            </a:r>
          </a:p>
        </p:txBody>
      </p:sp>
      <p:sp>
        <p:nvSpPr>
          <p:cNvPr id="5" name="team-name">
            <a:extLst xmlns:a="http://schemas.openxmlformats.org/drawingml/2006/main">
              <a:ext uri="{FF2B5EF4-FFF2-40B4-BE49-F238E27FC236}">
                <a16:creationId xmlns:a16="http://schemas.microsoft.com/office/drawing/2014/main" id="{DF70FBB6-5F6E-4537-9090-0CBE67318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812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三个审查问题</a:t>
            </a:r>
          </a:p>
        </p:txBody>
      </p:sp>
      <p:sp>
        <p:nvSpPr>
          <p:cNvPr id="6" name="business-direction">
            <a:extLst xmlns:a="http://schemas.openxmlformats.org/drawingml/2006/main">
              <a:ext uri="{FF2B5EF4-FFF2-40B4-BE49-F238E27FC236}">
                <a16:creationId xmlns:a16="http://schemas.microsoft.com/office/drawing/2014/main" id="{264209F6-E82F-4B7F-97F5-9E0C8215D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" name="storyline-lead">
            <a:extLst xmlns:a="http://schemas.openxmlformats.org/drawingml/2006/main">
              <a:ext uri="{FF2B5EF4-FFF2-40B4-BE49-F238E27FC236}">
                <a16:creationId xmlns:a16="http://schemas.microsoft.com/office/drawing/2014/main" id="{513D4A51-8337-4FB4-B56E-8172C046E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5146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当前状态？</a:t>
            </a:r>
          </a:p>
        </p:txBody>
      </p:sp>
      <p:sp>
        <p:nvSpPr>
          <p:cNvPr id="8" name="storyline-outcome">
            <a:extLst xmlns:a="http://schemas.openxmlformats.org/drawingml/2006/main">
              <a:ext uri="{FF2B5EF4-FFF2-40B4-BE49-F238E27FC236}">
                <a16:creationId xmlns:a16="http://schemas.microsoft.com/office/drawing/2014/main" id="{BB1932BF-7915-4685-850E-EE30D779E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85750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4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4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Detached / Active / TargetPaused / Failed</a:t>
            </a:r>
          </a:p>
        </p:txBody>
      </p:sp>
      <p:sp>
        <p:nvSpPr>
          <p:cNvPr id="9" name="origin-story">
            <a:extLst xmlns:a="http://schemas.openxmlformats.org/drawingml/2006/main">
              <a:ext uri="{FF2B5EF4-FFF2-40B4-BE49-F238E27FC236}">
                <a16:creationId xmlns:a16="http://schemas.microsoft.com/office/drawing/2014/main" id="{4F383126-75F9-4A95-9DFA-12133DB4A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1104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210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AVC420 的稳定性来自状态与顺序</a:t>
            </a:r>
          </a:p>
        </p:txBody>
      </p:sp>
      <p:sp>
        <p:nvSpPr>
          <p:cNvPr id="10" name="capability-label">
            <a:extLst xmlns:a="http://schemas.openxmlformats.org/drawingml/2006/main">
              <a:ext uri="{FF2B5EF4-FFF2-40B4-BE49-F238E27FC236}">
                <a16:creationId xmlns:a16="http://schemas.microsoft.com/office/drawing/2014/main" id="{6618DDA6-5320-4544-A67A-4138E5DF0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92455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本页控制点</a:t>
            </a:r>
          </a:p>
        </p:txBody>
      </p:sp>
      <p:sp>
        <p:nvSpPr>
          <p:cNvPr id="12" name="capability-goal-text">
            <a:extLst xmlns:a="http://schemas.openxmlformats.org/drawingml/2006/main">
              <a:ext uri="{FF2B5EF4-FFF2-40B4-BE49-F238E27FC236}">
                <a16:creationId xmlns:a16="http://schemas.microsoft.com/office/drawing/2014/main" id="{A9BB6ADF-6F5A-486E-9828-9BB90056D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4" name="capability-tech-text">
            <a:extLst xmlns:a="http://schemas.openxmlformats.org/drawingml/2006/main">
              <a:ext uri="{FF2B5EF4-FFF2-40B4-BE49-F238E27FC236}">
                <a16:creationId xmlns:a16="http://schemas.microsoft.com/office/drawing/2014/main" id="{A789BA83-BEE2-4D60-80BC-6239BCAB3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6" name="capability-collaboration-text">
            <a:extLst xmlns:a="http://schemas.openxmlformats.org/drawingml/2006/main">
              <a:ext uri="{FF2B5EF4-FFF2-40B4-BE49-F238E27FC236}">
                <a16:creationId xmlns:a16="http://schemas.microsoft.com/office/drawing/2014/main" id="{D085A46E-BB95-4E44-A140-3211DC950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8" name="capability-cohesion-text">
            <a:extLst xmlns:a="http://schemas.openxmlformats.org/drawingml/2006/main">
              <a:ext uri="{FF2B5EF4-FFF2-40B4-BE49-F238E27FC236}">
                <a16:creationId xmlns:a16="http://schemas.microsoft.com/office/drawing/2014/main" id="{31E7FE61-7CF7-4BF1-B351-6E8BC2ABB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21" name="journey-top-rule">
            <a:extLst xmlns:a="http://schemas.openxmlformats.org/drawingml/2006/main">
              <a:ext uri="{FF2B5EF4-FFF2-40B4-BE49-F238E27FC236}">
                <a16:creationId xmlns:a16="http://schemas.microsoft.com/office/drawing/2014/main" id="{3F7D1C62-8DF5-4E48-9864-9C17DDEE1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2" name="journey-label">
            <a:extLst xmlns:a="http://schemas.openxmlformats.org/drawingml/2006/main">
              <a:ext uri="{FF2B5EF4-FFF2-40B4-BE49-F238E27FC236}">
                <a16:creationId xmlns:a16="http://schemas.microsoft.com/office/drawing/2014/main" id="{8E7E41EF-B0E6-4678-B07F-0EBF826CF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队列、owner 与 fail-open 必须有明确状态和停止条件，不能靠清 cache 掩盖顺序问题。</a:t>
            </a:r>
          </a:p>
        </p:txBody>
      </p:sp>
      <p:sp>
        <p:nvSpPr>
          <p:cNvPr id="26" name="stage-01-number">
            <a:extLst xmlns:a="http://schemas.openxmlformats.org/drawingml/2006/main">
              <a:ext uri="{FF2B5EF4-FFF2-40B4-BE49-F238E27FC236}">
                <a16:creationId xmlns:a16="http://schemas.microsoft.com/office/drawing/2014/main" id="{4225D723-AF17-46CE-8F57-EF6385A30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27" name="stage-01-title">
            <a:extLst xmlns:a="http://schemas.openxmlformats.org/drawingml/2006/main">
              <a:ext uri="{FF2B5EF4-FFF2-40B4-BE49-F238E27FC236}">
                <a16:creationId xmlns:a16="http://schemas.microsoft.com/office/drawing/2014/main" id="{A080687F-349A-4D96-8B9B-B15D9284C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28" name="stage-01-body">
            <a:extLst xmlns:a="http://schemas.openxmlformats.org/drawingml/2006/main">
              <a:ext uri="{FF2B5EF4-FFF2-40B4-BE49-F238E27FC236}">
                <a16:creationId xmlns:a16="http://schemas.microsoft.com/office/drawing/2014/main" id="{35DB16DD-F51B-49F2-B81F-24E50A16B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36" name="stage-03-number">
            <a:extLst xmlns:a="http://schemas.openxmlformats.org/drawingml/2006/main">
              <a:ext uri="{FF2B5EF4-FFF2-40B4-BE49-F238E27FC236}">
                <a16:creationId xmlns:a16="http://schemas.microsoft.com/office/drawing/2014/main" id="{C0286EEE-76D7-4C3D-959B-C1A40C2DE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37" name="stage-03-title">
            <a:extLst xmlns:a="http://schemas.openxmlformats.org/drawingml/2006/main">
              <a:ext uri="{FF2B5EF4-FFF2-40B4-BE49-F238E27FC236}">
                <a16:creationId xmlns:a16="http://schemas.microsoft.com/office/drawing/2014/main" id="{B27EC97C-4E04-4513-B0CF-9ED410CD8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38" name="stage-03-body">
            <a:extLst xmlns:a="http://schemas.openxmlformats.org/drawingml/2006/main">
              <a:ext uri="{FF2B5EF4-FFF2-40B4-BE49-F238E27FC236}">
                <a16:creationId xmlns:a16="http://schemas.microsoft.com/office/drawing/2014/main" id="{9E912F49-5FAE-4B6A-9826-0EE1EFB7F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46" name="stage-05-number">
            <a:extLst xmlns:a="http://schemas.openxmlformats.org/drawingml/2006/main">
              <a:ext uri="{FF2B5EF4-FFF2-40B4-BE49-F238E27FC236}">
                <a16:creationId xmlns:a16="http://schemas.microsoft.com/office/drawing/2014/main" id="{AA36F8DB-73A8-47E8-A962-56FE8DE85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47" name="stage-05-title">
            <a:extLst xmlns:a="http://schemas.openxmlformats.org/drawingml/2006/main">
              <a:ext uri="{FF2B5EF4-FFF2-40B4-BE49-F238E27FC236}">
                <a16:creationId xmlns:a16="http://schemas.microsoft.com/office/drawing/2014/main" id="{E55E05DE-AFC6-4422-9A2F-AD9E27F89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48" name="stage-05-body">
            <a:extLst xmlns:a="http://schemas.openxmlformats.org/drawingml/2006/main">
              <a:ext uri="{FF2B5EF4-FFF2-40B4-BE49-F238E27FC236}">
                <a16:creationId xmlns:a16="http://schemas.microsoft.com/office/drawing/2014/main" id="{F938BB63-05FA-4699-B9B6-45CD5A0C9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0" name="rail-flow-label">
            <a:extLst xmlns:a="http://schemas.openxmlformats.org/drawingml/2006/main">
              <a:ext uri="{FF2B5EF4-FFF2-40B4-BE49-F238E27FC236}">
                <a16:creationId xmlns:a16="http://schemas.microsoft.com/office/drawing/2014/main" id="{FF5EAC43-B84B-4541-B2F4-61336FAA9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8585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858585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1" name="rail-flow-line">
            <a:extLst xmlns:a="http://schemas.openxmlformats.org/drawingml/2006/main">
              <a:ext uri="{FF2B5EF4-FFF2-40B4-BE49-F238E27FC236}">
                <a16:creationId xmlns:a16="http://schemas.microsoft.com/office/drawing/2014/main" id="{AF9A8871-2B22-4386-A390-72752FB38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3" name="rail-flow-idea-label">
            <a:extLst xmlns:a="http://schemas.openxmlformats.org/drawingml/2006/main">
              <a:ext uri="{FF2B5EF4-FFF2-40B4-BE49-F238E27FC236}">
                <a16:creationId xmlns:a16="http://schemas.microsoft.com/office/drawing/2014/main" id="{72E1E745-7177-4B95-A3C2-46F9EE067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6385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队列是否保序？</a:t>
            </a:r>
          </a:p>
        </p:txBody>
      </p:sp>
      <p:sp>
        <p:nvSpPr>
          <p:cNvPr id="55" name="rail-flow-attack-label">
            <a:extLst xmlns:a="http://schemas.openxmlformats.org/drawingml/2006/main">
              <a:ext uri="{FF2B5EF4-FFF2-40B4-BE49-F238E27FC236}">
                <a16:creationId xmlns:a16="http://schemas.microsoft.com/office/drawing/2014/main" id="{1CD5E551-A644-4209-8B85-C43D55DAD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7625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fail-open 证明什么？</a:t>
            </a:r>
          </a:p>
        </p:txBody>
      </p:sp>
      <p:sp>
        <p:nvSpPr>
          <p:cNvPr id="57" name="rail-flow-delivery-label">
            <a:extLst xmlns:a="http://schemas.openxmlformats.org/drawingml/2006/main">
              <a:ext uri="{FF2B5EF4-FFF2-40B4-BE49-F238E27FC236}">
                <a16:creationId xmlns:a16="http://schemas.microsoft.com/office/drawing/2014/main" id="{41242F25-AB1D-4FEC-AA44-0C6A2FA72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98145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4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压缩 backlog 后仍可能同步越序</a:t>
            </a:r>
          </a:p>
        </p:txBody>
      </p:sp>
      <p:sp>
        <p:nvSpPr>
          <p:cNvPr id="58" name="rail-result-box">
            <a:extLst xmlns:a="http://schemas.openxmlformats.org/drawingml/2006/main">
              <a:ext uri="{FF2B5EF4-FFF2-40B4-BE49-F238E27FC236}">
                <a16:creationId xmlns:a16="http://schemas.microsoft.com/office/drawing/2014/main" id="{F7117D08-254C-4F26-B6DD-8B03EB047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19800"/>
            <a:ext cx="2781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solidFill>
              <a:srgbClr val="F6F6F6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0" name="rail-result-text">
            <a:extLst xmlns:a="http://schemas.openxmlformats.org/drawingml/2006/main">
              <a:ext uri="{FF2B5EF4-FFF2-40B4-BE49-F238E27FC236}">
                <a16:creationId xmlns:a16="http://schemas.microsoft.com/office/drawing/2014/main" id="{34A8EF6F-28E9-4F9F-8CFD-1BF6F2603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10540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4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释放 owner，不等于同帧恢复</a:t>
            </a:r>
          </a:p>
        </p:txBody>
      </p:sp>
      <p:sp>
        <p:nvSpPr>
          <p:cNvPr id="61" name="grid-top-rule">
            <a:extLst xmlns:a="http://schemas.openxmlformats.org/drawingml/2006/main">
              <a:ext uri="{FF2B5EF4-FFF2-40B4-BE49-F238E27FC236}">
                <a16:creationId xmlns:a16="http://schemas.microsoft.com/office/drawing/2014/main" id="{0F39FBDF-9E3B-4D49-B005-6B5B93FED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2" name="grid-middle-rule">
            <a:extLst xmlns:a="http://schemas.openxmlformats.org/drawingml/2006/main">
              <a:ext uri="{FF2B5EF4-FFF2-40B4-BE49-F238E27FC236}">
                <a16:creationId xmlns:a16="http://schemas.microsoft.com/office/drawing/2014/main" id="{BBC7B45A-19EF-4696-97BA-CE5C123E4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3" name="grid-vertical-rule">
            <a:extLst xmlns:a="http://schemas.openxmlformats.org/drawingml/2006/main">
              <a:ext uri="{FF2B5EF4-FFF2-40B4-BE49-F238E27FC236}">
                <a16:creationId xmlns:a16="http://schemas.microsoft.com/office/drawing/2014/main" id="{9513784B-DF55-42B5-ACF2-4EF87CE54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4" name="capability-top-rule">
            <a:extLst xmlns:a="http://schemas.openxmlformats.org/drawingml/2006/main">
              <a:ext uri="{FF2B5EF4-FFF2-40B4-BE49-F238E27FC236}">
                <a16:creationId xmlns:a16="http://schemas.microsoft.com/office/drawing/2014/main" id="{9013330B-53F2-4C98-B459-B7BC45073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5" name="module-01-icon-background">
            <a:extLst xmlns:a="http://schemas.openxmlformats.org/drawingml/2006/main">
              <a:ext uri="{FF2B5EF4-FFF2-40B4-BE49-F238E27FC236}">
                <a16:creationId xmlns:a16="http://schemas.microsoft.com/office/drawing/2014/main" id="{6BB7565D-24EF-47D6-BBB0-E18B6DE76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33650"/>
            <a:ext cx="514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EC"/>
          </a:solidFill>
          <a:ln xmlns:a="http://schemas.openxmlformats.org/drawingml/2006/main" w="0">
            <a:solidFill>
              <a:srgbClr val="FBEAEC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7" name="module-02-icon-background">
            <a:extLst xmlns:a="http://schemas.openxmlformats.org/drawingml/2006/main">
              <a:ext uri="{FF2B5EF4-FFF2-40B4-BE49-F238E27FC236}">
                <a16:creationId xmlns:a16="http://schemas.microsoft.com/office/drawing/2014/main" id="{80C31D3C-F758-4BBC-A10E-E9C339D14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57600"/>
            <a:ext cx="514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FA"/>
          </a:solidFill>
          <a:ln xmlns:a="http://schemas.openxmlformats.org/drawingml/2006/main" w="0">
            <a:solidFill>
              <a:srgbClr val="F1ECF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9" name="module-03-icon-background">
            <a:extLst xmlns:a="http://schemas.openxmlformats.org/drawingml/2006/main">
              <a:ext uri="{FF2B5EF4-FFF2-40B4-BE49-F238E27FC236}">
                <a16:creationId xmlns:a16="http://schemas.microsoft.com/office/drawing/2014/main" id="{78E97F08-D68A-43EC-A2D0-7C3051E07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81550"/>
            <a:ext cx="514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E"/>
          </a:solidFill>
          <a:ln xmlns:a="http://schemas.openxmlformats.org/drawingml/2006/main" w="0">
            <a:solidFill>
              <a:srgbClr val="EAF5EE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1" name="module-04-icon-background">
            <a:extLst xmlns:a="http://schemas.openxmlformats.org/drawingml/2006/main">
              <a:ext uri="{FF2B5EF4-FFF2-40B4-BE49-F238E27FC236}">
                <a16:creationId xmlns:a16="http://schemas.microsoft.com/office/drawing/2014/main" id="{C303905D-0287-4B86-92D4-33F0EB3B9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924050"/>
            <a:ext cx="75247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EC"/>
          </a:solidFill>
          <a:ln xmlns:a="http://schemas.openxmlformats.org/drawingml/2006/main" w="0">
            <a:solidFill>
              <a:srgbClr val="FBEAEC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3" name="module-04-number">
            <a:extLst xmlns:a="http://schemas.openxmlformats.org/drawingml/2006/main">
              <a:ext uri="{FF2B5EF4-FFF2-40B4-BE49-F238E27FC236}">
                <a16:creationId xmlns:a16="http://schemas.microsoft.com/office/drawing/2014/main" id="{644EFF2E-DC9B-4D41-84F4-10582B446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4" name="module-04-title">
            <a:extLst xmlns:a="http://schemas.openxmlformats.org/drawingml/2006/main">
              <a:ext uri="{FF2B5EF4-FFF2-40B4-BE49-F238E27FC236}">
                <a16:creationId xmlns:a16="http://schemas.microsoft.com/office/drawing/2014/main" id="{9C3B8801-0886-4C35-A421-9571B2595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5" name="module-04-body">
            <a:extLst xmlns:a="http://schemas.openxmlformats.org/drawingml/2006/main">
              <a:ext uri="{FF2B5EF4-FFF2-40B4-BE49-F238E27FC236}">
                <a16:creationId xmlns:a16="http://schemas.microsoft.com/office/drawing/2014/main" id="{815AB31E-77DC-41EF-9FDD-2104B3529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6" name="capability-goal-icon-background">
            <a:extLst xmlns:a="http://schemas.openxmlformats.org/drawingml/2006/main">
              <a:ext uri="{FF2B5EF4-FFF2-40B4-BE49-F238E27FC236}">
                <a16:creationId xmlns:a16="http://schemas.microsoft.com/office/drawing/2014/main" id="{ACC8CF6A-83B8-4CA8-B500-7FCD1FE49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914650"/>
            <a:ext cx="75247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B"/>
          </a:solidFill>
          <a:ln xmlns:a="http://schemas.openxmlformats.org/drawingml/2006/main" w="0">
            <a:solidFill>
              <a:srgbClr val="EAF2FB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8" name="capability-tech-icon-background">
            <a:extLst xmlns:a="http://schemas.openxmlformats.org/drawingml/2006/main">
              <a:ext uri="{FF2B5EF4-FFF2-40B4-BE49-F238E27FC236}">
                <a16:creationId xmlns:a16="http://schemas.microsoft.com/office/drawing/2014/main" id="{1FBC427F-E57C-45DB-9CCE-FEBB0D899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905250"/>
            <a:ext cx="75247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FA"/>
          </a:solidFill>
          <a:ln xmlns:a="http://schemas.openxmlformats.org/drawingml/2006/main" w="0">
            <a:solidFill>
              <a:srgbClr val="F1ECF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0" name="capability-collaboration-icon-background">
            <a:extLst xmlns:a="http://schemas.openxmlformats.org/drawingml/2006/main">
              <a:ext uri="{FF2B5EF4-FFF2-40B4-BE49-F238E27FC236}">
                <a16:creationId xmlns:a16="http://schemas.microsoft.com/office/drawing/2014/main" id="{6E13DFB3-20F1-4890-9CA4-4556205A7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895850"/>
            <a:ext cx="75247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E"/>
          </a:solidFill>
          <a:ln xmlns:a="http://schemas.openxmlformats.org/drawingml/2006/main" w="0">
            <a:solidFill>
              <a:srgbClr val="EAF5EE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2" name="capability-cohesion-icon-background">
            <a:extLst xmlns:a="http://schemas.openxmlformats.org/drawingml/2006/main">
              <a:ext uri="{FF2B5EF4-FFF2-40B4-BE49-F238E27FC236}">
                <a16:creationId xmlns:a16="http://schemas.microsoft.com/office/drawing/2014/main" id="{6D6CB4E0-0BEB-4D63-8FF5-DCEBE4D95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4" name="competitiveness-result-box">
            <a:extLst xmlns:a="http://schemas.openxmlformats.org/drawingml/2006/main">
              <a:ext uri="{FF2B5EF4-FFF2-40B4-BE49-F238E27FC236}">
                <a16:creationId xmlns:a16="http://schemas.microsoft.com/office/drawing/2014/main" id="{F216EF67-2742-4E3A-81AE-9DA7A0133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6" name="competitiveness-result-text">
            <a:extLst xmlns:a="http://schemas.openxmlformats.org/drawingml/2006/main">
              <a:ext uri="{FF2B5EF4-FFF2-40B4-BE49-F238E27FC236}">
                <a16:creationId xmlns:a16="http://schemas.microsoft.com/office/drawing/2014/main" id="{5EF20348-951F-48D4-9F42-3FB89748A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657350"/>
            <a:ext cx="5029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38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可控边界  →  可持续推进  →  可信结论</a:t>
            </a:r>
          </a:p>
        </p:txBody>
      </p:sp>
      <p:pic>
        <p:nvPicPr>
          <p:cNvPr id="17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cf303df3d743db"/>
          <a:stretch xmlns:a="http://schemas.openxmlformats.org/drawingml/2006/main"/>
        </p:blipFill>
        <p:spPr>
          <a:xfrm xmlns:a="http://schemas.openxmlformats.org/drawingml/2006/main">
            <a:off x="400050" y="257175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88" name="architecture-header-rule">
            <a:extLst xmlns:a="http://schemas.openxmlformats.org/drawingml/2006/main">
              <a:ext uri="{FF2B5EF4-FFF2-40B4-BE49-F238E27FC236}">
                <a16:creationId xmlns:a16="http://schemas.microsoft.com/office/drawing/2014/main" id="{8C8E1332-DB97-4F95-88E9-7ACDBC606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0020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7D7"/>
          </a:solidFill>
          <a:ln xmlns:a="http://schemas.openxmlformats.org/drawingml/2006/main" w="0">
            <a:solidFill>
              <a:srgbClr val="D7D7D7"/>
            </a:solidFill>
            <a:prstDash val="solid"/>
          </a:ln>
        </p:spPr>
      </p:sp>
      <p:sp>
        <p:nvSpPr>
          <p:cNvPr id="89" name="q-num-0">
            <a:extLst xmlns:a="http://schemas.openxmlformats.org/drawingml/2006/main">
              <a:ext uri="{FF2B5EF4-FFF2-40B4-BE49-F238E27FC236}">
                <a16:creationId xmlns:a16="http://schemas.microsoft.com/office/drawing/2014/main" id="{95D3E07F-72EE-48E8-BBF5-4D9CD972A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0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90" name="q-num-1">
            <a:extLst xmlns:a="http://schemas.openxmlformats.org/drawingml/2006/main">
              <a:ext uri="{FF2B5EF4-FFF2-40B4-BE49-F238E27FC236}">
                <a16:creationId xmlns:a16="http://schemas.microsoft.com/office/drawing/2014/main" id="{C2EA1DC9-97B5-42F2-B7FB-2EBB9D9D4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90950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91" name="q-num-2">
            <a:extLst xmlns:a="http://schemas.openxmlformats.org/drawingml/2006/main">
              <a:ext uri="{FF2B5EF4-FFF2-40B4-BE49-F238E27FC236}">
                <a16:creationId xmlns:a16="http://schemas.microsoft.com/office/drawing/2014/main" id="{321C382E-32FD-40D8-91EF-ACD6CD4CB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14900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92" name="architecture-target">
            <a:extLst xmlns:a="http://schemas.openxmlformats.org/drawingml/2006/main">
              <a:ext uri="{FF2B5EF4-FFF2-40B4-BE49-F238E27FC236}">
                <a16:creationId xmlns:a16="http://schemas.microsoft.com/office/drawing/2014/main" id="{12241DB1-113D-4F60-AE02-2E037D9D5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15050"/>
            <a:ext cx="2457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8717"/>
          </a:bodyPr>
          <a:lstStyle xmlns:a="http://schemas.openxmlformats.org/drawingml/2006/main"/>
          <a:p xmlns:a="http://schemas.openxmlformats.org/drawingml/2006/main">
            <a:pPr algn="l">
              <a:buNone/>
              <a:defRPr sz="1013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累计计数不等于连续失败；顺序 GAP 必须单独验收</a:t>
            </a:r>
          </a:p>
        </p:txBody>
      </p:sp>
      <p:sp>
        <p:nvSpPr>
          <p:cNvPr id="93" name="layer-accent-0">
            <a:extLst xmlns:a="http://schemas.openxmlformats.org/drawingml/2006/main">
              <a:ext uri="{FF2B5EF4-FFF2-40B4-BE49-F238E27FC236}">
                <a16:creationId xmlns:a16="http://schemas.microsoft.com/office/drawing/2014/main" id="{C4D02609-394E-4CD4-B67E-CEDC234B4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924050"/>
            <a:ext cx="666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pic>
        <p:nvPicPr>
          <p:cNvPr id="18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ecc2d167554fa8"/>
          <a:stretch xmlns:a="http://schemas.openxmlformats.org/drawingml/2006/main"/>
        </p:blipFill>
        <p:spPr>
          <a:xfrm xmlns:a="http://schemas.openxmlformats.org/drawingml/2006/main">
            <a:off x="4114800" y="216217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95" name="layer-title-0">
            <a:extLst xmlns:a="http://schemas.openxmlformats.org/drawingml/2006/main">
              <a:ext uri="{FF2B5EF4-FFF2-40B4-BE49-F238E27FC236}">
                <a16:creationId xmlns:a16="http://schemas.microsoft.com/office/drawing/2014/main" id="{73692C3D-C3CC-44D2-8B66-24EA0321E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0574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13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Detached</a:t>
            </a:r>
          </a:p>
        </p:txBody>
      </p:sp>
      <p:sp>
        <p:nvSpPr>
          <p:cNvPr id="96" name="layer-body-0">
            <a:extLst xmlns:a="http://schemas.openxmlformats.org/drawingml/2006/main">
              <a:ext uri="{FF2B5EF4-FFF2-40B4-BE49-F238E27FC236}">
                <a16:creationId xmlns:a16="http://schemas.microsoft.com/office/drawing/2014/main" id="{6270DFAF-8692-4203-B7DA-F946DA138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371725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6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尚未接管输出</a:t>
            </a:r>
          </a:p>
        </p:txBody>
      </p:sp>
      <p:sp>
        <p:nvSpPr>
          <p:cNvPr id="97" name="layer-accent-1">
            <a:extLst xmlns:a="http://schemas.openxmlformats.org/drawingml/2006/main">
              <a:ext uri="{FF2B5EF4-FFF2-40B4-BE49-F238E27FC236}">
                <a16:creationId xmlns:a16="http://schemas.microsoft.com/office/drawing/2014/main" id="{38476F31-F954-4946-9E80-79FC850AF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914650"/>
            <a:ext cx="666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AB"/>
          </a:solidFill>
          <a:ln xmlns:a="http://schemas.openxmlformats.org/drawingml/2006/main" w="0">
            <a:solidFill>
              <a:srgbClr val="2F6FAB"/>
            </a:solidFill>
            <a:prstDash val="solid"/>
          </a:ln>
        </p:spPr>
      </p:sp>
      <p:pic>
        <p:nvPicPr>
          <p:cNvPr id="18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e9881f9e57478f"/>
          <a:stretch xmlns:a="http://schemas.openxmlformats.org/drawingml/2006/main"/>
        </p:blipFill>
        <p:spPr>
          <a:xfrm xmlns:a="http://schemas.openxmlformats.org/drawingml/2006/main">
            <a:off x="4114800" y="315277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99" name="layer-title-1">
            <a:extLst xmlns:a="http://schemas.openxmlformats.org/drawingml/2006/main">
              <a:ext uri="{FF2B5EF4-FFF2-40B4-BE49-F238E27FC236}">
                <a16:creationId xmlns:a16="http://schemas.microsoft.com/office/drawing/2014/main" id="{0758B4E0-34DD-4B59-B36F-42AE8019E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0480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13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Active</a:t>
            </a:r>
          </a:p>
        </p:txBody>
      </p:sp>
      <p:sp>
        <p:nvSpPr>
          <p:cNvPr id="100" name="layer-body-1">
            <a:extLst xmlns:a="http://schemas.openxmlformats.org/drawingml/2006/main">
              <a:ext uri="{FF2B5EF4-FFF2-40B4-BE49-F238E27FC236}">
                <a16:creationId xmlns:a16="http://schemas.microsoft.com/office/drawing/2014/main" id="{F16FC356-915C-4ACE-B046-75DBA07A5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362325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6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GPU owner + 异步队列</a:t>
            </a:r>
          </a:p>
        </p:txBody>
      </p:sp>
      <p:sp>
        <p:nvSpPr>
          <p:cNvPr id="101" name="layer-accent-2">
            <a:extLst xmlns:a="http://schemas.openxmlformats.org/drawingml/2006/main">
              <a:ext uri="{FF2B5EF4-FFF2-40B4-BE49-F238E27FC236}">
                <a16:creationId xmlns:a16="http://schemas.microsoft.com/office/drawing/2014/main" id="{2A7A9663-4C9B-419A-9A7A-30A2B696B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905250"/>
            <a:ext cx="666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45C7"/>
          </a:solidFill>
          <a:ln xmlns:a="http://schemas.openxmlformats.org/drawingml/2006/main" w="0">
            <a:solidFill>
              <a:srgbClr val="6D45C7"/>
            </a:solidFill>
            <a:prstDash val="solid"/>
          </a:ln>
        </p:spPr>
      </p:sp>
      <p:pic>
        <p:nvPicPr>
          <p:cNvPr id="18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aae558d7c44e08"/>
          <a:stretch xmlns:a="http://schemas.openxmlformats.org/drawingml/2006/main"/>
        </p:blipFill>
        <p:spPr>
          <a:xfrm xmlns:a="http://schemas.openxmlformats.org/drawingml/2006/main">
            <a:off x="4114800" y="414337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103" name="layer-title-2">
            <a:extLst xmlns:a="http://schemas.openxmlformats.org/drawingml/2006/main">
              <a:ext uri="{FF2B5EF4-FFF2-40B4-BE49-F238E27FC236}">
                <a16:creationId xmlns:a16="http://schemas.microsoft.com/office/drawing/2014/main" id="{1C142090-7102-4B20-A7AD-E8F3342F1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0386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13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TargetPaused</a:t>
            </a:r>
          </a:p>
        </p:txBody>
      </p:sp>
      <p:sp>
        <p:nvSpPr>
          <p:cNvPr id="104" name="layer-body-2">
            <a:extLst xmlns:a="http://schemas.openxmlformats.org/drawingml/2006/main">
              <a:ext uri="{FF2B5EF4-FFF2-40B4-BE49-F238E27FC236}">
                <a16:creationId xmlns:a16="http://schemas.microsoft.com/office/drawing/2014/main" id="{9AB0736D-B741-4F78-9B35-544802619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352925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6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surface 暂停或重建</a:t>
            </a:r>
          </a:p>
        </p:txBody>
      </p:sp>
      <p:sp>
        <p:nvSpPr>
          <p:cNvPr id="105" name="layer-accent-3">
            <a:extLst xmlns:a="http://schemas.openxmlformats.org/drawingml/2006/main">
              <a:ext uri="{FF2B5EF4-FFF2-40B4-BE49-F238E27FC236}">
                <a16:creationId xmlns:a16="http://schemas.microsoft.com/office/drawing/2014/main" id="{7B9EE8B6-61C7-4632-96AD-9023E988A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895850"/>
            <a:ext cx="666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F5B"/>
          </a:solidFill>
          <a:ln xmlns:a="http://schemas.openxmlformats.org/drawingml/2006/main" w="0">
            <a:solidFill>
              <a:srgbClr val="2F8F5B"/>
            </a:solidFill>
            <a:prstDash val="solid"/>
          </a:ln>
        </p:spPr>
      </p:sp>
      <p:pic>
        <p:nvPicPr>
          <p:cNvPr id="19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e83dfe23054b06"/>
          <a:stretch xmlns:a="http://schemas.openxmlformats.org/drawingml/2006/main"/>
        </p:blipFill>
        <p:spPr>
          <a:xfrm xmlns:a="http://schemas.openxmlformats.org/drawingml/2006/main">
            <a:off x="4114800" y="513397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107" name="layer-title-3">
            <a:extLst xmlns:a="http://schemas.openxmlformats.org/drawingml/2006/main">
              <a:ext uri="{FF2B5EF4-FFF2-40B4-BE49-F238E27FC236}">
                <a16:creationId xmlns:a16="http://schemas.microsoft.com/office/drawing/2014/main" id="{88A99DE1-E22D-4207-AACB-C8BC242AE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50292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13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Failed</a:t>
            </a:r>
          </a:p>
        </p:txBody>
      </p:sp>
      <p:sp>
        <p:nvSpPr>
          <p:cNvPr id="108" name="layer-body-3">
            <a:extLst xmlns:a="http://schemas.openxmlformats.org/drawingml/2006/main">
              <a:ext uri="{FF2B5EF4-FFF2-40B4-BE49-F238E27FC236}">
                <a16:creationId xmlns:a16="http://schemas.microsoft.com/office/drawing/2014/main" id="{BA330E66-C90C-4840-B93B-A552E2455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5343525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6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致命失败，后续可再次接管</a:t>
            </a:r>
          </a:p>
        </p:txBody>
      </p:sp>
      <p:sp>
        <p:nvSpPr>
          <p:cNvPr id="109" name="chip-bg-0">
            <a:extLst xmlns:a="http://schemas.openxmlformats.org/drawingml/2006/main">
              <a:ext uri="{FF2B5EF4-FFF2-40B4-BE49-F238E27FC236}">
                <a16:creationId xmlns:a16="http://schemas.microsoft.com/office/drawing/2014/main" id="{71D48416-ED97-466F-982F-A938B7CCD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6172200"/>
            <a:ext cx="1104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EC"/>
          </a:solidFill>
          <a:ln xmlns:a="http://schemas.openxmlformats.org/drawingml/2006/main" w="0">
            <a:solidFill>
              <a:srgbClr val="FBEAEC"/>
            </a:solidFill>
            <a:prstDash val="solid"/>
          </a:ln>
        </p:spPr>
      </p:sp>
      <p:sp>
        <p:nvSpPr>
          <p:cNvPr id="110" name="chip-text-0">
            <a:extLst xmlns:a="http://schemas.openxmlformats.org/drawingml/2006/main">
              <a:ext uri="{FF2B5EF4-FFF2-40B4-BE49-F238E27FC236}">
                <a16:creationId xmlns:a16="http://schemas.microsoft.com/office/drawing/2014/main" id="{82123FD4-7C58-402C-AF80-432A473B2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191250"/>
            <a:ext cx="990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1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state</a:t>
            </a:r>
          </a:p>
        </p:txBody>
      </p:sp>
      <p:sp>
        <p:nvSpPr>
          <p:cNvPr id="111" name="chip-bg-1">
            <a:extLst xmlns:a="http://schemas.openxmlformats.org/drawingml/2006/main">
              <a:ext uri="{FF2B5EF4-FFF2-40B4-BE49-F238E27FC236}">
                <a16:creationId xmlns:a16="http://schemas.microsoft.com/office/drawing/2014/main" id="{E0EB52C1-7F9C-4EE5-9820-1E0467F6C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6172200"/>
            <a:ext cx="1104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B"/>
          </a:solidFill>
          <a:ln xmlns:a="http://schemas.openxmlformats.org/drawingml/2006/main" w="0">
            <a:solidFill>
              <a:srgbClr val="EAF2FB"/>
            </a:solidFill>
            <a:prstDash val="solid"/>
          </a:ln>
        </p:spPr>
      </p:sp>
      <p:sp>
        <p:nvSpPr>
          <p:cNvPr id="112" name="chip-text-1">
            <a:extLst xmlns:a="http://schemas.openxmlformats.org/drawingml/2006/main">
              <a:ext uri="{FF2B5EF4-FFF2-40B4-BE49-F238E27FC236}">
                <a16:creationId xmlns:a16="http://schemas.microsoft.com/office/drawing/2014/main" id="{59CCB1FF-670F-4D97-8118-28C74FF03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6191250"/>
            <a:ext cx="990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1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rPr>
              <a:t>owner</a:t>
            </a:r>
          </a:p>
        </p:txBody>
      </p:sp>
      <p:sp>
        <p:nvSpPr>
          <p:cNvPr id="113" name="chip-bg-2">
            <a:extLst xmlns:a="http://schemas.openxmlformats.org/drawingml/2006/main">
              <a:ext uri="{FF2B5EF4-FFF2-40B4-BE49-F238E27FC236}">
                <a16:creationId xmlns:a16="http://schemas.microsoft.com/office/drawing/2014/main" id="{A060C2F7-7655-4EAB-891A-4CEF2DE5E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6172200"/>
            <a:ext cx="1104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FA"/>
          </a:solidFill>
          <a:ln xmlns:a="http://schemas.openxmlformats.org/drawingml/2006/main" w="0">
            <a:solidFill>
              <a:srgbClr val="F1ECFA"/>
            </a:solidFill>
            <a:prstDash val="solid"/>
          </a:ln>
        </p:spPr>
      </p:sp>
      <p:sp>
        <p:nvSpPr>
          <p:cNvPr id="114" name="chip-text-2">
            <a:extLst xmlns:a="http://schemas.openxmlformats.org/drawingml/2006/main">
              <a:ext uri="{FF2B5EF4-FFF2-40B4-BE49-F238E27FC236}">
                <a16:creationId xmlns:a16="http://schemas.microsoft.com/office/drawing/2014/main" id="{5961A5BA-B64A-460E-86DF-8B93DD2D6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6191250"/>
            <a:ext cx="990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1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>queue</a:t>
            </a:r>
          </a:p>
        </p:txBody>
      </p:sp>
      <p:sp>
        <p:nvSpPr>
          <p:cNvPr id="115" name="chip-bg-3">
            <a:extLst xmlns:a="http://schemas.openxmlformats.org/drawingml/2006/main">
              <a:ext uri="{FF2B5EF4-FFF2-40B4-BE49-F238E27FC236}">
                <a16:creationId xmlns:a16="http://schemas.microsoft.com/office/drawing/2014/main" id="{48CD9102-C72A-4AE6-A58C-D40684E4D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6172200"/>
            <a:ext cx="1104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EC"/>
          </a:solidFill>
          <a:ln xmlns:a="http://schemas.openxmlformats.org/drawingml/2006/main" w="0">
            <a:solidFill>
              <a:srgbClr val="FBEAEC"/>
            </a:solidFill>
            <a:prstDash val="solid"/>
          </a:ln>
        </p:spPr>
      </p:sp>
      <p:sp>
        <p:nvSpPr>
          <p:cNvPr id="116" name="chip-text-3">
            <a:extLst xmlns:a="http://schemas.openxmlformats.org/drawingml/2006/main">
              <a:ext uri="{FF2B5EF4-FFF2-40B4-BE49-F238E27FC236}">
                <a16:creationId xmlns:a16="http://schemas.microsoft.com/office/drawing/2014/main" id="{57E1BF08-1076-41DF-BD9B-B932FDFC1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6191250"/>
            <a:ext cx="990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1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EndFrame</a:t>
            </a:r>
          </a:p>
        </p:txBody>
      </p:sp>
      <p:sp>
        <p:nvSpPr>
          <p:cNvPr id="117" name="chip-bg-4">
            <a:extLst xmlns:a="http://schemas.openxmlformats.org/drawingml/2006/main">
              <a:ext uri="{FF2B5EF4-FFF2-40B4-BE49-F238E27FC236}">
                <a16:creationId xmlns:a16="http://schemas.microsoft.com/office/drawing/2014/main" id="{BF04FEDE-110C-425C-9C36-536012F08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6172200"/>
            <a:ext cx="1104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E"/>
          </a:solidFill>
          <a:ln xmlns:a="http://schemas.openxmlformats.org/drawingml/2006/main" w="0">
            <a:solidFill>
              <a:srgbClr val="EAF5EE"/>
            </a:solidFill>
            <a:prstDash val="solid"/>
          </a:ln>
        </p:spPr>
      </p:sp>
      <p:sp>
        <p:nvSpPr>
          <p:cNvPr id="118" name="chip-text-4">
            <a:extLst xmlns:a="http://schemas.openxmlformats.org/drawingml/2006/main">
              <a:ext uri="{FF2B5EF4-FFF2-40B4-BE49-F238E27FC236}">
                <a16:creationId xmlns:a16="http://schemas.microsoft.com/office/drawing/2014/main" id="{5A5ADC84-38AC-4FBC-95CC-E2E737B1B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6191250"/>
            <a:ext cx="990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10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rPr>
              <a:t>fail-open</a:t>
            </a:r>
          </a:p>
        </p:txBody>
      </p:sp>
      <p:sp>
        <p:nvSpPr>
          <p:cNvPr id="119" name="chip-bg-5">
            <a:extLst xmlns:a="http://schemas.openxmlformats.org/drawingml/2006/main">
              <a:ext uri="{FF2B5EF4-FFF2-40B4-BE49-F238E27FC236}">
                <a16:creationId xmlns:a16="http://schemas.microsoft.com/office/drawing/2014/main" id="{731D3DC7-788F-4FCD-87FB-859D9D9F2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6172200"/>
            <a:ext cx="1104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FA"/>
          </a:solidFill>
          <a:ln xmlns:a="http://schemas.openxmlformats.org/drawingml/2006/main" w="0">
            <a:solidFill>
              <a:srgbClr val="F1ECFA"/>
            </a:solidFill>
            <a:prstDash val="solid"/>
          </a:ln>
        </p:spPr>
      </p:sp>
      <p:sp>
        <p:nvSpPr>
          <p:cNvPr id="120" name="chip-text-5">
            <a:extLst xmlns:a="http://schemas.openxmlformats.org/drawingml/2006/main">
              <a:ext uri="{FF2B5EF4-FFF2-40B4-BE49-F238E27FC236}">
                <a16:creationId xmlns:a16="http://schemas.microsoft.com/office/drawing/2014/main" id="{08648007-8237-4261-9844-2F0380139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191250"/>
            <a:ext cx="990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1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>ordering GAP</a:t>
            </a:r>
          </a:p>
        </p:txBody>
      </p:sp>
      <p:pic>
        <p:nvPicPr>
          <p:cNvPr id="20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e6064072f34717"/>
          <a:stretch xmlns:a="http://schemas.openxmlformats.org/drawingml/2006/main"/>
        </p:blipFill>
        <p:spPr>
          <a:xfrm xmlns:a="http://schemas.openxmlformats.org/drawingml/2006/main">
            <a:off x="10382250" y="268813"/>
            <a:ext cx="952500" cy="2148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9805989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9937CBA2-7E4F-43F3-9EBA-CFD6BD1B5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38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rPr>
              <a:t>37 · 第五幕｜GPU 方法迁移</a:t>
            </a:r>
          </a:p>
        </p:txBody>
      </p:sp>
      <p:sp>
        <p:nvSpPr>
          <p:cNvPr id="5" name="team-name">
            <a:extLst xmlns:a="http://schemas.openxmlformats.org/drawingml/2006/main">
              <a:ext uri="{FF2B5EF4-FFF2-40B4-BE49-F238E27FC236}">
                <a16:creationId xmlns:a16="http://schemas.microsoft.com/office/drawing/2014/main" id="{DF70FBB6-5F6E-4537-9090-0CBE67318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6" name="business-direction">
            <a:extLst xmlns:a="http://schemas.openxmlformats.org/drawingml/2006/main">
              <a:ext uri="{FF2B5EF4-FFF2-40B4-BE49-F238E27FC236}">
                <a16:creationId xmlns:a16="http://schemas.microsoft.com/office/drawing/2014/main" id="{264209F6-E82F-4B7F-97F5-9E0C8215D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" name="storyline-lead">
            <a:extLst xmlns:a="http://schemas.openxmlformats.org/drawingml/2006/main">
              <a:ext uri="{FF2B5EF4-FFF2-40B4-BE49-F238E27FC236}">
                <a16:creationId xmlns:a16="http://schemas.microsoft.com/office/drawing/2014/main" id="{513D4A51-8337-4FB4-B56E-8172C046E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8" name="storyline-outcome">
            <a:extLst xmlns:a="http://schemas.openxmlformats.org/drawingml/2006/main">
              <a:ext uri="{FF2B5EF4-FFF2-40B4-BE49-F238E27FC236}">
                <a16:creationId xmlns:a16="http://schemas.microsoft.com/office/drawing/2014/main" id="{BB1932BF-7915-4685-850E-EE30D779E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9" name="origin-story">
            <a:extLst xmlns:a="http://schemas.openxmlformats.org/drawingml/2006/main">
              <a:ext uri="{FF2B5EF4-FFF2-40B4-BE49-F238E27FC236}">
                <a16:creationId xmlns:a16="http://schemas.microsoft.com/office/drawing/2014/main" id="{4F383126-75F9-4A95-9DFA-12133DB4A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1104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210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AVC444 的关键是 LC 与单 Decoder</a:t>
            </a:r>
          </a:p>
        </p:txBody>
      </p:sp>
      <p:sp>
        <p:nvSpPr>
          <p:cNvPr id="10" name="capability-label">
            <a:extLst xmlns:a="http://schemas.openxmlformats.org/drawingml/2006/main">
              <a:ext uri="{FF2B5EF4-FFF2-40B4-BE49-F238E27FC236}">
                <a16:creationId xmlns:a16="http://schemas.microsoft.com/office/drawing/2014/main" id="{6618DDA6-5320-4544-A67A-4138E5DF0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9115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SLIDE 37 · WORKSHOP</a:t>
            </a:r>
          </a:p>
        </p:txBody>
      </p:sp>
      <p:sp>
        <p:nvSpPr>
          <p:cNvPr id="12" name="capability-goal-text">
            <a:extLst xmlns:a="http://schemas.openxmlformats.org/drawingml/2006/main">
              <a:ext uri="{FF2B5EF4-FFF2-40B4-BE49-F238E27FC236}">
                <a16:creationId xmlns:a16="http://schemas.microsoft.com/office/drawing/2014/main" id="{A9BB6ADF-6F5A-486E-9828-9BB90056D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4" name="capability-tech-text">
            <a:extLst xmlns:a="http://schemas.openxmlformats.org/drawingml/2006/main">
              <a:ext uri="{FF2B5EF4-FFF2-40B4-BE49-F238E27FC236}">
                <a16:creationId xmlns:a16="http://schemas.microsoft.com/office/drawing/2014/main" id="{A789BA83-BEE2-4D60-80BC-6239BCAB3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6" name="capability-collaboration-text">
            <a:extLst xmlns:a="http://schemas.openxmlformats.org/drawingml/2006/main">
              <a:ext uri="{FF2B5EF4-FFF2-40B4-BE49-F238E27FC236}">
                <a16:creationId xmlns:a16="http://schemas.microsoft.com/office/drawing/2014/main" id="{D085A46E-BB95-4E44-A140-3211DC950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8" name="capability-cohesion-text">
            <a:extLst xmlns:a="http://schemas.openxmlformats.org/drawingml/2006/main">
              <a:ext uri="{FF2B5EF4-FFF2-40B4-BE49-F238E27FC236}">
                <a16:creationId xmlns:a16="http://schemas.microsoft.com/office/drawing/2014/main" id="{31E7FE61-7CF7-4BF1-B351-6E8BC2ABB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21" name="journey-top-rule">
            <a:extLst xmlns:a="http://schemas.openxmlformats.org/drawingml/2006/main">
              <a:ext uri="{FF2B5EF4-FFF2-40B4-BE49-F238E27FC236}">
                <a16:creationId xmlns:a16="http://schemas.microsoft.com/office/drawing/2014/main" id="{3F7D1C62-8DF5-4E48-9864-9C17DDEE1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2" name="journey-label">
            <a:extLst xmlns:a="http://schemas.openxmlformats.org/drawingml/2006/main">
              <a:ext uri="{FF2B5EF4-FFF2-40B4-BE49-F238E27FC236}">
                <a16:creationId xmlns:a16="http://schemas.microsoft.com/office/drawing/2014/main" id="{8E7E41EF-B0E6-4678-B07F-0EBF826CF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LC 决定本次更新 luma、chroma 或两者；一个 decoder 顺序消费，保持参考状态。</a:t>
            </a:r>
          </a:p>
        </p:txBody>
      </p:sp>
      <p:sp>
        <p:nvSpPr>
          <p:cNvPr id="26" name="stage-01-number">
            <a:extLst xmlns:a="http://schemas.openxmlformats.org/drawingml/2006/main">
              <a:ext uri="{FF2B5EF4-FFF2-40B4-BE49-F238E27FC236}">
                <a16:creationId xmlns:a16="http://schemas.microsoft.com/office/drawing/2014/main" id="{4225D723-AF17-46CE-8F57-EF6385A30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27" name="stage-01-title">
            <a:extLst xmlns:a="http://schemas.openxmlformats.org/drawingml/2006/main">
              <a:ext uri="{FF2B5EF4-FFF2-40B4-BE49-F238E27FC236}">
                <a16:creationId xmlns:a16="http://schemas.microsoft.com/office/drawing/2014/main" id="{A080687F-349A-4D96-8B9B-B15D9284C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28" name="stage-01-body">
            <a:extLst xmlns:a="http://schemas.openxmlformats.org/drawingml/2006/main">
              <a:ext uri="{FF2B5EF4-FFF2-40B4-BE49-F238E27FC236}">
                <a16:creationId xmlns:a16="http://schemas.microsoft.com/office/drawing/2014/main" id="{35DB16DD-F51B-49F2-B81F-24E50A16B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36" name="stage-03-number">
            <a:extLst xmlns:a="http://schemas.openxmlformats.org/drawingml/2006/main">
              <a:ext uri="{FF2B5EF4-FFF2-40B4-BE49-F238E27FC236}">
                <a16:creationId xmlns:a16="http://schemas.microsoft.com/office/drawing/2014/main" id="{C0286EEE-76D7-4C3D-959B-C1A40C2DE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37" name="stage-03-title">
            <a:extLst xmlns:a="http://schemas.openxmlformats.org/drawingml/2006/main">
              <a:ext uri="{FF2B5EF4-FFF2-40B4-BE49-F238E27FC236}">
                <a16:creationId xmlns:a16="http://schemas.microsoft.com/office/drawing/2014/main" id="{B27EC97C-4E04-4513-B0CF-9ED410CD8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38" name="stage-03-body">
            <a:extLst xmlns:a="http://schemas.openxmlformats.org/drawingml/2006/main">
              <a:ext uri="{FF2B5EF4-FFF2-40B4-BE49-F238E27FC236}">
                <a16:creationId xmlns:a16="http://schemas.microsoft.com/office/drawing/2014/main" id="{9E912F49-5FAE-4B6A-9826-0EE1EFB7F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46" name="stage-05-number">
            <a:extLst xmlns:a="http://schemas.openxmlformats.org/drawingml/2006/main">
              <a:ext uri="{FF2B5EF4-FFF2-40B4-BE49-F238E27FC236}">
                <a16:creationId xmlns:a16="http://schemas.microsoft.com/office/drawing/2014/main" id="{AA36F8DB-73A8-47E8-A962-56FE8DE85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47" name="stage-05-title">
            <a:extLst xmlns:a="http://schemas.openxmlformats.org/drawingml/2006/main">
              <a:ext uri="{FF2B5EF4-FFF2-40B4-BE49-F238E27FC236}">
                <a16:creationId xmlns:a16="http://schemas.microsoft.com/office/drawing/2014/main" id="{E55E05DE-AFC6-4422-9A2F-AD9E27F89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48" name="stage-05-body">
            <a:extLst xmlns:a="http://schemas.openxmlformats.org/drawingml/2006/main">
              <a:ext uri="{FF2B5EF4-FFF2-40B4-BE49-F238E27FC236}">
                <a16:creationId xmlns:a16="http://schemas.microsoft.com/office/drawing/2014/main" id="{F938BB63-05FA-4699-B9B6-45CD5A0C9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0" name="rail-flow-label">
            <a:extLst xmlns:a="http://schemas.openxmlformats.org/drawingml/2006/main">
              <a:ext uri="{FF2B5EF4-FFF2-40B4-BE49-F238E27FC236}">
                <a16:creationId xmlns:a16="http://schemas.microsoft.com/office/drawing/2014/main" id="{FF5EAC43-B84B-4541-B2F4-61336FAA9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8585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858585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1" name="rail-flow-line">
            <a:extLst xmlns:a="http://schemas.openxmlformats.org/drawingml/2006/main">
              <a:ext uri="{FF2B5EF4-FFF2-40B4-BE49-F238E27FC236}">
                <a16:creationId xmlns:a16="http://schemas.microsoft.com/office/drawing/2014/main" id="{AF9A8871-2B22-4386-A390-72752FB38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3" name="rail-flow-idea-label">
            <a:extLst xmlns:a="http://schemas.openxmlformats.org/drawingml/2006/main">
              <a:ext uri="{FF2B5EF4-FFF2-40B4-BE49-F238E27FC236}">
                <a16:creationId xmlns:a16="http://schemas.microsoft.com/office/drawing/2014/main" id="{72E1E745-7177-4B95-A3C2-46F9EE067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5" name="rail-flow-attack-label">
            <a:extLst xmlns:a="http://schemas.openxmlformats.org/drawingml/2006/main">
              <a:ext uri="{FF2B5EF4-FFF2-40B4-BE49-F238E27FC236}">
                <a16:creationId xmlns:a16="http://schemas.microsoft.com/office/drawing/2014/main" id="{1CD5E551-A644-4209-8B85-C43D55DAD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7" name="rail-flow-delivery-label">
            <a:extLst xmlns:a="http://schemas.openxmlformats.org/drawingml/2006/main">
              <a:ext uri="{FF2B5EF4-FFF2-40B4-BE49-F238E27FC236}">
                <a16:creationId xmlns:a16="http://schemas.microsoft.com/office/drawing/2014/main" id="{41242F25-AB1D-4FEC-AA44-0C6A2FA72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8" name="rail-result-box">
            <a:extLst xmlns:a="http://schemas.openxmlformats.org/drawingml/2006/main">
              <a:ext uri="{FF2B5EF4-FFF2-40B4-BE49-F238E27FC236}">
                <a16:creationId xmlns:a16="http://schemas.microsoft.com/office/drawing/2014/main" id="{F7117D08-254C-4F26-B6DD-8B03EB047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0" name="rail-result-text">
            <a:extLst xmlns:a="http://schemas.openxmlformats.org/drawingml/2006/main">
              <a:ext uri="{FF2B5EF4-FFF2-40B4-BE49-F238E27FC236}">
                <a16:creationId xmlns:a16="http://schemas.microsoft.com/office/drawing/2014/main" id="{34A8EF6F-28E9-4F9F-8CFD-1BF6F2603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63" b="1">
                <a:solidFill>
                  <a:srgbClr val="9C000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9C000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61" name="grid-top-rule">
            <a:extLst xmlns:a="http://schemas.openxmlformats.org/drawingml/2006/main">
              <a:ext uri="{FF2B5EF4-FFF2-40B4-BE49-F238E27FC236}">
                <a16:creationId xmlns:a16="http://schemas.microsoft.com/office/drawing/2014/main" id="{0F39FBDF-9E3B-4D49-B005-6B5B93FED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2" name="grid-middle-rule">
            <a:extLst xmlns:a="http://schemas.openxmlformats.org/drawingml/2006/main">
              <a:ext uri="{FF2B5EF4-FFF2-40B4-BE49-F238E27FC236}">
                <a16:creationId xmlns:a16="http://schemas.microsoft.com/office/drawing/2014/main" id="{BBC7B45A-19EF-4696-97BA-CE5C123E4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3" name="grid-vertical-rule">
            <a:extLst xmlns:a="http://schemas.openxmlformats.org/drawingml/2006/main">
              <a:ext uri="{FF2B5EF4-FFF2-40B4-BE49-F238E27FC236}">
                <a16:creationId xmlns:a16="http://schemas.microsoft.com/office/drawing/2014/main" id="{9513784B-DF55-42B5-ACF2-4EF87CE54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4" name="capability-top-rule">
            <a:extLst xmlns:a="http://schemas.openxmlformats.org/drawingml/2006/main">
              <a:ext uri="{FF2B5EF4-FFF2-40B4-BE49-F238E27FC236}">
                <a16:creationId xmlns:a16="http://schemas.microsoft.com/office/drawing/2014/main" id="{9013330B-53F2-4C98-B459-B7BC45073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5" name="module-01-icon-background">
            <a:extLst xmlns:a="http://schemas.openxmlformats.org/drawingml/2006/main">
              <a:ext uri="{FF2B5EF4-FFF2-40B4-BE49-F238E27FC236}">
                <a16:creationId xmlns:a16="http://schemas.microsoft.com/office/drawing/2014/main" id="{6BB7565D-24EF-47D6-BBB0-E18B6DE76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24050"/>
            <a:ext cx="4762500" cy="3124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B"/>
          </a:solidFill>
          <a:ln xmlns:a="http://schemas.openxmlformats.org/drawingml/2006/main" w="0">
            <a:solidFill>
              <a:srgbClr val="EAF2FB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7" name="module-02-icon-background">
            <a:extLst xmlns:a="http://schemas.openxmlformats.org/drawingml/2006/main">
              <a:ext uri="{FF2B5EF4-FFF2-40B4-BE49-F238E27FC236}">
                <a16:creationId xmlns:a16="http://schemas.microsoft.com/office/drawing/2014/main" id="{80C31D3C-F758-4BBC-A10E-E9C339D14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24050"/>
            <a:ext cx="4762500" cy="3124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FA"/>
          </a:solidFill>
          <a:ln xmlns:a="http://schemas.openxmlformats.org/drawingml/2006/main" w="0">
            <a:solidFill>
              <a:srgbClr val="F1ECF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9" name="module-03-icon-background">
            <a:extLst xmlns:a="http://schemas.openxmlformats.org/drawingml/2006/main">
              <a:ext uri="{FF2B5EF4-FFF2-40B4-BE49-F238E27FC236}">
                <a16:creationId xmlns:a16="http://schemas.microsoft.com/office/drawing/2014/main" id="{78E97F08-D68A-43EC-A2D0-7C3051E07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1" name="module-04-icon-background">
            <a:extLst xmlns:a="http://schemas.openxmlformats.org/drawingml/2006/main">
              <a:ext uri="{FF2B5EF4-FFF2-40B4-BE49-F238E27FC236}">
                <a16:creationId xmlns:a16="http://schemas.microsoft.com/office/drawing/2014/main" id="{C303905D-0287-4B86-92D4-33F0EB3B9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3" name="module-04-number">
            <a:extLst xmlns:a="http://schemas.openxmlformats.org/drawingml/2006/main">
              <a:ext uri="{FF2B5EF4-FFF2-40B4-BE49-F238E27FC236}">
                <a16:creationId xmlns:a16="http://schemas.microsoft.com/office/drawing/2014/main" id="{644EFF2E-DC9B-4D41-84F4-10582B446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4" name="module-04-title">
            <a:extLst xmlns:a="http://schemas.openxmlformats.org/drawingml/2006/main">
              <a:ext uri="{FF2B5EF4-FFF2-40B4-BE49-F238E27FC236}">
                <a16:creationId xmlns:a16="http://schemas.microsoft.com/office/drawing/2014/main" id="{9C3B8801-0886-4C35-A421-9571B2595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5" name="module-04-body">
            <a:extLst xmlns:a="http://schemas.openxmlformats.org/drawingml/2006/main">
              <a:ext uri="{FF2B5EF4-FFF2-40B4-BE49-F238E27FC236}">
                <a16:creationId xmlns:a16="http://schemas.microsoft.com/office/drawing/2014/main" id="{815AB31E-77DC-41EF-9FDD-2104B3529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6" name="capability-goal-icon-background">
            <a:extLst xmlns:a="http://schemas.openxmlformats.org/drawingml/2006/main">
              <a:ext uri="{FF2B5EF4-FFF2-40B4-BE49-F238E27FC236}">
                <a16:creationId xmlns:a16="http://schemas.microsoft.com/office/drawing/2014/main" id="{ACC8CF6A-83B8-4CA8-B500-7FCD1FE49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8" name="capability-tech-icon-background">
            <a:extLst xmlns:a="http://schemas.openxmlformats.org/drawingml/2006/main">
              <a:ext uri="{FF2B5EF4-FFF2-40B4-BE49-F238E27FC236}">
                <a16:creationId xmlns:a16="http://schemas.microsoft.com/office/drawing/2014/main" id="{1FBC427F-E57C-45DB-9CCE-FEBB0D899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0" name="capability-collaboration-icon-background">
            <a:extLst xmlns:a="http://schemas.openxmlformats.org/drawingml/2006/main">
              <a:ext uri="{FF2B5EF4-FFF2-40B4-BE49-F238E27FC236}">
                <a16:creationId xmlns:a16="http://schemas.microsoft.com/office/drawing/2014/main" id="{6E13DFB3-20F1-4890-9CA4-4556205A7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2" name="capability-cohesion-icon-background">
            <a:extLst xmlns:a="http://schemas.openxmlformats.org/drawingml/2006/main">
              <a:ext uri="{FF2B5EF4-FFF2-40B4-BE49-F238E27FC236}">
                <a16:creationId xmlns:a16="http://schemas.microsoft.com/office/drawing/2014/main" id="{6D6CB4E0-0BEB-4D63-8FF5-DCEBE4D95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4" name="competitiveness-result-box">
            <a:extLst xmlns:a="http://schemas.openxmlformats.org/drawingml/2006/main">
              <a:ext uri="{FF2B5EF4-FFF2-40B4-BE49-F238E27FC236}">
                <a16:creationId xmlns:a16="http://schemas.microsoft.com/office/drawing/2014/main" id="{F216EF67-2742-4E3A-81AE-9DA7A0133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6" name="competitiveness-result-text">
            <a:extLst xmlns:a="http://schemas.openxmlformats.org/drawingml/2006/main">
              <a:ext uri="{FF2B5EF4-FFF2-40B4-BE49-F238E27FC236}">
                <a16:creationId xmlns:a16="http://schemas.microsoft.com/office/drawing/2014/main" id="{5EF20348-951F-48D4-9F42-3FB89748A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276850"/>
            <a:ext cx="733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38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rPr>
              <a:t>先对齐 FreeRDP 帧语义，再决定 HarmonyOS 接口如何实现。</a:t>
            </a:r>
          </a:p>
        </p:txBody>
      </p:sp>
      <p:pic>
        <p:nvPicPr>
          <p:cNvPr id="20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7e6ec7820e416e"/>
          <a:stretch xmlns:a="http://schemas.openxmlformats.org/drawingml/2006/main"/>
        </p:blipFill>
        <p:spPr>
          <a:xfrm xmlns:a="http://schemas.openxmlformats.org/drawingml/2006/main">
            <a:off x="400050" y="257175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88" name="case-header-rule">
            <a:extLst xmlns:a="http://schemas.openxmlformats.org/drawingml/2006/main">
              <a:ext uri="{FF2B5EF4-FFF2-40B4-BE49-F238E27FC236}">
                <a16:creationId xmlns:a16="http://schemas.microsoft.com/office/drawing/2014/main" id="{BAC1EAF4-B798-4F81-B3D8-E711C771E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0020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7D7"/>
          </a:solidFill>
          <a:ln xmlns:a="http://schemas.openxmlformats.org/drawingml/2006/main" w="0">
            <a:solidFill>
              <a:srgbClr val="D7D7D7"/>
            </a:solidFill>
            <a:prstDash val="solid"/>
          </a:ln>
        </p:spPr>
      </p:sp>
      <p:pic>
        <p:nvPicPr>
          <p:cNvPr id="20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c021a89b5f453c"/>
          <a:stretch xmlns:a="http://schemas.openxmlformats.org/drawingml/2006/main"/>
        </p:blipFill>
        <p:spPr>
          <a:xfrm xmlns:a="http://schemas.openxmlformats.org/drawingml/2006/main">
            <a:off x="666750" y="2190750"/>
            <a:ext cx="438150" cy="438150"/>
          </a:xfrm>
          <a:prstGeom xmlns:a="http://schemas.openxmlformats.org/drawingml/2006/main" prst="rect">
            <a:avLst/>
          </a:prstGeom>
        </p:spPr>
      </p:pic>
      <p:pic>
        <p:nvPicPr>
          <p:cNvPr id="20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ec8ee055304df2"/>
          <a:stretch xmlns:a="http://schemas.openxmlformats.org/drawingml/2006/main"/>
        </p:blipFill>
        <p:spPr>
          <a:xfrm xmlns:a="http://schemas.openxmlformats.org/drawingml/2006/main">
            <a:off x="6838950" y="2190750"/>
            <a:ext cx="438150" cy="438150"/>
          </a:xfrm>
          <a:prstGeom xmlns:a="http://schemas.openxmlformats.org/drawingml/2006/main" prst="rect">
            <a:avLst/>
          </a:prstGeom>
        </p:spPr>
      </p:pic>
      <p:sp>
        <p:nvSpPr>
          <p:cNvPr id="91" name="case-one-number">
            <a:extLst xmlns:a="http://schemas.openxmlformats.org/drawingml/2006/main">
              <a:ext uri="{FF2B5EF4-FFF2-40B4-BE49-F238E27FC236}">
                <a16:creationId xmlns:a16="http://schemas.microsoft.com/office/drawing/2014/main" id="{80F689AD-6F88-4A35-AE85-A26AC3B82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1526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rPr>
              <a:t>CASE 37</a:t>
            </a:r>
          </a:p>
        </p:txBody>
      </p:sp>
      <p:sp>
        <p:nvSpPr>
          <p:cNvPr id="92" name="case-two-number">
            <a:extLst xmlns:a="http://schemas.openxmlformats.org/drawingml/2006/main">
              <a:ext uri="{FF2B5EF4-FFF2-40B4-BE49-F238E27FC236}">
                <a16:creationId xmlns:a16="http://schemas.microsoft.com/office/drawing/2014/main" id="{0A6698CA-AC0B-41F4-85BA-082BCE6B8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1526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>CONTRAST</a:t>
            </a:r>
          </a:p>
        </p:txBody>
      </p:sp>
      <p:sp>
        <p:nvSpPr>
          <p:cNvPr id="93" name="case-one-title">
            <a:extLst xmlns:a="http://schemas.openxmlformats.org/drawingml/2006/main">
              <a:ext uri="{FF2B5EF4-FFF2-40B4-BE49-F238E27FC236}">
                <a16:creationId xmlns:a16="http://schemas.microsoft.com/office/drawing/2014/main" id="{EE710BA8-D19C-4963-AFB4-4F3C1F99D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3622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LC 对 retained 的影响</a:t>
            </a:r>
          </a:p>
        </p:txBody>
      </p:sp>
      <p:sp>
        <p:nvSpPr>
          <p:cNvPr id="94" name="case-two-title">
            <a:extLst xmlns:a="http://schemas.openxmlformats.org/drawingml/2006/main">
              <a:ext uri="{FF2B5EF4-FFF2-40B4-BE49-F238E27FC236}">
                <a16:creationId xmlns:a16="http://schemas.microsoft.com/office/drawing/2014/main" id="{318AF84A-C84B-43B2-BA7D-1800772BA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3622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为什么是单 Decoder</a:t>
            </a:r>
          </a:p>
        </p:txBody>
      </p:sp>
      <p:sp>
        <p:nvSpPr>
          <p:cNvPr id="95" name="case-one-method">
            <a:extLst xmlns:a="http://schemas.openxmlformats.org/drawingml/2006/main">
              <a:ext uri="{FF2B5EF4-FFF2-40B4-BE49-F238E27FC236}">
                <a16:creationId xmlns:a16="http://schemas.microsoft.com/office/drawing/2014/main" id="{D641B88F-BC38-42A3-A4BB-5C0A78563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rPr>
              <a:t>FRAME SEMANTICS</a:t>
            </a:r>
          </a:p>
        </p:txBody>
      </p:sp>
      <p:sp>
        <p:nvSpPr>
          <p:cNvPr id="96" name="case-two-method">
            <a:extLst xmlns:a="http://schemas.openxmlformats.org/drawingml/2006/main">
              <a:ext uri="{FF2B5EF4-FFF2-40B4-BE49-F238E27FC236}">
                <a16:creationId xmlns:a16="http://schemas.microsoft.com/office/drawing/2014/main" id="{138671CA-C122-4895-8836-E45A6FC58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575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>REFERENCE STATE</a:t>
            </a:r>
          </a:p>
        </p:txBody>
      </p:sp>
      <p:sp>
        <p:nvSpPr>
          <p:cNvPr id="97" name="case-left-rule-0">
            <a:extLst xmlns:a="http://schemas.openxmlformats.org/drawingml/2006/main">
              <a:ext uri="{FF2B5EF4-FFF2-40B4-BE49-F238E27FC236}">
                <a16:creationId xmlns:a16="http://schemas.microsoft.com/office/drawing/2014/main" id="{A9E0F7F1-556E-496E-816D-C112F9654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813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98" name="case-right-rule-0">
            <a:extLst xmlns:a="http://schemas.openxmlformats.org/drawingml/2006/main">
              <a:ext uri="{FF2B5EF4-FFF2-40B4-BE49-F238E27FC236}">
                <a16:creationId xmlns:a16="http://schemas.microsoft.com/office/drawing/2014/main" id="{F698392D-CBD9-4BDB-A31B-B374CB008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1813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99" name="case-label-left-0">
            <a:extLst xmlns:a="http://schemas.openxmlformats.org/drawingml/2006/main">
              <a:ext uri="{FF2B5EF4-FFF2-40B4-BE49-F238E27FC236}">
                <a16:creationId xmlns:a16="http://schemas.microsoft.com/office/drawing/2014/main" id="{1AFF2D59-C41A-4DA2-B654-8554618F8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LC=0</a:t>
            </a:r>
          </a:p>
        </p:txBody>
      </p:sp>
      <p:sp>
        <p:nvSpPr>
          <p:cNvPr id="100" name="case-value-left-0">
            <a:extLst xmlns:a="http://schemas.openxmlformats.org/drawingml/2006/main">
              <a:ext uri="{FF2B5EF4-FFF2-40B4-BE49-F238E27FC236}">
                <a16:creationId xmlns:a16="http://schemas.microsoft.com/office/drawing/2014/main" id="{17B95C37-E670-4E76-804D-E304F37CD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2385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luma + chroma → Y + U/V</a:t>
            </a:r>
          </a:p>
        </p:txBody>
      </p:sp>
      <p:sp>
        <p:nvSpPr>
          <p:cNvPr id="101" name="case-label-right-0">
            <a:extLst xmlns:a="http://schemas.openxmlformats.org/drawingml/2006/main">
              <a:ext uri="{FF2B5EF4-FFF2-40B4-BE49-F238E27FC236}">
                <a16:creationId xmlns:a16="http://schemas.microsoft.com/office/drawing/2014/main" id="{18A46C20-C188-49D9-98C2-BA5F1F298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2385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顺序</a:t>
            </a:r>
          </a:p>
        </p:txBody>
      </p:sp>
      <p:sp>
        <p:nvSpPr>
          <p:cNvPr id="102" name="case-value-right-0">
            <a:extLst xmlns:a="http://schemas.openxmlformats.org/drawingml/2006/main">
              <a:ext uri="{FF2B5EF4-FFF2-40B4-BE49-F238E27FC236}">
                <a16:creationId xmlns:a16="http://schemas.microsoft.com/office/drawing/2014/main" id="{7B7E08BA-BD87-441F-B3DB-2BCCF3B9A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2385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luma / chroma 依次消费</a:t>
            </a:r>
          </a:p>
        </p:txBody>
      </p:sp>
      <p:sp>
        <p:nvSpPr>
          <p:cNvPr id="103" name="case-left-rule-1">
            <a:extLst xmlns:a="http://schemas.openxmlformats.org/drawingml/2006/main">
              <a:ext uri="{FF2B5EF4-FFF2-40B4-BE49-F238E27FC236}">
                <a16:creationId xmlns:a16="http://schemas.microsoft.com/office/drawing/2014/main" id="{659D7CC2-4EC3-4F7C-BF89-3A07EE6C3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004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04" name="case-right-rule-1">
            <a:extLst xmlns:a="http://schemas.openxmlformats.org/drawingml/2006/main">
              <a:ext uri="{FF2B5EF4-FFF2-40B4-BE49-F238E27FC236}">
                <a16:creationId xmlns:a16="http://schemas.microsoft.com/office/drawing/2014/main" id="{B37D164D-5E44-46FA-ADF5-91601117C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6004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05" name="case-label-left-1">
            <a:extLst xmlns:a="http://schemas.openxmlformats.org/drawingml/2006/main">
              <a:ext uri="{FF2B5EF4-FFF2-40B4-BE49-F238E27FC236}">
                <a16:creationId xmlns:a16="http://schemas.microsoft.com/office/drawing/2014/main" id="{796BAB44-29A4-4469-8C56-2DD29EAB6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576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LC=1</a:t>
            </a:r>
          </a:p>
        </p:txBody>
      </p:sp>
      <p:sp>
        <p:nvSpPr>
          <p:cNvPr id="106" name="case-value-left-1">
            <a:extLst xmlns:a="http://schemas.openxmlformats.org/drawingml/2006/main">
              <a:ext uri="{FF2B5EF4-FFF2-40B4-BE49-F238E27FC236}">
                <a16:creationId xmlns:a16="http://schemas.microsoft.com/office/drawing/2014/main" id="{E2585E34-D692-44BF-BE1E-7329CBA4B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576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只更新 Y，保留 base chroma</a:t>
            </a:r>
          </a:p>
        </p:txBody>
      </p:sp>
      <p:sp>
        <p:nvSpPr>
          <p:cNvPr id="107" name="case-label-right-1">
            <a:extLst xmlns:a="http://schemas.openxmlformats.org/drawingml/2006/main">
              <a:ext uri="{FF2B5EF4-FFF2-40B4-BE49-F238E27FC236}">
                <a16:creationId xmlns:a16="http://schemas.microsoft.com/office/drawing/2014/main" id="{40591D54-6B8B-4336-9EA6-38AC4E705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6576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状态</a:t>
            </a:r>
          </a:p>
        </p:txBody>
      </p:sp>
      <p:sp>
        <p:nvSpPr>
          <p:cNvPr id="108" name="case-value-right-1">
            <a:extLst xmlns:a="http://schemas.openxmlformats.org/drawingml/2006/main">
              <a:ext uri="{FF2B5EF4-FFF2-40B4-BE49-F238E27FC236}">
                <a16:creationId xmlns:a16="http://schemas.microsoft.com/office/drawing/2014/main" id="{3E0F325A-0686-4039-ACBE-35AD57BC2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6576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共享参考与 SPS/PPS</a:t>
            </a:r>
          </a:p>
        </p:txBody>
      </p:sp>
      <p:sp>
        <p:nvSpPr>
          <p:cNvPr id="109" name="case-left-rule-2">
            <a:extLst xmlns:a="http://schemas.openxmlformats.org/drawingml/2006/main">
              <a:ext uri="{FF2B5EF4-FFF2-40B4-BE49-F238E27FC236}">
                <a16:creationId xmlns:a16="http://schemas.microsoft.com/office/drawing/2014/main" id="{B431DC1D-7996-47F7-B716-B4104C061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195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0" name="case-right-rule-2">
            <a:extLst xmlns:a="http://schemas.openxmlformats.org/drawingml/2006/main">
              <a:ext uri="{FF2B5EF4-FFF2-40B4-BE49-F238E27FC236}">
                <a16:creationId xmlns:a16="http://schemas.microsoft.com/office/drawing/2014/main" id="{8A9990CB-8F45-4A02-86D6-E10EE0E9F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0195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1" name="case-label-left-2">
            <a:extLst xmlns:a="http://schemas.openxmlformats.org/drawingml/2006/main">
              <a:ext uri="{FF2B5EF4-FFF2-40B4-BE49-F238E27FC236}">
                <a16:creationId xmlns:a16="http://schemas.microsoft.com/office/drawing/2014/main" id="{2BEDC775-5045-4471-AF1B-C0AD01484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767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LC=2</a:t>
            </a:r>
          </a:p>
        </p:txBody>
      </p:sp>
      <p:sp>
        <p:nvSpPr>
          <p:cNvPr id="112" name="case-value-left-2">
            <a:extLst xmlns:a="http://schemas.openxmlformats.org/drawingml/2006/main">
              <a:ext uri="{FF2B5EF4-FFF2-40B4-BE49-F238E27FC236}">
                <a16:creationId xmlns:a16="http://schemas.microsoft.com/office/drawing/2014/main" id="{EA218FAD-D644-4FFB-BE95-C64F04C7F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767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只更新 U/V，保留 Y</a:t>
            </a:r>
          </a:p>
        </p:txBody>
      </p:sp>
      <p:sp>
        <p:nvSpPr>
          <p:cNvPr id="113" name="case-label-right-2">
            <a:extLst xmlns:a="http://schemas.openxmlformats.org/drawingml/2006/main">
              <a:ext uri="{FF2B5EF4-FFF2-40B4-BE49-F238E27FC236}">
                <a16:creationId xmlns:a16="http://schemas.microsoft.com/office/drawing/2014/main" id="{577C7B67-0F67-44A6-9DDD-559EFF9DC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0767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恢复</a:t>
            </a:r>
          </a:p>
        </p:txBody>
      </p:sp>
      <p:sp>
        <p:nvSpPr>
          <p:cNvPr id="114" name="case-value-right-2">
            <a:extLst xmlns:a="http://schemas.openxmlformats.org/drawingml/2006/main">
              <a:ext uri="{FF2B5EF4-FFF2-40B4-BE49-F238E27FC236}">
                <a16:creationId xmlns:a16="http://schemas.microsoft.com/office/drawing/2014/main" id="{563E56E8-30B3-435F-846A-BBF723B44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0767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reset / resync 必须一致</a:t>
            </a:r>
          </a:p>
        </p:txBody>
      </p:sp>
      <p:sp>
        <p:nvSpPr>
          <p:cNvPr id="115" name="case-left-rule-3">
            <a:extLst xmlns:a="http://schemas.openxmlformats.org/drawingml/2006/main">
              <a:ext uri="{FF2B5EF4-FFF2-40B4-BE49-F238E27FC236}">
                <a16:creationId xmlns:a16="http://schemas.microsoft.com/office/drawing/2014/main" id="{73F1F4EA-AE10-4C4D-BA07-7CC8DAE70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386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6" name="case-right-rule-3">
            <a:extLst xmlns:a="http://schemas.openxmlformats.org/drawingml/2006/main">
              <a:ext uri="{FF2B5EF4-FFF2-40B4-BE49-F238E27FC236}">
                <a16:creationId xmlns:a16="http://schemas.microsoft.com/office/drawing/2014/main" id="{54F3B591-F56B-4DB3-A065-BC6E7BCF2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4386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7" name="case-label-left-3">
            <a:extLst xmlns:a="http://schemas.openxmlformats.org/drawingml/2006/main">
              <a:ext uri="{FF2B5EF4-FFF2-40B4-BE49-F238E27FC236}">
                <a16:creationId xmlns:a16="http://schemas.microsoft.com/office/drawing/2014/main" id="{678E3CF7-1438-4AC3-A0C1-5353F3F2F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958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前提</a:t>
            </a:r>
          </a:p>
        </p:txBody>
      </p:sp>
      <p:sp>
        <p:nvSpPr>
          <p:cNvPr id="118" name="case-value-left-3">
            <a:extLst xmlns:a="http://schemas.openxmlformats.org/drawingml/2006/main">
              <a:ext uri="{FF2B5EF4-FFF2-40B4-BE49-F238E27FC236}">
                <a16:creationId xmlns:a16="http://schemas.microsoft.com/office/drawing/2014/main" id="{63677797-5DC0-45FD-9D3E-4D98A65D1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4958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对应 retained readiness 已成立</a:t>
            </a:r>
          </a:p>
        </p:txBody>
      </p:sp>
      <p:sp>
        <p:nvSpPr>
          <p:cNvPr id="119" name="case-label-right-3">
            <a:extLst xmlns:a="http://schemas.openxmlformats.org/drawingml/2006/main">
              <a:ext uri="{FF2B5EF4-FFF2-40B4-BE49-F238E27FC236}">
                <a16:creationId xmlns:a16="http://schemas.microsoft.com/office/drawing/2014/main" id="{796CDBCF-DEAC-47B8-9C7D-BBC794C33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4958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反例</a:t>
            </a:r>
          </a:p>
        </p:txBody>
      </p:sp>
      <p:sp>
        <p:nvSpPr>
          <p:cNvPr id="120" name="case-value-right-3">
            <a:extLst xmlns:a="http://schemas.openxmlformats.org/drawingml/2006/main">
              <a:ext uri="{FF2B5EF4-FFF2-40B4-BE49-F238E27FC236}">
                <a16:creationId xmlns:a16="http://schemas.microsoft.com/office/drawing/2014/main" id="{1212E204-1B9F-477E-80DD-961E203DC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4958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两个普通视频并行解码</a:t>
            </a:r>
          </a:p>
        </p:txBody>
      </p:sp>
      <p:sp>
        <p:nvSpPr>
          <p:cNvPr id="121" name="case-transfer-circle">
            <a:extLst xmlns:a="http://schemas.openxmlformats.org/drawingml/2006/main">
              <a:ext uri="{FF2B5EF4-FFF2-40B4-BE49-F238E27FC236}">
                <a16:creationId xmlns:a16="http://schemas.microsoft.com/office/drawing/2014/main" id="{FF6A693F-DADF-434A-A7E7-B5831EE8E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95275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7000B"/>
            </a:solidFill>
            <a:prstDash val="solid"/>
          </a:ln>
        </p:spPr>
      </p:sp>
      <p:pic>
        <p:nvPicPr>
          <p:cNvPr id="2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92acf1bea245e5"/>
          <a:stretch xmlns:a="http://schemas.openxmlformats.org/drawingml/2006/main"/>
        </p:blipFill>
        <p:spPr>
          <a:xfrm xmlns:a="http://schemas.openxmlformats.org/drawingml/2006/main">
            <a:off x="5667375" y="3105150"/>
            <a:ext cx="400050" cy="400050"/>
          </a:xfrm>
          <a:prstGeom xmlns:a="http://schemas.openxmlformats.org/drawingml/2006/main" prst="rect">
            <a:avLst/>
          </a:prstGeom>
        </p:spPr>
      </p:pic>
      <p:sp>
        <p:nvSpPr>
          <p:cNvPr id="123" name="case-transfer-text">
            <a:extLst xmlns:a="http://schemas.openxmlformats.org/drawingml/2006/main">
              <a:ext uri="{FF2B5EF4-FFF2-40B4-BE49-F238E27FC236}">
                <a16:creationId xmlns:a16="http://schemas.microsoft.com/office/drawing/2014/main" id="{48A38601-6EA4-43E6-9D6F-38C449733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524250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88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对照</a:t>
            </a:r>
          </a:p>
        </p:txBody>
      </p:sp>
      <p:sp>
        <p:nvSpPr>
          <p:cNvPr id="124" name="case-left-arrow">
            <a:extLst xmlns:a="http://schemas.openxmlformats.org/drawingml/2006/main">
              <a:ext uri="{FF2B5EF4-FFF2-40B4-BE49-F238E27FC236}">
                <a16:creationId xmlns:a16="http://schemas.microsoft.com/office/drawing/2014/main" id="{03A1806C-B519-4A4A-9980-2434DFAFD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21945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22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←</a:t>
            </a:r>
          </a:p>
        </p:txBody>
      </p:sp>
      <p:sp>
        <p:nvSpPr>
          <p:cNvPr id="125" name="case-right-arrow">
            <a:extLst xmlns:a="http://schemas.openxmlformats.org/drawingml/2006/main">
              <a:ext uri="{FF2B5EF4-FFF2-40B4-BE49-F238E27FC236}">
                <a16:creationId xmlns:a16="http://schemas.microsoft.com/office/drawing/2014/main" id="{E8FB34F1-A4F6-406E-85FD-21A5A0934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21945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22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26" name="timeline-rule">
            <a:extLst xmlns:a="http://schemas.openxmlformats.org/drawingml/2006/main">
              <a:ext uri="{FF2B5EF4-FFF2-40B4-BE49-F238E27FC236}">
                <a16:creationId xmlns:a16="http://schemas.microsoft.com/office/drawing/2014/main" id="{46F26517-8D14-4ED8-B91E-154EEEC9A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81700"/>
            <a:ext cx="10934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7D7"/>
          </a:solidFill>
          <a:ln xmlns:a="http://schemas.openxmlformats.org/drawingml/2006/main" w="0">
            <a:solidFill>
              <a:srgbClr val="D7D7D7"/>
            </a:solidFill>
            <a:prstDash val="solid"/>
          </a:ln>
        </p:spPr>
      </p:sp>
      <p:sp>
        <p:nvSpPr>
          <p:cNvPr id="127" name="timeline-dot-0">
            <a:extLst xmlns:a="http://schemas.openxmlformats.org/drawingml/2006/main">
              <a:ext uri="{FF2B5EF4-FFF2-40B4-BE49-F238E27FC236}">
                <a16:creationId xmlns:a16="http://schemas.microsoft.com/office/drawing/2014/main" id="{B1B2265D-D326-40FF-A60F-C0FBE9741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674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128" name="timeline-card-0">
            <a:extLst xmlns:a="http://schemas.openxmlformats.org/drawingml/2006/main">
              <a:ext uri="{FF2B5EF4-FFF2-40B4-BE49-F238E27FC236}">
                <a16:creationId xmlns:a16="http://schemas.microsoft.com/office/drawing/2014/main" id="{E06F85EB-4FA9-4043-8BE1-A3CF40B5C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72200"/>
            <a:ext cx="2000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EC"/>
          </a:solidFill>
          <a:ln xmlns:a="http://schemas.openxmlformats.org/drawingml/2006/main" w="0">
            <a:solidFill>
              <a:srgbClr val="FBEAEC"/>
            </a:solidFill>
            <a:prstDash val="solid"/>
          </a:ln>
        </p:spPr>
      </p:sp>
      <p:pic>
        <p:nvPicPr>
          <p:cNvPr id="2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f66f7a706145bc"/>
          <a:stretch xmlns:a="http://schemas.openxmlformats.org/drawingml/2006/main"/>
        </p:blipFill>
        <p:spPr>
          <a:xfrm xmlns:a="http://schemas.openxmlformats.org/drawingml/2006/main">
            <a:off x="514350" y="63055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30" name="timeline-text-0">
            <a:extLst xmlns:a="http://schemas.openxmlformats.org/drawingml/2006/main">
              <a:ext uri="{FF2B5EF4-FFF2-40B4-BE49-F238E27FC236}">
                <a16:creationId xmlns:a16="http://schemas.microsoft.com/office/drawing/2014/main" id="{3B912A19-9FE5-4187-98C5-1F80D3054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210300"/>
            <a:ext cx="1543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冻结现象</a:t>
            </a:r>
          </a:p>
        </p:txBody>
      </p:sp>
      <p:sp>
        <p:nvSpPr>
          <p:cNvPr id="131" name="timeline-dot-1">
            <a:extLst xmlns:a="http://schemas.openxmlformats.org/drawingml/2006/main">
              <a:ext uri="{FF2B5EF4-FFF2-40B4-BE49-F238E27FC236}">
                <a16:creationId xmlns:a16="http://schemas.microsoft.com/office/drawing/2014/main" id="{7D872788-C8C9-4D53-BCFB-3EE338664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58674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45C7"/>
          </a:solidFill>
          <a:ln xmlns:a="http://schemas.openxmlformats.org/drawingml/2006/main" w="0">
            <a:solidFill>
              <a:srgbClr val="6D45C7"/>
            </a:solidFill>
            <a:prstDash val="solid"/>
          </a:ln>
        </p:spPr>
      </p:sp>
      <p:sp>
        <p:nvSpPr>
          <p:cNvPr id="132" name="timeline-card-1">
            <a:extLst xmlns:a="http://schemas.openxmlformats.org/drawingml/2006/main">
              <a:ext uri="{FF2B5EF4-FFF2-40B4-BE49-F238E27FC236}">
                <a16:creationId xmlns:a16="http://schemas.microsoft.com/office/drawing/2014/main" id="{07574872-6C46-4DCB-998F-DE9FCE105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6172200"/>
            <a:ext cx="3048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FA"/>
          </a:solidFill>
          <a:ln xmlns:a="http://schemas.openxmlformats.org/drawingml/2006/main" w="0">
            <a:solidFill>
              <a:srgbClr val="F1ECFA"/>
            </a:solidFill>
            <a:prstDash val="solid"/>
          </a:ln>
        </p:spPr>
      </p:sp>
      <p:pic>
        <p:nvPicPr>
          <p:cNvPr id="2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e4dc11d8f14171"/>
          <a:stretch xmlns:a="http://schemas.openxmlformats.org/drawingml/2006/main"/>
        </p:blipFill>
        <p:spPr>
          <a:xfrm xmlns:a="http://schemas.openxmlformats.org/drawingml/2006/main">
            <a:off x="2705100" y="63055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34" name="timeline-text-1">
            <a:extLst xmlns:a="http://schemas.openxmlformats.org/drawingml/2006/main">
              <a:ext uri="{FF2B5EF4-FFF2-40B4-BE49-F238E27FC236}">
                <a16:creationId xmlns:a16="http://schemas.microsoft.com/office/drawing/2014/main" id="{4A727200-EA29-4361-9862-418A0DE95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6210300"/>
            <a:ext cx="2590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>同帧证据</a:t>
            </a:r>
          </a:p>
        </p:txBody>
      </p:sp>
      <p:sp>
        <p:nvSpPr>
          <p:cNvPr id="135" name="timeline-dot-2">
            <a:extLst xmlns:a="http://schemas.openxmlformats.org/drawingml/2006/main">
              <a:ext uri="{FF2B5EF4-FFF2-40B4-BE49-F238E27FC236}">
                <a16:creationId xmlns:a16="http://schemas.microsoft.com/office/drawing/2014/main" id="{3F1EC896-E46F-4384-894B-3DDEC4776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58674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136" name="timeline-card-2">
            <a:extLst xmlns:a="http://schemas.openxmlformats.org/drawingml/2006/main">
              <a:ext uri="{FF2B5EF4-FFF2-40B4-BE49-F238E27FC236}">
                <a16:creationId xmlns:a16="http://schemas.microsoft.com/office/drawing/2014/main" id="{F4FEA41C-C58A-4D35-9F21-95E1FD4ED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6172200"/>
            <a:ext cx="1428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EC"/>
          </a:solidFill>
          <a:ln xmlns:a="http://schemas.openxmlformats.org/drawingml/2006/main" w="0">
            <a:solidFill>
              <a:srgbClr val="FBEAEC"/>
            </a:solidFill>
            <a:prstDash val="solid"/>
          </a:ln>
        </p:spPr>
      </p:sp>
      <p:pic>
        <p:nvPicPr>
          <p:cNvPr id="2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b5e13dfd1942ff"/>
          <a:stretch xmlns:a="http://schemas.openxmlformats.org/drawingml/2006/main"/>
        </p:blipFill>
        <p:spPr>
          <a:xfrm xmlns:a="http://schemas.openxmlformats.org/drawingml/2006/main">
            <a:off x="5943600" y="63055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38" name="timeline-text-2">
            <a:extLst xmlns:a="http://schemas.openxmlformats.org/drawingml/2006/main">
              <a:ext uri="{FF2B5EF4-FFF2-40B4-BE49-F238E27FC236}">
                <a16:creationId xmlns:a16="http://schemas.microsoft.com/office/drawing/2014/main" id="{75A6DFD3-381A-4508-A88C-74D03EE63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6210300"/>
            <a:ext cx="971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指标路由</a:t>
            </a:r>
          </a:p>
        </p:txBody>
      </p:sp>
      <p:sp>
        <p:nvSpPr>
          <p:cNvPr id="139" name="timeline-dot-3">
            <a:extLst xmlns:a="http://schemas.openxmlformats.org/drawingml/2006/main">
              <a:ext uri="{FF2B5EF4-FFF2-40B4-BE49-F238E27FC236}">
                <a16:creationId xmlns:a16="http://schemas.microsoft.com/office/drawing/2014/main" id="{EE23DBD8-AF98-46BF-B5EA-9A5764E71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8674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45C7"/>
          </a:solidFill>
          <a:ln xmlns:a="http://schemas.openxmlformats.org/drawingml/2006/main" w="0">
            <a:solidFill>
              <a:srgbClr val="6D45C7"/>
            </a:solidFill>
            <a:prstDash val="solid"/>
          </a:ln>
        </p:spPr>
      </p:sp>
      <p:sp>
        <p:nvSpPr>
          <p:cNvPr id="140" name="timeline-card-3">
            <a:extLst xmlns:a="http://schemas.openxmlformats.org/drawingml/2006/main">
              <a:ext uri="{FF2B5EF4-FFF2-40B4-BE49-F238E27FC236}">
                <a16:creationId xmlns:a16="http://schemas.microsoft.com/office/drawing/2014/main" id="{705D6FCE-1ACC-445B-943D-DD93AE12E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72200"/>
            <a:ext cx="2571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FA"/>
          </a:solidFill>
          <a:ln xmlns:a="http://schemas.openxmlformats.org/drawingml/2006/main" w="0">
            <a:solidFill>
              <a:srgbClr val="F1ECFA"/>
            </a:solidFill>
            <a:prstDash val="solid"/>
          </a:ln>
        </p:spPr>
      </p:sp>
      <p:pic>
        <p:nvPicPr>
          <p:cNvPr id="25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250390a7f149ac"/>
          <a:stretch xmlns:a="http://schemas.openxmlformats.org/drawingml/2006/main"/>
        </p:blipFill>
        <p:spPr>
          <a:xfrm xmlns:a="http://schemas.openxmlformats.org/drawingml/2006/main">
            <a:off x="7562850" y="63055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42" name="timeline-text-3">
            <a:extLst xmlns:a="http://schemas.openxmlformats.org/drawingml/2006/main">
              <a:ext uri="{FF2B5EF4-FFF2-40B4-BE49-F238E27FC236}">
                <a16:creationId xmlns:a16="http://schemas.microsoft.com/office/drawing/2014/main" id="{D8BB6B58-07F6-42CB-AD15-5ADC5CB98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6210300"/>
            <a:ext cx="2114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>生命周期</a:t>
            </a:r>
          </a:p>
        </p:txBody>
      </p:sp>
      <p:sp>
        <p:nvSpPr>
          <p:cNvPr id="143" name="timeline-dot-4">
            <a:extLst xmlns:a="http://schemas.openxmlformats.org/drawingml/2006/main">
              <a:ext uri="{FF2B5EF4-FFF2-40B4-BE49-F238E27FC236}">
                <a16:creationId xmlns:a16="http://schemas.microsoft.com/office/drawing/2014/main" id="{42256876-971C-44C3-B36A-A2A5DC337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58674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F5B"/>
          </a:solidFill>
          <a:ln xmlns:a="http://schemas.openxmlformats.org/drawingml/2006/main" w="0">
            <a:solidFill>
              <a:srgbClr val="2F8F5B"/>
            </a:solidFill>
            <a:prstDash val="solid"/>
          </a:ln>
        </p:spPr>
      </p:sp>
      <p:sp>
        <p:nvSpPr>
          <p:cNvPr id="144" name="timeline-card-4">
            <a:extLst xmlns:a="http://schemas.openxmlformats.org/drawingml/2006/main">
              <a:ext uri="{FF2B5EF4-FFF2-40B4-BE49-F238E27FC236}">
                <a16:creationId xmlns:a16="http://schemas.microsoft.com/office/drawing/2014/main" id="{B406802C-BB49-4241-9BAC-E9752EDB4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6172200"/>
            <a:ext cx="10287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E"/>
          </a:solidFill>
          <a:ln xmlns:a="http://schemas.openxmlformats.org/drawingml/2006/main" w="0">
            <a:solidFill>
              <a:srgbClr val="EAF5EE"/>
            </a:solidFill>
            <a:prstDash val="solid"/>
          </a:ln>
        </p:spPr>
      </p:sp>
      <p:pic>
        <p:nvPicPr>
          <p:cNvPr id="26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4a53768c95486b"/>
          <a:stretch xmlns:a="http://schemas.openxmlformats.org/drawingml/2006/main"/>
        </p:blipFill>
        <p:spPr>
          <a:xfrm xmlns:a="http://schemas.openxmlformats.org/drawingml/2006/main">
            <a:off x="10325100" y="63055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46" name="timeline-text-4">
            <a:extLst xmlns:a="http://schemas.openxmlformats.org/drawingml/2006/main">
              <a:ext uri="{FF2B5EF4-FFF2-40B4-BE49-F238E27FC236}">
                <a16:creationId xmlns:a16="http://schemas.microsoft.com/office/drawing/2014/main" id="{B28B3A76-07CD-44BF-8BCF-942072BDE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6210300"/>
            <a:ext cx="57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rPr>
              <a:t>输出契约</a:t>
            </a:r>
          </a:p>
        </p:txBody>
      </p:sp>
      <p:pic>
        <p:nvPicPr>
          <p:cNvPr id="26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388e282fc84dd0"/>
          <a:stretch xmlns:a="http://schemas.openxmlformats.org/drawingml/2006/main"/>
        </p:blipFill>
        <p:spPr>
          <a:xfrm xmlns:a="http://schemas.openxmlformats.org/drawingml/2006/main">
            <a:off x="10382250" y="268813"/>
            <a:ext cx="952500" cy="2148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9805989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9937CBA2-7E4F-43F3-9EBA-CFD6BD1B5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38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rPr>
              <a:t>38 · 第五幕｜GPU 方法迁移</a:t>
            </a:r>
          </a:p>
        </p:txBody>
      </p:sp>
      <p:sp>
        <p:nvSpPr>
          <p:cNvPr id="5" name="team-name">
            <a:extLst xmlns:a="http://schemas.openxmlformats.org/drawingml/2006/main">
              <a:ext uri="{FF2B5EF4-FFF2-40B4-BE49-F238E27FC236}">
                <a16:creationId xmlns:a16="http://schemas.microsoft.com/office/drawing/2014/main" id="{DF70FBB6-5F6E-4537-9090-0CBE67318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6" name="business-direction">
            <a:extLst xmlns:a="http://schemas.openxmlformats.org/drawingml/2006/main">
              <a:ext uri="{FF2B5EF4-FFF2-40B4-BE49-F238E27FC236}">
                <a16:creationId xmlns:a16="http://schemas.microsoft.com/office/drawing/2014/main" id="{264209F6-E82F-4B7F-97F5-9E0C8215D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" name="storyline-lead">
            <a:extLst xmlns:a="http://schemas.openxmlformats.org/drawingml/2006/main">
              <a:ext uri="{FF2B5EF4-FFF2-40B4-BE49-F238E27FC236}">
                <a16:creationId xmlns:a16="http://schemas.microsoft.com/office/drawing/2014/main" id="{513D4A51-8337-4FB4-B56E-8172C046E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8" name="storyline-outcome">
            <a:extLst xmlns:a="http://schemas.openxmlformats.org/drawingml/2006/main">
              <a:ext uri="{FF2B5EF4-FFF2-40B4-BE49-F238E27FC236}">
                <a16:creationId xmlns:a16="http://schemas.microsoft.com/office/drawing/2014/main" id="{BB1932BF-7915-4685-850E-EE30D779E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9" name="origin-story">
            <a:extLst xmlns:a="http://schemas.openxmlformats.org/drawingml/2006/main">
              <a:ext uri="{FF2B5EF4-FFF2-40B4-BE49-F238E27FC236}">
                <a16:creationId xmlns:a16="http://schemas.microsoft.com/office/drawing/2014/main" id="{4F383126-75F9-4A95-9DFA-12133DB4A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1104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210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420 / 444 共守输出契约，但不能共用实现假设</a:t>
            </a:r>
          </a:p>
        </p:txBody>
      </p:sp>
      <p:sp>
        <p:nvSpPr>
          <p:cNvPr id="10" name="capability-label">
            <a:extLst xmlns:a="http://schemas.openxmlformats.org/drawingml/2006/main">
              <a:ext uri="{FF2B5EF4-FFF2-40B4-BE49-F238E27FC236}">
                <a16:creationId xmlns:a16="http://schemas.microsoft.com/office/drawing/2014/main" id="{6618DDA6-5320-4544-A67A-4138E5DF0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9115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SLIDE 38 · WORKSHOP</a:t>
            </a:r>
          </a:p>
        </p:txBody>
      </p:sp>
      <p:sp>
        <p:nvSpPr>
          <p:cNvPr id="12" name="capability-goal-text">
            <a:extLst xmlns:a="http://schemas.openxmlformats.org/drawingml/2006/main">
              <a:ext uri="{FF2B5EF4-FFF2-40B4-BE49-F238E27FC236}">
                <a16:creationId xmlns:a16="http://schemas.microsoft.com/office/drawing/2014/main" id="{A9BB6ADF-6F5A-486E-9828-9BB90056D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4" name="capability-tech-text">
            <a:extLst xmlns:a="http://schemas.openxmlformats.org/drawingml/2006/main">
              <a:ext uri="{FF2B5EF4-FFF2-40B4-BE49-F238E27FC236}">
                <a16:creationId xmlns:a16="http://schemas.microsoft.com/office/drawing/2014/main" id="{A789BA83-BEE2-4D60-80BC-6239BCAB3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6" name="capability-collaboration-text">
            <a:extLst xmlns:a="http://schemas.openxmlformats.org/drawingml/2006/main">
              <a:ext uri="{FF2B5EF4-FFF2-40B4-BE49-F238E27FC236}">
                <a16:creationId xmlns:a16="http://schemas.microsoft.com/office/drawing/2014/main" id="{D085A46E-BB95-4E44-A140-3211DC950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8" name="capability-cohesion-text">
            <a:extLst xmlns:a="http://schemas.openxmlformats.org/drawingml/2006/main">
              <a:ext uri="{FF2B5EF4-FFF2-40B4-BE49-F238E27FC236}">
                <a16:creationId xmlns:a16="http://schemas.microsoft.com/office/drawing/2014/main" id="{31E7FE61-7CF7-4BF1-B351-6E8BC2ABB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21" name="journey-top-rule">
            <a:extLst xmlns:a="http://schemas.openxmlformats.org/drawingml/2006/main">
              <a:ext uri="{FF2B5EF4-FFF2-40B4-BE49-F238E27FC236}">
                <a16:creationId xmlns:a16="http://schemas.microsoft.com/office/drawing/2014/main" id="{3F7D1C62-8DF5-4E48-9864-9C17DDEE1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2" name="journey-label">
            <a:extLst xmlns:a="http://schemas.openxmlformats.org/drawingml/2006/main">
              <a:ext uri="{FF2B5EF4-FFF2-40B4-BE49-F238E27FC236}">
                <a16:creationId xmlns:a16="http://schemas.microsoft.com/office/drawing/2014/main" id="{8E7E41EF-B0E6-4678-B07F-0EBF826CF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两条路径分别验证，最终都要证明 owner、frame、target 与可见结果一致。</a:t>
            </a:r>
          </a:p>
        </p:txBody>
      </p:sp>
      <p:sp>
        <p:nvSpPr>
          <p:cNvPr id="26" name="stage-01-number">
            <a:extLst xmlns:a="http://schemas.openxmlformats.org/drawingml/2006/main">
              <a:ext uri="{FF2B5EF4-FFF2-40B4-BE49-F238E27FC236}">
                <a16:creationId xmlns:a16="http://schemas.microsoft.com/office/drawing/2014/main" id="{4225D723-AF17-46CE-8F57-EF6385A30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27" name="stage-01-title">
            <a:extLst xmlns:a="http://schemas.openxmlformats.org/drawingml/2006/main">
              <a:ext uri="{FF2B5EF4-FFF2-40B4-BE49-F238E27FC236}">
                <a16:creationId xmlns:a16="http://schemas.microsoft.com/office/drawing/2014/main" id="{A080687F-349A-4D96-8B9B-B15D9284C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28" name="stage-01-body">
            <a:extLst xmlns:a="http://schemas.openxmlformats.org/drawingml/2006/main">
              <a:ext uri="{FF2B5EF4-FFF2-40B4-BE49-F238E27FC236}">
                <a16:creationId xmlns:a16="http://schemas.microsoft.com/office/drawing/2014/main" id="{35DB16DD-F51B-49F2-B81F-24E50A16B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36" name="stage-03-number">
            <a:extLst xmlns:a="http://schemas.openxmlformats.org/drawingml/2006/main">
              <a:ext uri="{FF2B5EF4-FFF2-40B4-BE49-F238E27FC236}">
                <a16:creationId xmlns:a16="http://schemas.microsoft.com/office/drawing/2014/main" id="{C0286EEE-76D7-4C3D-959B-C1A40C2DE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37" name="stage-03-title">
            <a:extLst xmlns:a="http://schemas.openxmlformats.org/drawingml/2006/main">
              <a:ext uri="{FF2B5EF4-FFF2-40B4-BE49-F238E27FC236}">
                <a16:creationId xmlns:a16="http://schemas.microsoft.com/office/drawing/2014/main" id="{B27EC97C-4E04-4513-B0CF-9ED410CD8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38" name="stage-03-body">
            <a:extLst xmlns:a="http://schemas.openxmlformats.org/drawingml/2006/main">
              <a:ext uri="{FF2B5EF4-FFF2-40B4-BE49-F238E27FC236}">
                <a16:creationId xmlns:a16="http://schemas.microsoft.com/office/drawing/2014/main" id="{9E912F49-5FAE-4B6A-9826-0EE1EFB7F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46" name="stage-05-number">
            <a:extLst xmlns:a="http://schemas.openxmlformats.org/drawingml/2006/main">
              <a:ext uri="{FF2B5EF4-FFF2-40B4-BE49-F238E27FC236}">
                <a16:creationId xmlns:a16="http://schemas.microsoft.com/office/drawing/2014/main" id="{AA36F8DB-73A8-47E8-A962-56FE8DE85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47" name="stage-05-title">
            <a:extLst xmlns:a="http://schemas.openxmlformats.org/drawingml/2006/main">
              <a:ext uri="{FF2B5EF4-FFF2-40B4-BE49-F238E27FC236}">
                <a16:creationId xmlns:a16="http://schemas.microsoft.com/office/drawing/2014/main" id="{E55E05DE-AFC6-4422-9A2F-AD9E27F89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48" name="stage-05-body">
            <a:extLst xmlns:a="http://schemas.openxmlformats.org/drawingml/2006/main">
              <a:ext uri="{FF2B5EF4-FFF2-40B4-BE49-F238E27FC236}">
                <a16:creationId xmlns:a16="http://schemas.microsoft.com/office/drawing/2014/main" id="{F938BB63-05FA-4699-B9B6-45CD5A0C9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0" name="rail-flow-label">
            <a:extLst xmlns:a="http://schemas.openxmlformats.org/drawingml/2006/main">
              <a:ext uri="{FF2B5EF4-FFF2-40B4-BE49-F238E27FC236}">
                <a16:creationId xmlns:a16="http://schemas.microsoft.com/office/drawing/2014/main" id="{FF5EAC43-B84B-4541-B2F4-61336FAA9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8585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858585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1" name="rail-flow-line">
            <a:extLst xmlns:a="http://schemas.openxmlformats.org/drawingml/2006/main">
              <a:ext uri="{FF2B5EF4-FFF2-40B4-BE49-F238E27FC236}">
                <a16:creationId xmlns:a16="http://schemas.microsoft.com/office/drawing/2014/main" id="{AF9A8871-2B22-4386-A390-72752FB38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3" name="rail-flow-idea-label">
            <a:extLst xmlns:a="http://schemas.openxmlformats.org/drawingml/2006/main">
              <a:ext uri="{FF2B5EF4-FFF2-40B4-BE49-F238E27FC236}">
                <a16:creationId xmlns:a16="http://schemas.microsoft.com/office/drawing/2014/main" id="{72E1E745-7177-4B95-A3C2-46F9EE067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5" name="rail-flow-attack-label">
            <a:extLst xmlns:a="http://schemas.openxmlformats.org/drawingml/2006/main">
              <a:ext uri="{FF2B5EF4-FFF2-40B4-BE49-F238E27FC236}">
                <a16:creationId xmlns:a16="http://schemas.microsoft.com/office/drawing/2014/main" id="{1CD5E551-A644-4209-8B85-C43D55DAD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7" name="rail-flow-delivery-label">
            <a:extLst xmlns:a="http://schemas.openxmlformats.org/drawingml/2006/main">
              <a:ext uri="{FF2B5EF4-FFF2-40B4-BE49-F238E27FC236}">
                <a16:creationId xmlns:a16="http://schemas.microsoft.com/office/drawing/2014/main" id="{41242F25-AB1D-4FEC-AA44-0C6A2FA72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8" name="rail-result-box">
            <a:extLst xmlns:a="http://schemas.openxmlformats.org/drawingml/2006/main">
              <a:ext uri="{FF2B5EF4-FFF2-40B4-BE49-F238E27FC236}">
                <a16:creationId xmlns:a16="http://schemas.microsoft.com/office/drawing/2014/main" id="{F7117D08-254C-4F26-B6DD-8B03EB047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0" name="rail-result-text">
            <a:extLst xmlns:a="http://schemas.openxmlformats.org/drawingml/2006/main">
              <a:ext uri="{FF2B5EF4-FFF2-40B4-BE49-F238E27FC236}">
                <a16:creationId xmlns:a16="http://schemas.microsoft.com/office/drawing/2014/main" id="{34A8EF6F-28E9-4F9F-8CFD-1BF6F2603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63" b="1">
                <a:solidFill>
                  <a:srgbClr val="9C000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9C000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61" name="grid-top-rule">
            <a:extLst xmlns:a="http://schemas.openxmlformats.org/drawingml/2006/main">
              <a:ext uri="{FF2B5EF4-FFF2-40B4-BE49-F238E27FC236}">
                <a16:creationId xmlns:a16="http://schemas.microsoft.com/office/drawing/2014/main" id="{0F39FBDF-9E3B-4D49-B005-6B5B93FED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2" name="grid-middle-rule">
            <a:extLst xmlns:a="http://schemas.openxmlformats.org/drawingml/2006/main">
              <a:ext uri="{FF2B5EF4-FFF2-40B4-BE49-F238E27FC236}">
                <a16:creationId xmlns:a16="http://schemas.microsoft.com/office/drawing/2014/main" id="{BBC7B45A-19EF-4696-97BA-CE5C123E4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3" name="grid-vertical-rule">
            <a:extLst xmlns:a="http://schemas.openxmlformats.org/drawingml/2006/main">
              <a:ext uri="{FF2B5EF4-FFF2-40B4-BE49-F238E27FC236}">
                <a16:creationId xmlns:a16="http://schemas.microsoft.com/office/drawing/2014/main" id="{9513784B-DF55-42B5-ACF2-4EF87CE54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4" name="capability-top-rule">
            <a:extLst xmlns:a="http://schemas.openxmlformats.org/drawingml/2006/main">
              <a:ext uri="{FF2B5EF4-FFF2-40B4-BE49-F238E27FC236}">
                <a16:creationId xmlns:a16="http://schemas.microsoft.com/office/drawing/2014/main" id="{9013330B-53F2-4C98-B459-B7BC45073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5" name="module-01-icon-background">
            <a:extLst xmlns:a="http://schemas.openxmlformats.org/drawingml/2006/main">
              <a:ext uri="{FF2B5EF4-FFF2-40B4-BE49-F238E27FC236}">
                <a16:creationId xmlns:a16="http://schemas.microsoft.com/office/drawing/2014/main" id="{6BB7565D-24EF-47D6-BBB0-E18B6DE76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24050"/>
            <a:ext cx="4762500" cy="3124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B"/>
          </a:solidFill>
          <a:ln xmlns:a="http://schemas.openxmlformats.org/drawingml/2006/main" w="0">
            <a:solidFill>
              <a:srgbClr val="EAF2FB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7" name="module-02-icon-background">
            <a:extLst xmlns:a="http://schemas.openxmlformats.org/drawingml/2006/main">
              <a:ext uri="{FF2B5EF4-FFF2-40B4-BE49-F238E27FC236}">
                <a16:creationId xmlns:a16="http://schemas.microsoft.com/office/drawing/2014/main" id="{80C31D3C-F758-4BBC-A10E-E9C339D14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24050"/>
            <a:ext cx="4762500" cy="3124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FA"/>
          </a:solidFill>
          <a:ln xmlns:a="http://schemas.openxmlformats.org/drawingml/2006/main" w="0">
            <a:solidFill>
              <a:srgbClr val="F1ECF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9" name="module-03-icon-background">
            <a:extLst xmlns:a="http://schemas.openxmlformats.org/drawingml/2006/main">
              <a:ext uri="{FF2B5EF4-FFF2-40B4-BE49-F238E27FC236}">
                <a16:creationId xmlns:a16="http://schemas.microsoft.com/office/drawing/2014/main" id="{78E97F08-D68A-43EC-A2D0-7C3051E07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1" name="module-04-icon-background">
            <a:extLst xmlns:a="http://schemas.openxmlformats.org/drawingml/2006/main">
              <a:ext uri="{FF2B5EF4-FFF2-40B4-BE49-F238E27FC236}">
                <a16:creationId xmlns:a16="http://schemas.microsoft.com/office/drawing/2014/main" id="{C303905D-0287-4B86-92D4-33F0EB3B9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3" name="module-04-number">
            <a:extLst xmlns:a="http://schemas.openxmlformats.org/drawingml/2006/main">
              <a:ext uri="{FF2B5EF4-FFF2-40B4-BE49-F238E27FC236}">
                <a16:creationId xmlns:a16="http://schemas.microsoft.com/office/drawing/2014/main" id="{644EFF2E-DC9B-4D41-84F4-10582B446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4" name="module-04-title">
            <a:extLst xmlns:a="http://schemas.openxmlformats.org/drawingml/2006/main">
              <a:ext uri="{FF2B5EF4-FFF2-40B4-BE49-F238E27FC236}">
                <a16:creationId xmlns:a16="http://schemas.microsoft.com/office/drawing/2014/main" id="{9C3B8801-0886-4C35-A421-9571B2595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5" name="module-04-body">
            <a:extLst xmlns:a="http://schemas.openxmlformats.org/drawingml/2006/main">
              <a:ext uri="{FF2B5EF4-FFF2-40B4-BE49-F238E27FC236}">
                <a16:creationId xmlns:a16="http://schemas.microsoft.com/office/drawing/2014/main" id="{815AB31E-77DC-41EF-9FDD-2104B3529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6" name="capability-goal-icon-background">
            <a:extLst xmlns:a="http://schemas.openxmlformats.org/drawingml/2006/main">
              <a:ext uri="{FF2B5EF4-FFF2-40B4-BE49-F238E27FC236}">
                <a16:creationId xmlns:a16="http://schemas.microsoft.com/office/drawing/2014/main" id="{ACC8CF6A-83B8-4CA8-B500-7FCD1FE49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8" name="capability-tech-icon-background">
            <a:extLst xmlns:a="http://schemas.openxmlformats.org/drawingml/2006/main">
              <a:ext uri="{FF2B5EF4-FFF2-40B4-BE49-F238E27FC236}">
                <a16:creationId xmlns:a16="http://schemas.microsoft.com/office/drawing/2014/main" id="{1FBC427F-E57C-45DB-9CCE-FEBB0D899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0" name="capability-collaboration-icon-background">
            <a:extLst xmlns:a="http://schemas.openxmlformats.org/drawingml/2006/main">
              <a:ext uri="{FF2B5EF4-FFF2-40B4-BE49-F238E27FC236}">
                <a16:creationId xmlns:a16="http://schemas.microsoft.com/office/drawing/2014/main" id="{6E13DFB3-20F1-4890-9CA4-4556205A7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2" name="capability-cohesion-icon-background">
            <a:extLst xmlns:a="http://schemas.openxmlformats.org/drawingml/2006/main">
              <a:ext uri="{FF2B5EF4-FFF2-40B4-BE49-F238E27FC236}">
                <a16:creationId xmlns:a16="http://schemas.microsoft.com/office/drawing/2014/main" id="{6D6CB4E0-0BEB-4D63-8FF5-DCEBE4D95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4" name="competitiveness-result-box">
            <a:extLst xmlns:a="http://schemas.openxmlformats.org/drawingml/2006/main">
              <a:ext uri="{FF2B5EF4-FFF2-40B4-BE49-F238E27FC236}">
                <a16:creationId xmlns:a16="http://schemas.microsoft.com/office/drawing/2014/main" id="{F216EF67-2742-4E3A-81AE-9DA7A0133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6" name="competitiveness-result-text">
            <a:extLst xmlns:a="http://schemas.openxmlformats.org/drawingml/2006/main">
              <a:ext uri="{FF2B5EF4-FFF2-40B4-BE49-F238E27FC236}">
                <a16:creationId xmlns:a16="http://schemas.microsoft.com/office/drawing/2014/main" id="{5EF20348-951F-48D4-9F42-3FB89748A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276850"/>
            <a:ext cx="733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38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rPr>
              <a:t>Case 420 查 queue age；Case 444 查 LC=2 与 luma readiness。</a:t>
            </a:r>
          </a:p>
        </p:txBody>
      </p:sp>
      <p:pic>
        <p:nvPicPr>
          <p:cNvPr id="20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55f79dfbc548dd"/>
          <a:stretch xmlns:a="http://schemas.openxmlformats.org/drawingml/2006/main"/>
        </p:blipFill>
        <p:spPr>
          <a:xfrm xmlns:a="http://schemas.openxmlformats.org/drawingml/2006/main">
            <a:off x="400050" y="257175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88" name="case-header-rule">
            <a:extLst xmlns:a="http://schemas.openxmlformats.org/drawingml/2006/main">
              <a:ext uri="{FF2B5EF4-FFF2-40B4-BE49-F238E27FC236}">
                <a16:creationId xmlns:a16="http://schemas.microsoft.com/office/drawing/2014/main" id="{BAC1EAF4-B798-4F81-B3D8-E711C771E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0020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7D7"/>
          </a:solidFill>
          <a:ln xmlns:a="http://schemas.openxmlformats.org/drawingml/2006/main" w="0">
            <a:solidFill>
              <a:srgbClr val="D7D7D7"/>
            </a:solidFill>
            <a:prstDash val="solid"/>
          </a:ln>
        </p:spPr>
      </p:sp>
      <p:pic>
        <p:nvPicPr>
          <p:cNvPr id="20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f4d86ec127467d"/>
          <a:stretch xmlns:a="http://schemas.openxmlformats.org/drawingml/2006/main"/>
        </p:blipFill>
        <p:spPr>
          <a:xfrm xmlns:a="http://schemas.openxmlformats.org/drawingml/2006/main">
            <a:off x="666750" y="2190750"/>
            <a:ext cx="438150" cy="438150"/>
          </a:xfrm>
          <a:prstGeom xmlns:a="http://schemas.openxmlformats.org/drawingml/2006/main" prst="rect">
            <a:avLst/>
          </a:prstGeom>
        </p:spPr>
      </p:pic>
      <p:pic>
        <p:nvPicPr>
          <p:cNvPr id="20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03aac84399436e"/>
          <a:stretch xmlns:a="http://schemas.openxmlformats.org/drawingml/2006/main"/>
        </p:blipFill>
        <p:spPr>
          <a:xfrm xmlns:a="http://schemas.openxmlformats.org/drawingml/2006/main">
            <a:off x="6838950" y="2190750"/>
            <a:ext cx="438150" cy="438150"/>
          </a:xfrm>
          <a:prstGeom xmlns:a="http://schemas.openxmlformats.org/drawingml/2006/main" prst="rect">
            <a:avLst/>
          </a:prstGeom>
        </p:spPr>
      </p:pic>
      <p:sp>
        <p:nvSpPr>
          <p:cNvPr id="91" name="case-one-number">
            <a:extLst xmlns:a="http://schemas.openxmlformats.org/drawingml/2006/main">
              <a:ext uri="{FF2B5EF4-FFF2-40B4-BE49-F238E27FC236}">
                <a16:creationId xmlns:a16="http://schemas.microsoft.com/office/drawing/2014/main" id="{80F689AD-6F88-4A35-AE85-A26AC3B82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1526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rPr>
              <a:t>CASE 38</a:t>
            </a:r>
          </a:p>
        </p:txBody>
      </p:sp>
      <p:sp>
        <p:nvSpPr>
          <p:cNvPr id="92" name="case-two-number">
            <a:extLst xmlns:a="http://schemas.openxmlformats.org/drawingml/2006/main">
              <a:ext uri="{FF2B5EF4-FFF2-40B4-BE49-F238E27FC236}">
                <a16:creationId xmlns:a16="http://schemas.microsoft.com/office/drawing/2014/main" id="{0A6698CA-AC0B-41F4-85BA-082BCE6B8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1526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93" name="case-one-title">
            <a:extLst xmlns:a="http://schemas.openxmlformats.org/drawingml/2006/main">
              <a:ext uri="{FF2B5EF4-FFF2-40B4-BE49-F238E27FC236}">
                <a16:creationId xmlns:a16="http://schemas.microsoft.com/office/drawing/2014/main" id="{EE710BA8-D19C-4963-AFB4-4F3C1F99D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3622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公共输出契约</a:t>
            </a:r>
          </a:p>
        </p:txBody>
      </p:sp>
      <p:sp>
        <p:nvSpPr>
          <p:cNvPr id="94" name="case-two-title">
            <a:extLst xmlns:a="http://schemas.openxmlformats.org/drawingml/2006/main">
              <a:ext uri="{FF2B5EF4-FFF2-40B4-BE49-F238E27FC236}">
                <a16:creationId xmlns:a16="http://schemas.microsoft.com/office/drawing/2014/main" id="{318AF84A-C84B-43B2-BA7D-1800772BA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3622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95" name="case-one-method">
            <a:extLst xmlns:a="http://schemas.openxmlformats.org/drawingml/2006/main">
              <a:ext uri="{FF2B5EF4-FFF2-40B4-BE49-F238E27FC236}">
                <a16:creationId xmlns:a16="http://schemas.microsoft.com/office/drawing/2014/main" id="{D641B88F-BC38-42A3-A4BB-5C0A78563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rPr>
              <a:t>OUTCOME EVAL</a:t>
            </a:r>
          </a:p>
        </p:txBody>
      </p:sp>
      <p:sp>
        <p:nvSpPr>
          <p:cNvPr id="96" name="case-two-method">
            <a:extLst xmlns:a="http://schemas.openxmlformats.org/drawingml/2006/main">
              <a:ext uri="{FF2B5EF4-FFF2-40B4-BE49-F238E27FC236}">
                <a16:creationId xmlns:a16="http://schemas.microsoft.com/office/drawing/2014/main" id="{138671CA-C122-4895-8836-E45A6FC58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575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97" name="case-left-rule-0">
            <a:extLst xmlns:a="http://schemas.openxmlformats.org/drawingml/2006/main">
              <a:ext uri="{FF2B5EF4-FFF2-40B4-BE49-F238E27FC236}">
                <a16:creationId xmlns:a16="http://schemas.microsoft.com/office/drawing/2014/main" id="{A9E0F7F1-556E-496E-816D-C112F9654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813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98" name="case-right-rule-0">
            <a:extLst xmlns:a="http://schemas.openxmlformats.org/drawingml/2006/main">
              <a:ext uri="{FF2B5EF4-FFF2-40B4-BE49-F238E27FC236}">
                <a16:creationId xmlns:a16="http://schemas.microsoft.com/office/drawing/2014/main" id="{F698392D-CBD9-4BDB-A31B-B374CB008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1813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99" name="case-label-left-0">
            <a:extLst xmlns:a="http://schemas.openxmlformats.org/drawingml/2006/main">
              <a:ext uri="{FF2B5EF4-FFF2-40B4-BE49-F238E27FC236}">
                <a16:creationId xmlns:a16="http://schemas.microsoft.com/office/drawing/2014/main" id="{1AFF2D59-C41A-4DA2-B654-8554618F8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Owner</a:t>
            </a:r>
          </a:p>
        </p:txBody>
      </p:sp>
      <p:sp>
        <p:nvSpPr>
          <p:cNvPr id="100" name="case-value-left-0">
            <a:extLst xmlns:a="http://schemas.openxmlformats.org/drawingml/2006/main">
              <a:ext uri="{FF2B5EF4-FFF2-40B4-BE49-F238E27FC236}">
                <a16:creationId xmlns:a16="http://schemas.microsoft.com/office/drawing/2014/main" id="{17B95C37-E670-4E76-804D-E304F37CD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2385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任一时刻只有一个 writer</a:t>
            </a:r>
          </a:p>
        </p:txBody>
      </p:sp>
      <p:sp>
        <p:nvSpPr>
          <p:cNvPr id="101" name="case-label-right-0">
            <a:extLst xmlns:a="http://schemas.openxmlformats.org/drawingml/2006/main">
              <a:ext uri="{FF2B5EF4-FFF2-40B4-BE49-F238E27FC236}">
                <a16:creationId xmlns:a16="http://schemas.microsoft.com/office/drawing/2014/main" id="{18A46C20-C188-49D9-98C2-BA5F1F298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2385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02" name="case-value-right-0">
            <a:extLst xmlns:a="http://schemas.openxmlformats.org/drawingml/2006/main">
              <a:ext uri="{FF2B5EF4-FFF2-40B4-BE49-F238E27FC236}">
                <a16:creationId xmlns:a16="http://schemas.microsoft.com/office/drawing/2014/main" id="{7B7E08BA-BD87-441F-B3DB-2BCCF3B9A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2385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03" name="case-left-rule-1">
            <a:extLst xmlns:a="http://schemas.openxmlformats.org/drawingml/2006/main">
              <a:ext uri="{FF2B5EF4-FFF2-40B4-BE49-F238E27FC236}">
                <a16:creationId xmlns:a16="http://schemas.microsoft.com/office/drawing/2014/main" id="{659D7CC2-4EC3-4F7C-BF89-3A07EE6C3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004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04" name="case-right-rule-1">
            <a:extLst xmlns:a="http://schemas.openxmlformats.org/drawingml/2006/main">
              <a:ext uri="{FF2B5EF4-FFF2-40B4-BE49-F238E27FC236}">
                <a16:creationId xmlns:a16="http://schemas.microsoft.com/office/drawing/2014/main" id="{B37D164D-5E44-46FA-ADF5-91601117C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6004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05" name="case-label-left-1">
            <a:extLst xmlns:a="http://schemas.openxmlformats.org/drawingml/2006/main">
              <a:ext uri="{FF2B5EF4-FFF2-40B4-BE49-F238E27FC236}">
                <a16:creationId xmlns:a16="http://schemas.microsoft.com/office/drawing/2014/main" id="{796BAB44-29A4-4469-8C56-2DD29EAB6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576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Retained</a:t>
            </a:r>
          </a:p>
        </p:txBody>
      </p:sp>
      <p:sp>
        <p:nvSpPr>
          <p:cNvPr id="106" name="case-value-left-1">
            <a:extLst xmlns:a="http://schemas.openxmlformats.org/drawingml/2006/main">
              <a:ext uri="{FF2B5EF4-FFF2-40B4-BE49-F238E27FC236}">
                <a16:creationId xmlns:a16="http://schemas.microsoft.com/office/drawing/2014/main" id="{E2585E34-D692-44BF-BE1E-7329CBA4B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576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首次接管前完整可信</a:t>
            </a:r>
          </a:p>
        </p:txBody>
      </p:sp>
      <p:sp>
        <p:nvSpPr>
          <p:cNvPr id="107" name="case-label-right-1">
            <a:extLst xmlns:a="http://schemas.openxmlformats.org/drawingml/2006/main">
              <a:ext uri="{FF2B5EF4-FFF2-40B4-BE49-F238E27FC236}">
                <a16:creationId xmlns:a16="http://schemas.microsoft.com/office/drawing/2014/main" id="{40591D54-6B8B-4336-9EA6-38AC4E705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6576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08" name="case-value-right-1">
            <a:extLst xmlns:a="http://schemas.openxmlformats.org/drawingml/2006/main">
              <a:ext uri="{FF2B5EF4-FFF2-40B4-BE49-F238E27FC236}">
                <a16:creationId xmlns:a16="http://schemas.microsoft.com/office/drawing/2014/main" id="{3E0F325A-0686-4039-ACBE-35AD57BC2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6576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09" name="case-left-rule-2">
            <a:extLst xmlns:a="http://schemas.openxmlformats.org/drawingml/2006/main">
              <a:ext uri="{FF2B5EF4-FFF2-40B4-BE49-F238E27FC236}">
                <a16:creationId xmlns:a16="http://schemas.microsoft.com/office/drawing/2014/main" id="{B431DC1D-7996-47F7-B716-B4104C061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195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0" name="case-right-rule-2">
            <a:extLst xmlns:a="http://schemas.openxmlformats.org/drawingml/2006/main">
              <a:ext uri="{FF2B5EF4-FFF2-40B4-BE49-F238E27FC236}">
                <a16:creationId xmlns:a16="http://schemas.microsoft.com/office/drawing/2014/main" id="{8A9990CB-8F45-4A02-86D6-E10EE0E9F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0195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1" name="case-label-left-2">
            <a:extLst xmlns:a="http://schemas.openxmlformats.org/drawingml/2006/main">
              <a:ext uri="{FF2B5EF4-FFF2-40B4-BE49-F238E27FC236}">
                <a16:creationId xmlns:a16="http://schemas.microsoft.com/office/drawing/2014/main" id="{2BEDC775-5045-4471-AF1B-C0AD01484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767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Present</a:t>
            </a:r>
          </a:p>
        </p:txBody>
      </p:sp>
      <p:sp>
        <p:nvSpPr>
          <p:cNvPr id="112" name="case-value-left-2">
            <a:extLst xmlns:a="http://schemas.openxmlformats.org/drawingml/2006/main">
              <a:ext uri="{FF2B5EF4-FFF2-40B4-BE49-F238E27FC236}">
                <a16:creationId xmlns:a16="http://schemas.microsoft.com/office/drawing/2014/main" id="{EA218FAD-D644-4FFB-BE95-C64F04C7F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767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匹配 real/synthetic EndFrame</a:t>
            </a:r>
          </a:p>
        </p:txBody>
      </p:sp>
      <p:sp>
        <p:nvSpPr>
          <p:cNvPr id="113" name="case-label-right-2">
            <a:extLst xmlns:a="http://schemas.openxmlformats.org/drawingml/2006/main">
              <a:ext uri="{FF2B5EF4-FFF2-40B4-BE49-F238E27FC236}">
                <a16:creationId xmlns:a16="http://schemas.microsoft.com/office/drawing/2014/main" id="{577C7B67-0F67-44A6-9DDD-559EFF9DC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0767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14" name="case-value-right-2">
            <a:extLst xmlns:a="http://schemas.openxmlformats.org/drawingml/2006/main">
              <a:ext uri="{FF2B5EF4-FFF2-40B4-BE49-F238E27FC236}">
                <a16:creationId xmlns:a16="http://schemas.microsoft.com/office/drawing/2014/main" id="{563E56E8-30B3-435F-846A-BBF723B44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0767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15" name="case-left-rule-3">
            <a:extLst xmlns:a="http://schemas.openxmlformats.org/drawingml/2006/main">
              <a:ext uri="{FF2B5EF4-FFF2-40B4-BE49-F238E27FC236}">
                <a16:creationId xmlns:a16="http://schemas.microsoft.com/office/drawing/2014/main" id="{73F1F4EA-AE10-4C4D-BA07-7CC8DAE70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386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6" name="case-right-rule-3">
            <a:extLst xmlns:a="http://schemas.openxmlformats.org/drawingml/2006/main">
              <a:ext uri="{FF2B5EF4-FFF2-40B4-BE49-F238E27FC236}">
                <a16:creationId xmlns:a16="http://schemas.microsoft.com/office/drawing/2014/main" id="{54F3B591-F56B-4DB3-A065-BC6E7BCF2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4386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7" name="case-label-left-3">
            <a:extLst xmlns:a="http://schemas.openxmlformats.org/drawingml/2006/main">
              <a:ext uri="{FF2B5EF4-FFF2-40B4-BE49-F238E27FC236}">
                <a16:creationId xmlns:a16="http://schemas.microsoft.com/office/drawing/2014/main" id="{678E3CF7-1438-4AC3-A0C1-5353F3F2F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958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targetEpoch</a:t>
            </a:r>
          </a:p>
        </p:txBody>
      </p:sp>
      <p:sp>
        <p:nvSpPr>
          <p:cNvPr id="118" name="case-value-left-3">
            <a:extLst xmlns:a="http://schemas.openxmlformats.org/drawingml/2006/main">
              <a:ext uri="{FF2B5EF4-FFF2-40B4-BE49-F238E27FC236}">
                <a16:creationId xmlns:a16="http://schemas.microsoft.com/office/drawing/2014/main" id="{63677797-5DC0-45FD-9D3E-4D98A65D1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4958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旧 task/callback 必须拒绝（GAP）</a:t>
            </a:r>
          </a:p>
        </p:txBody>
      </p:sp>
      <p:sp>
        <p:nvSpPr>
          <p:cNvPr id="119" name="case-label-right-3">
            <a:extLst xmlns:a="http://schemas.openxmlformats.org/drawingml/2006/main">
              <a:ext uri="{FF2B5EF4-FFF2-40B4-BE49-F238E27FC236}">
                <a16:creationId xmlns:a16="http://schemas.microsoft.com/office/drawing/2014/main" id="{796CDBCF-DEAC-47B8-9C7D-BBC794C33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4958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20" name="case-value-right-3">
            <a:extLst xmlns:a="http://schemas.openxmlformats.org/drawingml/2006/main">
              <a:ext uri="{FF2B5EF4-FFF2-40B4-BE49-F238E27FC236}">
                <a16:creationId xmlns:a16="http://schemas.microsoft.com/office/drawing/2014/main" id="{1212E204-1B9F-477E-80DD-961E203DC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4958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21" name="case-transfer-circle">
            <a:extLst xmlns:a="http://schemas.openxmlformats.org/drawingml/2006/main">
              <a:ext uri="{FF2B5EF4-FFF2-40B4-BE49-F238E27FC236}">
                <a16:creationId xmlns:a16="http://schemas.microsoft.com/office/drawing/2014/main" id="{FF6A693F-DADF-434A-A7E7-B5831EE8E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95275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7000B"/>
            </a:solidFill>
            <a:prstDash val="solid"/>
          </a:ln>
        </p:spPr>
      </p:sp>
      <p:pic>
        <p:nvPicPr>
          <p:cNvPr id="2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869d75ca4f497c"/>
          <a:stretch xmlns:a="http://schemas.openxmlformats.org/drawingml/2006/main"/>
        </p:blipFill>
        <p:spPr>
          <a:xfrm xmlns:a="http://schemas.openxmlformats.org/drawingml/2006/main">
            <a:off x="5667375" y="3105150"/>
            <a:ext cx="400050" cy="400050"/>
          </a:xfrm>
          <a:prstGeom xmlns:a="http://schemas.openxmlformats.org/drawingml/2006/main" prst="rect">
            <a:avLst/>
          </a:prstGeom>
        </p:spPr>
      </p:pic>
      <p:sp>
        <p:nvSpPr>
          <p:cNvPr id="123" name="case-transfer-text">
            <a:extLst xmlns:a="http://schemas.openxmlformats.org/drawingml/2006/main">
              <a:ext uri="{FF2B5EF4-FFF2-40B4-BE49-F238E27FC236}">
                <a16:creationId xmlns:a16="http://schemas.microsoft.com/office/drawing/2014/main" id="{48A38601-6EA4-43E6-9D6F-38C449733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524250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88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证据</a:t>
            </a:r>
          </a:p>
        </p:txBody>
      </p:sp>
      <p:sp>
        <p:nvSpPr>
          <p:cNvPr id="124" name="case-left-arrow">
            <a:extLst xmlns:a="http://schemas.openxmlformats.org/drawingml/2006/main">
              <a:ext uri="{FF2B5EF4-FFF2-40B4-BE49-F238E27FC236}">
                <a16:creationId xmlns:a16="http://schemas.microsoft.com/office/drawing/2014/main" id="{03A1806C-B519-4A4A-9980-2434DFAFD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21945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22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←</a:t>
            </a:r>
          </a:p>
        </p:txBody>
      </p:sp>
      <p:sp>
        <p:nvSpPr>
          <p:cNvPr id="125" name="case-right-arrow">
            <a:extLst xmlns:a="http://schemas.openxmlformats.org/drawingml/2006/main">
              <a:ext uri="{FF2B5EF4-FFF2-40B4-BE49-F238E27FC236}">
                <a16:creationId xmlns:a16="http://schemas.microsoft.com/office/drawing/2014/main" id="{E8FB34F1-A4F6-406E-85FD-21A5A0934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21945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22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26" name="timeline-rule">
            <a:extLst xmlns:a="http://schemas.openxmlformats.org/drawingml/2006/main">
              <a:ext uri="{FF2B5EF4-FFF2-40B4-BE49-F238E27FC236}">
                <a16:creationId xmlns:a16="http://schemas.microsoft.com/office/drawing/2014/main" id="{46F26517-8D14-4ED8-B91E-154EEEC9A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81700"/>
            <a:ext cx="10934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7D7"/>
          </a:solidFill>
          <a:ln xmlns:a="http://schemas.openxmlformats.org/drawingml/2006/main" w="0">
            <a:solidFill>
              <a:srgbClr val="D7D7D7"/>
            </a:solidFill>
            <a:prstDash val="solid"/>
          </a:ln>
        </p:spPr>
      </p:sp>
      <p:sp>
        <p:nvSpPr>
          <p:cNvPr id="127" name="timeline-dot-0">
            <a:extLst xmlns:a="http://schemas.openxmlformats.org/drawingml/2006/main">
              <a:ext uri="{FF2B5EF4-FFF2-40B4-BE49-F238E27FC236}">
                <a16:creationId xmlns:a16="http://schemas.microsoft.com/office/drawing/2014/main" id="{B1B2265D-D326-40FF-A60F-C0FBE9741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674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128" name="timeline-card-0">
            <a:extLst xmlns:a="http://schemas.openxmlformats.org/drawingml/2006/main">
              <a:ext uri="{FF2B5EF4-FFF2-40B4-BE49-F238E27FC236}">
                <a16:creationId xmlns:a16="http://schemas.microsoft.com/office/drawing/2014/main" id="{E06F85EB-4FA9-4043-8BE1-A3CF40B5C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72200"/>
            <a:ext cx="2000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EC"/>
          </a:solidFill>
          <a:ln xmlns:a="http://schemas.openxmlformats.org/drawingml/2006/main" w="0">
            <a:solidFill>
              <a:srgbClr val="FBEAEC"/>
            </a:solidFill>
            <a:prstDash val="solid"/>
          </a:ln>
        </p:spPr>
      </p:sp>
      <p:pic>
        <p:nvPicPr>
          <p:cNvPr id="2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6f774f4451423e"/>
          <a:stretch xmlns:a="http://schemas.openxmlformats.org/drawingml/2006/main"/>
        </p:blipFill>
        <p:spPr>
          <a:xfrm xmlns:a="http://schemas.openxmlformats.org/drawingml/2006/main">
            <a:off x="514350" y="63055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30" name="timeline-text-0">
            <a:extLst xmlns:a="http://schemas.openxmlformats.org/drawingml/2006/main">
              <a:ext uri="{FF2B5EF4-FFF2-40B4-BE49-F238E27FC236}">
                <a16:creationId xmlns:a16="http://schemas.microsoft.com/office/drawing/2014/main" id="{3B912A19-9FE5-4187-98C5-1F80D3054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210300"/>
            <a:ext cx="1543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冻结现象</a:t>
            </a:r>
          </a:p>
        </p:txBody>
      </p:sp>
      <p:sp>
        <p:nvSpPr>
          <p:cNvPr id="131" name="timeline-dot-1">
            <a:extLst xmlns:a="http://schemas.openxmlformats.org/drawingml/2006/main">
              <a:ext uri="{FF2B5EF4-FFF2-40B4-BE49-F238E27FC236}">
                <a16:creationId xmlns:a16="http://schemas.microsoft.com/office/drawing/2014/main" id="{7D872788-C8C9-4D53-BCFB-3EE338664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58674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45C7"/>
          </a:solidFill>
          <a:ln xmlns:a="http://schemas.openxmlformats.org/drawingml/2006/main" w="0">
            <a:solidFill>
              <a:srgbClr val="6D45C7"/>
            </a:solidFill>
            <a:prstDash val="solid"/>
          </a:ln>
        </p:spPr>
      </p:sp>
      <p:sp>
        <p:nvSpPr>
          <p:cNvPr id="132" name="timeline-card-1">
            <a:extLst xmlns:a="http://schemas.openxmlformats.org/drawingml/2006/main">
              <a:ext uri="{FF2B5EF4-FFF2-40B4-BE49-F238E27FC236}">
                <a16:creationId xmlns:a16="http://schemas.microsoft.com/office/drawing/2014/main" id="{07574872-6C46-4DCB-998F-DE9FCE105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6172200"/>
            <a:ext cx="3048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FA"/>
          </a:solidFill>
          <a:ln xmlns:a="http://schemas.openxmlformats.org/drawingml/2006/main" w="0">
            <a:solidFill>
              <a:srgbClr val="F1ECFA"/>
            </a:solidFill>
            <a:prstDash val="solid"/>
          </a:ln>
        </p:spPr>
      </p:sp>
      <p:pic>
        <p:nvPicPr>
          <p:cNvPr id="2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b8fde971744770"/>
          <a:stretch xmlns:a="http://schemas.openxmlformats.org/drawingml/2006/main"/>
        </p:blipFill>
        <p:spPr>
          <a:xfrm xmlns:a="http://schemas.openxmlformats.org/drawingml/2006/main">
            <a:off x="2705100" y="63055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34" name="timeline-text-1">
            <a:extLst xmlns:a="http://schemas.openxmlformats.org/drawingml/2006/main">
              <a:ext uri="{FF2B5EF4-FFF2-40B4-BE49-F238E27FC236}">
                <a16:creationId xmlns:a16="http://schemas.microsoft.com/office/drawing/2014/main" id="{4A727200-EA29-4361-9862-418A0DE95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6210300"/>
            <a:ext cx="2590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>同帧证据</a:t>
            </a:r>
          </a:p>
        </p:txBody>
      </p:sp>
      <p:sp>
        <p:nvSpPr>
          <p:cNvPr id="135" name="timeline-dot-2">
            <a:extLst xmlns:a="http://schemas.openxmlformats.org/drawingml/2006/main">
              <a:ext uri="{FF2B5EF4-FFF2-40B4-BE49-F238E27FC236}">
                <a16:creationId xmlns:a16="http://schemas.microsoft.com/office/drawing/2014/main" id="{3F1EC896-E46F-4384-894B-3DDEC4776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58674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136" name="timeline-card-2">
            <a:extLst xmlns:a="http://schemas.openxmlformats.org/drawingml/2006/main">
              <a:ext uri="{FF2B5EF4-FFF2-40B4-BE49-F238E27FC236}">
                <a16:creationId xmlns:a16="http://schemas.microsoft.com/office/drawing/2014/main" id="{F4FEA41C-C58A-4D35-9F21-95E1FD4ED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6172200"/>
            <a:ext cx="1428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EC"/>
          </a:solidFill>
          <a:ln xmlns:a="http://schemas.openxmlformats.org/drawingml/2006/main" w="0">
            <a:solidFill>
              <a:srgbClr val="FBEAEC"/>
            </a:solidFill>
            <a:prstDash val="solid"/>
          </a:ln>
        </p:spPr>
      </p:sp>
      <p:pic>
        <p:nvPicPr>
          <p:cNvPr id="2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c84ef1c7a64512"/>
          <a:stretch xmlns:a="http://schemas.openxmlformats.org/drawingml/2006/main"/>
        </p:blipFill>
        <p:spPr>
          <a:xfrm xmlns:a="http://schemas.openxmlformats.org/drawingml/2006/main">
            <a:off x="5943600" y="63055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38" name="timeline-text-2">
            <a:extLst xmlns:a="http://schemas.openxmlformats.org/drawingml/2006/main">
              <a:ext uri="{FF2B5EF4-FFF2-40B4-BE49-F238E27FC236}">
                <a16:creationId xmlns:a16="http://schemas.microsoft.com/office/drawing/2014/main" id="{75A6DFD3-381A-4508-A88C-74D03EE63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6210300"/>
            <a:ext cx="971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指标路由</a:t>
            </a:r>
          </a:p>
        </p:txBody>
      </p:sp>
      <p:sp>
        <p:nvSpPr>
          <p:cNvPr id="139" name="timeline-dot-3">
            <a:extLst xmlns:a="http://schemas.openxmlformats.org/drawingml/2006/main">
              <a:ext uri="{FF2B5EF4-FFF2-40B4-BE49-F238E27FC236}">
                <a16:creationId xmlns:a16="http://schemas.microsoft.com/office/drawing/2014/main" id="{EE23DBD8-AF98-46BF-B5EA-9A5764E71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8674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45C7"/>
          </a:solidFill>
          <a:ln xmlns:a="http://schemas.openxmlformats.org/drawingml/2006/main" w="0">
            <a:solidFill>
              <a:srgbClr val="6D45C7"/>
            </a:solidFill>
            <a:prstDash val="solid"/>
          </a:ln>
        </p:spPr>
      </p:sp>
      <p:sp>
        <p:nvSpPr>
          <p:cNvPr id="140" name="timeline-card-3">
            <a:extLst xmlns:a="http://schemas.openxmlformats.org/drawingml/2006/main">
              <a:ext uri="{FF2B5EF4-FFF2-40B4-BE49-F238E27FC236}">
                <a16:creationId xmlns:a16="http://schemas.microsoft.com/office/drawing/2014/main" id="{705D6FCE-1ACC-445B-943D-DD93AE12E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72200"/>
            <a:ext cx="2571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FA"/>
          </a:solidFill>
          <a:ln xmlns:a="http://schemas.openxmlformats.org/drawingml/2006/main" w="0">
            <a:solidFill>
              <a:srgbClr val="F1ECFA"/>
            </a:solidFill>
            <a:prstDash val="solid"/>
          </a:ln>
        </p:spPr>
      </p:sp>
      <p:pic>
        <p:nvPicPr>
          <p:cNvPr id="25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90e14553d24119"/>
          <a:stretch xmlns:a="http://schemas.openxmlformats.org/drawingml/2006/main"/>
        </p:blipFill>
        <p:spPr>
          <a:xfrm xmlns:a="http://schemas.openxmlformats.org/drawingml/2006/main">
            <a:off x="7562850" y="63055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42" name="timeline-text-3">
            <a:extLst xmlns:a="http://schemas.openxmlformats.org/drawingml/2006/main">
              <a:ext uri="{FF2B5EF4-FFF2-40B4-BE49-F238E27FC236}">
                <a16:creationId xmlns:a16="http://schemas.microsoft.com/office/drawing/2014/main" id="{D8BB6B58-07F6-42CB-AD15-5ADC5CB98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6210300"/>
            <a:ext cx="2114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>生命周期</a:t>
            </a:r>
          </a:p>
        </p:txBody>
      </p:sp>
      <p:sp>
        <p:nvSpPr>
          <p:cNvPr id="143" name="timeline-dot-4">
            <a:extLst xmlns:a="http://schemas.openxmlformats.org/drawingml/2006/main">
              <a:ext uri="{FF2B5EF4-FFF2-40B4-BE49-F238E27FC236}">
                <a16:creationId xmlns:a16="http://schemas.microsoft.com/office/drawing/2014/main" id="{42256876-971C-44C3-B36A-A2A5DC337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58674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F5B"/>
          </a:solidFill>
          <a:ln xmlns:a="http://schemas.openxmlformats.org/drawingml/2006/main" w="0">
            <a:solidFill>
              <a:srgbClr val="2F8F5B"/>
            </a:solidFill>
            <a:prstDash val="solid"/>
          </a:ln>
        </p:spPr>
      </p:sp>
      <p:sp>
        <p:nvSpPr>
          <p:cNvPr id="144" name="timeline-card-4">
            <a:extLst xmlns:a="http://schemas.openxmlformats.org/drawingml/2006/main">
              <a:ext uri="{FF2B5EF4-FFF2-40B4-BE49-F238E27FC236}">
                <a16:creationId xmlns:a16="http://schemas.microsoft.com/office/drawing/2014/main" id="{B406802C-BB49-4241-9BAC-E9752EDB4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6172200"/>
            <a:ext cx="10287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E"/>
          </a:solidFill>
          <a:ln xmlns:a="http://schemas.openxmlformats.org/drawingml/2006/main" w="0">
            <a:solidFill>
              <a:srgbClr val="EAF5EE"/>
            </a:solidFill>
            <a:prstDash val="solid"/>
          </a:ln>
        </p:spPr>
      </p:sp>
      <p:pic>
        <p:nvPicPr>
          <p:cNvPr id="26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631a7fa5214d42"/>
          <a:stretch xmlns:a="http://schemas.openxmlformats.org/drawingml/2006/main"/>
        </p:blipFill>
        <p:spPr>
          <a:xfrm xmlns:a="http://schemas.openxmlformats.org/drawingml/2006/main">
            <a:off x="10325100" y="63055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46" name="timeline-text-4">
            <a:extLst xmlns:a="http://schemas.openxmlformats.org/drawingml/2006/main">
              <a:ext uri="{FF2B5EF4-FFF2-40B4-BE49-F238E27FC236}">
                <a16:creationId xmlns:a16="http://schemas.microsoft.com/office/drawing/2014/main" id="{B28B3A76-07CD-44BF-8BCF-942072BDE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6210300"/>
            <a:ext cx="57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rPr>
              <a:t>输出契约</a:t>
            </a:r>
          </a:p>
        </p:txBody>
      </p:sp>
      <p:pic>
        <p:nvPicPr>
          <p:cNvPr id="26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2b6f79de3641c1"/>
          <a:stretch xmlns:a="http://schemas.openxmlformats.org/drawingml/2006/main"/>
        </p:blipFill>
        <p:spPr>
          <a:xfrm xmlns:a="http://schemas.openxmlformats.org/drawingml/2006/main">
            <a:off x="10382250" y="268813"/>
            <a:ext cx="952500" cy="214850"/>
          </a:xfrm>
          <a:prstGeom xmlns:a="http://schemas.openxmlformats.org/drawingml/2006/main" prst="rect">
            <a:avLst/>
          </a:prstGeom>
        </p:spPr>
      </p:pic>
      <p:pic>
        <p:nvPicPr>
          <p:cNvPr id="26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d0255c2a674ae7"/>
          <a:stretch xmlns:a="http://schemas.openxmlformats.org/drawingml/2006/main"/>
        </p:blipFill>
        <p:spPr>
          <a:xfrm xmlns:a="http://schemas.openxmlformats.org/drawingml/2006/main">
            <a:off x="6572250" y="2990056"/>
            <a:ext cx="4762500" cy="99218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9805989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9937CBA2-7E4F-43F3-9EBA-CFD6BD1B5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38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rPr>
              <a:t>39 · 收束｜把方法带回项目</a:t>
            </a:r>
          </a:p>
        </p:txBody>
      </p:sp>
      <p:sp>
        <p:nvSpPr>
          <p:cNvPr id="5" name="team-name">
            <a:extLst xmlns:a="http://schemas.openxmlformats.org/drawingml/2006/main">
              <a:ext uri="{FF2B5EF4-FFF2-40B4-BE49-F238E27FC236}">
                <a16:creationId xmlns:a16="http://schemas.microsoft.com/office/drawing/2014/main" id="{DF70FBB6-5F6E-4537-9090-0CBE67318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6" name="business-direction">
            <a:extLst xmlns:a="http://schemas.openxmlformats.org/drawingml/2006/main">
              <a:ext uri="{FF2B5EF4-FFF2-40B4-BE49-F238E27FC236}">
                <a16:creationId xmlns:a16="http://schemas.microsoft.com/office/drawing/2014/main" id="{264209F6-E82F-4B7F-97F5-9E0C8215D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" name="storyline-lead">
            <a:extLst xmlns:a="http://schemas.openxmlformats.org/drawingml/2006/main">
              <a:ext uri="{FF2B5EF4-FFF2-40B4-BE49-F238E27FC236}">
                <a16:creationId xmlns:a16="http://schemas.microsoft.com/office/drawing/2014/main" id="{513D4A51-8337-4FB4-B56E-8172C046E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8" name="storyline-outcome">
            <a:extLst xmlns:a="http://schemas.openxmlformats.org/drawingml/2006/main">
              <a:ext uri="{FF2B5EF4-FFF2-40B4-BE49-F238E27FC236}">
                <a16:creationId xmlns:a16="http://schemas.microsoft.com/office/drawing/2014/main" id="{BB1932BF-7915-4685-850E-EE30D779E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9" name="origin-story">
            <a:extLst xmlns:a="http://schemas.openxmlformats.org/drawingml/2006/main">
              <a:ext uri="{FF2B5EF4-FFF2-40B4-BE49-F238E27FC236}">
                <a16:creationId xmlns:a16="http://schemas.microsoft.com/office/drawing/2014/main" id="{4F383126-75F9-4A95-9DFA-12133DB4A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1104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210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把方法带回项目，只保留七个问题</a:t>
            </a:r>
          </a:p>
        </p:txBody>
      </p:sp>
      <p:sp>
        <p:nvSpPr>
          <p:cNvPr id="10" name="capability-label">
            <a:extLst xmlns:a="http://schemas.openxmlformats.org/drawingml/2006/main">
              <a:ext uri="{FF2B5EF4-FFF2-40B4-BE49-F238E27FC236}">
                <a16:creationId xmlns:a16="http://schemas.microsoft.com/office/drawing/2014/main" id="{6618DDA6-5320-4544-A67A-4138E5DF0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9115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SLIDE 39 · WORKSHOP</a:t>
            </a:r>
          </a:p>
        </p:txBody>
      </p:sp>
      <p:sp>
        <p:nvSpPr>
          <p:cNvPr id="12" name="capability-goal-text">
            <a:extLst xmlns:a="http://schemas.openxmlformats.org/drawingml/2006/main">
              <a:ext uri="{FF2B5EF4-FFF2-40B4-BE49-F238E27FC236}">
                <a16:creationId xmlns:a16="http://schemas.microsoft.com/office/drawing/2014/main" id="{A9BB6ADF-6F5A-486E-9828-9BB90056D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4" name="capability-tech-text">
            <a:extLst xmlns:a="http://schemas.openxmlformats.org/drawingml/2006/main">
              <a:ext uri="{FF2B5EF4-FFF2-40B4-BE49-F238E27FC236}">
                <a16:creationId xmlns:a16="http://schemas.microsoft.com/office/drawing/2014/main" id="{A789BA83-BEE2-4D60-80BC-6239BCAB3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6" name="capability-collaboration-text">
            <a:extLst xmlns:a="http://schemas.openxmlformats.org/drawingml/2006/main">
              <a:ext uri="{FF2B5EF4-FFF2-40B4-BE49-F238E27FC236}">
                <a16:creationId xmlns:a16="http://schemas.microsoft.com/office/drawing/2014/main" id="{D085A46E-BB95-4E44-A140-3211DC950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8" name="capability-cohesion-text">
            <a:extLst xmlns:a="http://schemas.openxmlformats.org/drawingml/2006/main">
              <a:ext uri="{FF2B5EF4-FFF2-40B4-BE49-F238E27FC236}">
                <a16:creationId xmlns:a16="http://schemas.microsoft.com/office/drawing/2014/main" id="{31E7FE61-7CF7-4BF1-B351-6E8BC2ABB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21" name="journey-top-rule">
            <a:extLst xmlns:a="http://schemas.openxmlformats.org/drawingml/2006/main">
              <a:ext uri="{FF2B5EF4-FFF2-40B4-BE49-F238E27FC236}">
                <a16:creationId xmlns:a16="http://schemas.microsoft.com/office/drawing/2014/main" id="{3F7D1C62-8DF5-4E48-9864-9C17DDEE1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2" name="journey-label">
            <a:extLst xmlns:a="http://schemas.openxmlformats.org/drawingml/2006/main">
              <a:ext uri="{FF2B5EF4-FFF2-40B4-BE49-F238E27FC236}">
                <a16:creationId xmlns:a16="http://schemas.microsoft.com/office/drawing/2014/main" id="{8E7E41EF-B0E6-4678-B07F-0EBF826CF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下一次遇到复杂需求，先用七问建立边界、证据和停止条件，再允许 AI 修改。</a:t>
            </a:r>
          </a:p>
        </p:txBody>
      </p:sp>
      <p:sp>
        <p:nvSpPr>
          <p:cNvPr id="26" name="stage-01-number">
            <a:extLst xmlns:a="http://schemas.openxmlformats.org/drawingml/2006/main">
              <a:ext uri="{FF2B5EF4-FFF2-40B4-BE49-F238E27FC236}">
                <a16:creationId xmlns:a16="http://schemas.microsoft.com/office/drawing/2014/main" id="{4225D723-AF17-46CE-8F57-EF6385A30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27" name="stage-01-title">
            <a:extLst xmlns:a="http://schemas.openxmlformats.org/drawingml/2006/main">
              <a:ext uri="{FF2B5EF4-FFF2-40B4-BE49-F238E27FC236}">
                <a16:creationId xmlns:a16="http://schemas.microsoft.com/office/drawing/2014/main" id="{A080687F-349A-4D96-8B9B-B15D9284C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28" name="stage-01-body">
            <a:extLst xmlns:a="http://schemas.openxmlformats.org/drawingml/2006/main">
              <a:ext uri="{FF2B5EF4-FFF2-40B4-BE49-F238E27FC236}">
                <a16:creationId xmlns:a16="http://schemas.microsoft.com/office/drawing/2014/main" id="{35DB16DD-F51B-49F2-B81F-24E50A16B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36" name="stage-03-number">
            <a:extLst xmlns:a="http://schemas.openxmlformats.org/drawingml/2006/main">
              <a:ext uri="{FF2B5EF4-FFF2-40B4-BE49-F238E27FC236}">
                <a16:creationId xmlns:a16="http://schemas.microsoft.com/office/drawing/2014/main" id="{C0286EEE-76D7-4C3D-959B-C1A40C2DE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37" name="stage-03-title">
            <a:extLst xmlns:a="http://schemas.openxmlformats.org/drawingml/2006/main">
              <a:ext uri="{FF2B5EF4-FFF2-40B4-BE49-F238E27FC236}">
                <a16:creationId xmlns:a16="http://schemas.microsoft.com/office/drawing/2014/main" id="{B27EC97C-4E04-4513-B0CF-9ED410CD8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38" name="stage-03-body">
            <a:extLst xmlns:a="http://schemas.openxmlformats.org/drawingml/2006/main">
              <a:ext uri="{FF2B5EF4-FFF2-40B4-BE49-F238E27FC236}">
                <a16:creationId xmlns:a16="http://schemas.microsoft.com/office/drawing/2014/main" id="{9E912F49-5FAE-4B6A-9826-0EE1EFB7F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46" name="stage-05-number">
            <a:extLst xmlns:a="http://schemas.openxmlformats.org/drawingml/2006/main">
              <a:ext uri="{FF2B5EF4-FFF2-40B4-BE49-F238E27FC236}">
                <a16:creationId xmlns:a16="http://schemas.microsoft.com/office/drawing/2014/main" id="{AA36F8DB-73A8-47E8-A962-56FE8DE85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47" name="stage-05-title">
            <a:extLst xmlns:a="http://schemas.openxmlformats.org/drawingml/2006/main">
              <a:ext uri="{FF2B5EF4-FFF2-40B4-BE49-F238E27FC236}">
                <a16:creationId xmlns:a16="http://schemas.microsoft.com/office/drawing/2014/main" id="{E55E05DE-AFC6-4422-9A2F-AD9E27F89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48" name="stage-05-body">
            <a:extLst xmlns:a="http://schemas.openxmlformats.org/drawingml/2006/main">
              <a:ext uri="{FF2B5EF4-FFF2-40B4-BE49-F238E27FC236}">
                <a16:creationId xmlns:a16="http://schemas.microsoft.com/office/drawing/2014/main" id="{F938BB63-05FA-4699-B9B6-45CD5A0C9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0" name="rail-flow-label">
            <a:extLst xmlns:a="http://schemas.openxmlformats.org/drawingml/2006/main">
              <a:ext uri="{FF2B5EF4-FFF2-40B4-BE49-F238E27FC236}">
                <a16:creationId xmlns:a16="http://schemas.microsoft.com/office/drawing/2014/main" id="{FF5EAC43-B84B-4541-B2F4-61336FAA9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8585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858585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1" name="rail-flow-line">
            <a:extLst xmlns:a="http://schemas.openxmlformats.org/drawingml/2006/main">
              <a:ext uri="{FF2B5EF4-FFF2-40B4-BE49-F238E27FC236}">
                <a16:creationId xmlns:a16="http://schemas.microsoft.com/office/drawing/2014/main" id="{AF9A8871-2B22-4386-A390-72752FB38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3" name="rail-flow-idea-label">
            <a:extLst xmlns:a="http://schemas.openxmlformats.org/drawingml/2006/main">
              <a:ext uri="{FF2B5EF4-FFF2-40B4-BE49-F238E27FC236}">
                <a16:creationId xmlns:a16="http://schemas.microsoft.com/office/drawing/2014/main" id="{72E1E745-7177-4B95-A3C2-46F9EE067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5" name="rail-flow-attack-label">
            <a:extLst xmlns:a="http://schemas.openxmlformats.org/drawingml/2006/main">
              <a:ext uri="{FF2B5EF4-FFF2-40B4-BE49-F238E27FC236}">
                <a16:creationId xmlns:a16="http://schemas.microsoft.com/office/drawing/2014/main" id="{1CD5E551-A644-4209-8B85-C43D55DAD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7" name="rail-flow-delivery-label">
            <a:extLst xmlns:a="http://schemas.openxmlformats.org/drawingml/2006/main">
              <a:ext uri="{FF2B5EF4-FFF2-40B4-BE49-F238E27FC236}">
                <a16:creationId xmlns:a16="http://schemas.microsoft.com/office/drawing/2014/main" id="{41242F25-AB1D-4FEC-AA44-0C6A2FA72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8" name="rail-result-box">
            <a:extLst xmlns:a="http://schemas.openxmlformats.org/drawingml/2006/main">
              <a:ext uri="{FF2B5EF4-FFF2-40B4-BE49-F238E27FC236}">
                <a16:creationId xmlns:a16="http://schemas.microsoft.com/office/drawing/2014/main" id="{F7117D08-254C-4F26-B6DD-8B03EB047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0" name="rail-result-text">
            <a:extLst xmlns:a="http://schemas.openxmlformats.org/drawingml/2006/main">
              <a:ext uri="{FF2B5EF4-FFF2-40B4-BE49-F238E27FC236}">
                <a16:creationId xmlns:a16="http://schemas.microsoft.com/office/drawing/2014/main" id="{34A8EF6F-28E9-4F9F-8CFD-1BF6F2603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63" b="1">
                <a:solidFill>
                  <a:srgbClr val="9C000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9C000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61" name="grid-top-rule">
            <a:extLst xmlns:a="http://schemas.openxmlformats.org/drawingml/2006/main">
              <a:ext uri="{FF2B5EF4-FFF2-40B4-BE49-F238E27FC236}">
                <a16:creationId xmlns:a16="http://schemas.microsoft.com/office/drawing/2014/main" id="{0F39FBDF-9E3B-4D49-B005-6B5B93FED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2" name="grid-middle-rule">
            <a:extLst xmlns:a="http://schemas.openxmlformats.org/drawingml/2006/main">
              <a:ext uri="{FF2B5EF4-FFF2-40B4-BE49-F238E27FC236}">
                <a16:creationId xmlns:a16="http://schemas.microsoft.com/office/drawing/2014/main" id="{BBC7B45A-19EF-4696-97BA-CE5C123E4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3" name="grid-vertical-rule">
            <a:extLst xmlns:a="http://schemas.openxmlformats.org/drawingml/2006/main">
              <a:ext uri="{FF2B5EF4-FFF2-40B4-BE49-F238E27FC236}">
                <a16:creationId xmlns:a16="http://schemas.microsoft.com/office/drawing/2014/main" id="{9513784B-DF55-42B5-ACF2-4EF87CE54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4" name="capability-top-rule">
            <a:extLst xmlns:a="http://schemas.openxmlformats.org/drawingml/2006/main">
              <a:ext uri="{FF2B5EF4-FFF2-40B4-BE49-F238E27FC236}">
                <a16:creationId xmlns:a16="http://schemas.microsoft.com/office/drawing/2014/main" id="{9013330B-53F2-4C98-B459-B7BC45073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5" name="module-01-icon-background">
            <a:extLst xmlns:a="http://schemas.openxmlformats.org/drawingml/2006/main">
              <a:ext uri="{FF2B5EF4-FFF2-40B4-BE49-F238E27FC236}">
                <a16:creationId xmlns:a16="http://schemas.microsoft.com/office/drawing/2014/main" id="{6BB7565D-24EF-47D6-BBB0-E18B6DE76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24050"/>
            <a:ext cx="4762500" cy="3124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B"/>
          </a:solidFill>
          <a:ln xmlns:a="http://schemas.openxmlformats.org/drawingml/2006/main" w="0">
            <a:solidFill>
              <a:srgbClr val="EAF2FB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7" name="module-02-icon-background">
            <a:extLst xmlns:a="http://schemas.openxmlformats.org/drawingml/2006/main">
              <a:ext uri="{FF2B5EF4-FFF2-40B4-BE49-F238E27FC236}">
                <a16:creationId xmlns:a16="http://schemas.microsoft.com/office/drawing/2014/main" id="{80C31D3C-F758-4BBC-A10E-E9C339D14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24050"/>
            <a:ext cx="4762500" cy="3124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FA"/>
          </a:solidFill>
          <a:ln xmlns:a="http://schemas.openxmlformats.org/drawingml/2006/main" w="0">
            <a:solidFill>
              <a:srgbClr val="F1ECF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9" name="module-03-icon-background">
            <a:extLst xmlns:a="http://schemas.openxmlformats.org/drawingml/2006/main">
              <a:ext uri="{FF2B5EF4-FFF2-40B4-BE49-F238E27FC236}">
                <a16:creationId xmlns:a16="http://schemas.microsoft.com/office/drawing/2014/main" id="{78E97F08-D68A-43EC-A2D0-7C3051E07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1" name="module-04-icon-background">
            <a:extLst xmlns:a="http://schemas.openxmlformats.org/drawingml/2006/main">
              <a:ext uri="{FF2B5EF4-FFF2-40B4-BE49-F238E27FC236}">
                <a16:creationId xmlns:a16="http://schemas.microsoft.com/office/drawing/2014/main" id="{C303905D-0287-4B86-92D4-33F0EB3B9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3" name="module-04-number">
            <a:extLst xmlns:a="http://schemas.openxmlformats.org/drawingml/2006/main">
              <a:ext uri="{FF2B5EF4-FFF2-40B4-BE49-F238E27FC236}">
                <a16:creationId xmlns:a16="http://schemas.microsoft.com/office/drawing/2014/main" id="{644EFF2E-DC9B-4D41-84F4-10582B446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4" name="module-04-title">
            <a:extLst xmlns:a="http://schemas.openxmlformats.org/drawingml/2006/main">
              <a:ext uri="{FF2B5EF4-FFF2-40B4-BE49-F238E27FC236}">
                <a16:creationId xmlns:a16="http://schemas.microsoft.com/office/drawing/2014/main" id="{9C3B8801-0886-4C35-A421-9571B2595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5" name="module-04-body">
            <a:extLst xmlns:a="http://schemas.openxmlformats.org/drawingml/2006/main">
              <a:ext uri="{FF2B5EF4-FFF2-40B4-BE49-F238E27FC236}">
                <a16:creationId xmlns:a16="http://schemas.microsoft.com/office/drawing/2014/main" id="{815AB31E-77DC-41EF-9FDD-2104B3529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6" name="capability-goal-icon-background">
            <a:extLst xmlns:a="http://schemas.openxmlformats.org/drawingml/2006/main">
              <a:ext uri="{FF2B5EF4-FFF2-40B4-BE49-F238E27FC236}">
                <a16:creationId xmlns:a16="http://schemas.microsoft.com/office/drawing/2014/main" id="{ACC8CF6A-83B8-4CA8-B500-7FCD1FE49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8" name="capability-tech-icon-background">
            <a:extLst xmlns:a="http://schemas.openxmlformats.org/drawingml/2006/main">
              <a:ext uri="{FF2B5EF4-FFF2-40B4-BE49-F238E27FC236}">
                <a16:creationId xmlns:a16="http://schemas.microsoft.com/office/drawing/2014/main" id="{1FBC427F-E57C-45DB-9CCE-FEBB0D899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0" name="capability-collaboration-icon-background">
            <a:extLst xmlns:a="http://schemas.openxmlformats.org/drawingml/2006/main">
              <a:ext uri="{FF2B5EF4-FFF2-40B4-BE49-F238E27FC236}">
                <a16:creationId xmlns:a16="http://schemas.microsoft.com/office/drawing/2014/main" id="{6E13DFB3-20F1-4890-9CA4-4556205A7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2" name="capability-cohesion-icon-background">
            <a:extLst xmlns:a="http://schemas.openxmlformats.org/drawingml/2006/main">
              <a:ext uri="{FF2B5EF4-FFF2-40B4-BE49-F238E27FC236}">
                <a16:creationId xmlns:a16="http://schemas.microsoft.com/office/drawing/2014/main" id="{6D6CB4E0-0BEB-4D63-8FF5-DCEBE4D95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4" name="competitiveness-result-box">
            <a:extLst xmlns:a="http://schemas.openxmlformats.org/drawingml/2006/main">
              <a:ext uri="{FF2B5EF4-FFF2-40B4-BE49-F238E27FC236}">
                <a16:creationId xmlns:a16="http://schemas.microsoft.com/office/drawing/2014/main" id="{F216EF67-2742-4E3A-81AE-9DA7A0133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6" name="competitiveness-result-text">
            <a:extLst xmlns:a="http://schemas.openxmlformats.org/drawingml/2006/main">
              <a:ext uri="{FF2B5EF4-FFF2-40B4-BE49-F238E27FC236}">
                <a16:creationId xmlns:a16="http://schemas.microsoft.com/office/drawing/2014/main" id="{5EF20348-951F-48D4-9F42-3FB89748A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276850"/>
            <a:ext cx="733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38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rPr>
              <a:t>1 分钟迁移：权限页首次为空、二次正常——写出事实源、最早异常、RED 与停止条件；禁止答“加延迟”。</a:t>
            </a:r>
          </a:p>
        </p:txBody>
      </p:sp>
      <p:pic>
        <p:nvPicPr>
          <p:cNvPr id="20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f6a7d70a574a10"/>
          <a:stretch xmlns:a="http://schemas.openxmlformats.org/drawingml/2006/main"/>
        </p:blipFill>
        <p:spPr>
          <a:xfrm xmlns:a="http://schemas.openxmlformats.org/drawingml/2006/main">
            <a:off x="400050" y="257175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88" name="case-header-rule">
            <a:extLst xmlns:a="http://schemas.openxmlformats.org/drawingml/2006/main">
              <a:ext uri="{FF2B5EF4-FFF2-40B4-BE49-F238E27FC236}">
                <a16:creationId xmlns:a16="http://schemas.microsoft.com/office/drawing/2014/main" id="{BAC1EAF4-B798-4F81-B3D8-E711C771E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0020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7D7"/>
          </a:solidFill>
          <a:ln xmlns:a="http://schemas.openxmlformats.org/drawingml/2006/main" w="0">
            <a:solidFill>
              <a:srgbClr val="D7D7D7"/>
            </a:solidFill>
            <a:prstDash val="solid"/>
          </a:ln>
        </p:spPr>
      </p:sp>
      <p:pic>
        <p:nvPicPr>
          <p:cNvPr id="20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e6055da3d845f5"/>
          <a:stretch xmlns:a="http://schemas.openxmlformats.org/drawingml/2006/main"/>
        </p:blipFill>
        <p:spPr>
          <a:xfrm xmlns:a="http://schemas.openxmlformats.org/drawingml/2006/main">
            <a:off x="666750" y="2190750"/>
            <a:ext cx="438150" cy="438150"/>
          </a:xfrm>
          <a:prstGeom xmlns:a="http://schemas.openxmlformats.org/drawingml/2006/main" prst="rect">
            <a:avLst/>
          </a:prstGeom>
        </p:spPr>
      </p:pic>
      <p:pic>
        <p:nvPicPr>
          <p:cNvPr id="20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d939b6520741fb"/>
          <a:stretch xmlns:a="http://schemas.openxmlformats.org/drawingml/2006/main"/>
        </p:blipFill>
        <p:spPr>
          <a:xfrm xmlns:a="http://schemas.openxmlformats.org/drawingml/2006/main">
            <a:off x="6838950" y="2190750"/>
            <a:ext cx="438150" cy="438150"/>
          </a:xfrm>
          <a:prstGeom xmlns:a="http://schemas.openxmlformats.org/drawingml/2006/main" prst="rect">
            <a:avLst/>
          </a:prstGeom>
        </p:spPr>
      </p:pic>
      <p:sp>
        <p:nvSpPr>
          <p:cNvPr id="91" name="case-one-number">
            <a:extLst xmlns:a="http://schemas.openxmlformats.org/drawingml/2006/main">
              <a:ext uri="{FF2B5EF4-FFF2-40B4-BE49-F238E27FC236}">
                <a16:creationId xmlns:a16="http://schemas.microsoft.com/office/drawing/2014/main" id="{80F689AD-6F88-4A35-AE85-A26AC3B82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1526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rPr>
              <a:t>CASE 39</a:t>
            </a:r>
          </a:p>
        </p:txBody>
      </p:sp>
      <p:sp>
        <p:nvSpPr>
          <p:cNvPr id="92" name="case-two-number">
            <a:extLst xmlns:a="http://schemas.openxmlformats.org/drawingml/2006/main">
              <a:ext uri="{FF2B5EF4-FFF2-40B4-BE49-F238E27FC236}">
                <a16:creationId xmlns:a16="http://schemas.microsoft.com/office/drawing/2014/main" id="{0A6698CA-AC0B-41F4-85BA-082BCE6B8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1526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93" name="case-one-title">
            <a:extLst xmlns:a="http://schemas.openxmlformats.org/drawingml/2006/main">
              <a:ext uri="{FF2B5EF4-FFF2-40B4-BE49-F238E27FC236}">
                <a16:creationId xmlns:a16="http://schemas.microsoft.com/office/drawing/2014/main" id="{EE710BA8-D19C-4963-AFB4-4F3C1F99D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3622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七问带回项目</a:t>
            </a:r>
          </a:p>
        </p:txBody>
      </p:sp>
      <p:sp>
        <p:nvSpPr>
          <p:cNvPr id="94" name="case-two-title">
            <a:extLst xmlns:a="http://schemas.openxmlformats.org/drawingml/2006/main">
              <a:ext uri="{FF2B5EF4-FFF2-40B4-BE49-F238E27FC236}">
                <a16:creationId xmlns:a16="http://schemas.microsoft.com/office/drawing/2014/main" id="{318AF84A-C84B-43B2-BA7D-1800772BA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3622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95" name="case-one-method">
            <a:extLst xmlns:a="http://schemas.openxmlformats.org/drawingml/2006/main">
              <a:ext uri="{FF2B5EF4-FFF2-40B4-BE49-F238E27FC236}">
                <a16:creationId xmlns:a16="http://schemas.microsoft.com/office/drawing/2014/main" id="{D641B88F-BC38-42A3-A4BB-5C0A78563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rPr>
              <a:t>TRANSFER CHECKLIST</a:t>
            </a:r>
          </a:p>
        </p:txBody>
      </p:sp>
      <p:sp>
        <p:nvSpPr>
          <p:cNvPr id="96" name="case-two-method">
            <a:extLst xmlns:a="http://schemas.openxmlformats.org/drawingml/2006/main">
              <a:ext uri="{FF2B5EF4-FFF2-40B4-BE49-F238E27FC236}">
                <a16:creationId xmlns:a16="http://schemas.microsoft.com/office/drawing/2014/main" id="{138671CA-C122-4895-8836-E45A6FC58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575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97" name="case-left-rule-0">
            <a:extLst xmlns:a="http://schemas.openxmlformats.org/drawingml/2006/main">
              <a:ext uri="{FF2B5EF4-FFF2-40B4-BE49-F238E27FC236}">
                <a16:creationId xmlns:a16="http://schemas.microsoft.com/office/drawing/2014/main" id="{A9E0F7F1-556E-496E-816D-C112F9654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813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98" name="case-right-rule-0">
            <a:extLst xmlns:a="http://schemas.openxmlformats.org/drawingml/2006/main">
              <a:ext uri="{FF2B5EF4-FFF2-40B4-BE49-F238E27FC236}">
                <a16:creationId xmlns:a16="http://schemas.microsoft.com/office/drawing/2014/main" id="{F698392D-CBD9-4BDB-A31B-B374CB008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1813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99" name="case-label-left-0">
            <a:extLst xmlns:a="http://schemas.openxmlformats.org/drawingml/2006/main">
              <a:ext uri="{FF2B5EF4-FFF2-40B4-BE49-F238E27FC236}">
                <a16:creationId xmlns:a16="http://schemas.microsoft.com/office/drawing/2014/main" id="{1AFF2D59-C41A-4DA2-B654-8554618F8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1–2</a:t>
            </a:r>
          </a:p>
        </p:txBody>
      </p:sp>
      <p:sp>
        <p:nvSpPr>
          <p:cNvPr id="100" name="case-value-left-0">
            <a:extLst xmlns:a="http://schemas.openxmlformats.org/drawingml/2006/main">
              <a:ext uri="{FF2B5EF4-FFF2-40B4-BE49-F238E27FC236}">
                <a16:creationId xmlns:a16="http://schemas.microsoft.com/office/drawing/2014/main" id="{17B95C37-E670-4E76-804D-E304F37CD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2385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哪些词分叉？最终真相在哪？</a:t>
            </a:r>
          </a:p>
        </p:txBody>
      </p:sp>
      <p:sp>
        <p:nvSpPr>
          <p:cNvPr id="101" name="case-label-right-0">
            <a:extLst xmlns:a="http://schemas.openxmlformats.org/drawingml/2006/main">
              <a:ext uri="{FF2B5EF4-FFF2-40B4-BE49-F238E27FC236}">
                <a16:creationId xmlns:a16="http://schemas.microsoft.com/office/drawing/2014/main" id="{18A46C20-C188-49D9-98C2-BA5F1F298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2385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02" name="case-value-right-0">
            <a:extLst xmlns:a="http://schemas.openxmlformats.org/drawingml/2006/main">
              <a:ext uri="{FF2B5EF4-FFF2-40B4-BE49-F238E27FC236}">
                <a16:creationId xmlns:a16="http://schemas.microsoft.com/office/drawing/2014/main" id="{7B7E08BA-BD87-441F-B3DB-2BCCF3B9A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2385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03" name="case-left-rule-1">
            <a:extLst xmlns:a="http://schemas.openxmlformats.org/drawingml/2006/main">
              <a:ext uri="{FF2B5EF4-FFF2-40B4-BE49-F238E27FC236}">
                <a16:creationId xmlns:a16="http://schemas.microsoft.com/office/drawing/2014/main" id="{659D7CC2-4EC3-4F7C-BF89-3A07EE6C3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004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04" name="case-right-rule-1">
            <a:extLst xmlns:a="http://schemas.openxmlformats.org/drawingml/2006/main">
              <a:ext uri="{FF2B5EF4-FFF2-40B4-BE49-F238E27FC236}">
                <a16:creationId xmlns:a16="http://schemas.microsoft.com/office/drawing/2014/main" id="{B37D164D-5E44-46FA-ADF5-91601117C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6004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05" name="case-label-left-1">
            <a:extLst xmlns:a="http://schemas.openxmlformats.org/drawingml/2006/main">
              <a:ext uri="{FF2B5EF4-FFF2-40B4-BE49-F238E27FC236}">
                <a16:creationId xmlns:a16="http://schemas.microsoft.com/office/drawing/2014/main" id="{796BAB44-29A4-4469-8C56-2DD29EAB6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576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3–4</a:t>
            </a:r>
          </a:p>
        </p:txBody>
      </p:sp>
      <p:sp>
        <p:nvSpPr>
          <p:cNvPr id="106" name="case-value-left-1">
            <a:extLst xmlns:a="http://schemas.openxmlformats.org/drawingml/2006/main">
              <a:ext uri="{FF2B5EF4-FFF2-40B4-BE49-F238E27FC236}">
                <a16:creationId xmlns:a16="http://schemas.microsoft.com/office/drawing/2014/main" id="{E2585E34-D692-44BF-BE1E-7329CBA4B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576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哪些不变量？AI 只改哪里？</a:t>
            </a:r>
          </a:p>
        </p:txBody>
      </p:sp>
      <p:sp>
        <p:nvSpPr>
          <p:cNvPr id="107" name="case-label-right-1">
            <a:extLst xmlns:a="http://schemas.openxmlformats.org/drawingml/2006/main">
              <a:ext uri="{FF2B5EF4-FFF2-40B4-BE49-F238E27FC236}">
                <a16:creationId xmlns:a16="http://schemas.microsoft.com/office/drawing/2014/main" id="{40591D54-6B8B-4336-9EA6-38AC4E705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6576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08" name="case-value-right-1">
            <a:extLst xmlns:a="http://schemas.openxmlformats.org/drawingml/2006/main">
              <a:ext uri="{FF2B5EF4-FFF2-40B4-BE49-F238E27FC236}">
                <a16:creationId xmlns:a16="http://schemas.microsoft.com/office/drawing/2014/main" id="{3E0F325A-0686-4039-ACBE-35AD57BC2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6576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09" name="case-left-rule-2">
            <a:extLst xmlns:a="http://schemas.openxmlformats.org/drawingml/2006/main">
              <a:ext uri="{FF2B5EF4-FFF2-40B4-BE49-F238E27FC236}">
                <a16:creationId xmlns:a16="http://schemas.microsoft.com/office/drawing/2014/main" id="{B431DC1D-7996-47F7-B716-B4104C061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195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0" name="case-right-rule-2">
            <a:extLst xmlns:a="http://schemas.openxmlformats.org/drawingml/2006/main">
              <a:ext uri="{FF2B5EF4-FFF2-40B4-BE49-F238E27FC236}">
                <a16:creationId xmlns:a16="http://schemas.microsoft.com/office/drawing/2014/main" id="{8A9990CB-8F45-4A02-86D6-E10EE0E9F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0195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1" name="case-label-left-2">
            <a:extLst xmlns:a="http://schemas.openxmlformats.org/drawingml/2006/main">
              <a:ext uri="{FF2B5EF4-FFF2-40B4-BE49-F238E27FC236}">
                <a16:creationId xmlns:a16="http://schemas.microsoft.com/office/drawing/2014/main" id="{2BEDC775-5045-4471-AF1B-C0AD01484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767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5–6</a:t>
            </a:r>
          </a:p>
        </p:txBody>
      </p:sp>
      <p:sp>
        <p:nvSpPr>
          <p:cNvPr id="112" name="case-value-left-2">
            <a:extLst xmlns:a="http://schemas.openxmlformats.org/drawingml/2006/main">
              <a:ext uri="{FF2B5EF4-FFF2-40B4-BE49-F238E27FC236}">
                <a16:creationId xmlns:a16="http://schemas.microsoft.com/office/drawing/2014/main" id="{EA218FAD-D644-4FFB-BE95-C64F04C7F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767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怎样制造 RED？最早异常在哪？</a:t>
            </a:r>
          </a:p>
        </p:txBody>
      </p:sp>
      <p:sp>
        <p:nvSpPr>
          <p:cNvPr id="113" name="case-label-right-2">
            <a:extLst xmlns:a="http://schemas.openxmlformats.org/drawingml/2006/main">
              <a:ext uri="{FF2B5EF4-FFF2-40B4-BE49-F238E27FC236}">
                <a16:creationId xmlns:a16="http://schemas.microsoft.com/office/drawing/2014/main" id="{577C7B67-0F67-44A6-9DDD-559EFF9DC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0767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14" name="case-value-right-2">
            <a:extLst xmlns:a="http://schemas.openxmlformats.org/drawingml/2006/main">
              <a:ext uri="{FF2B5EF4-FFF2-40B4-BE49-F238E27FC236}">
                <a16:creationId xmlns:a16="http://schemas.microsoft.com/office/drawing/2014/main" id="{563E56E8-30B3-435F-846A-BBF723B44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0767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15" name="case-left-rule-3">
            <a:extLst xmlns:a="http://schemas.openxmlformats.org/drawingml/2006/main">
              <a:ext uri="{FF2B5EF4-FFF2-40B4-BE49-F238E27FC236}">
                <a16:creationId xmlns:a16="http://schemas.microsoft.com/office/drawing/2014/main" id="{73F1F4EA-AE10-4C4D-BA07-7CC8DAE70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386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6" name="case-right-rule-3">
            <a:extLst xmlns:a="http://schemas.openxmlformats.org/drawingml/2006/main">
              <a:ext uri="{FF2B5EF4-FFF2-40B4-BE49-F238E27FC236}">
                <a16:creationId xmlns:a16="http://schemas.microsoft.com/office/drawing/2014/main" id="{54F3B591-F56B-4DB3-A065-BC6E7BCF2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4386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7" name="case-label-left-3">
            <a:extLst xmlns:a="http://schemas.openxmlformats.org/drawingml/2006/main">
              <a:ext uri="{FF2B5EF4-FFF2-40B4-BE49-F238E27FC236}">
                <a16:creationId xmlns:a16="http://schemas.microsoft.com/office/drawing/2014/main" id="{678E3CF7-1438-4AC3-A0C1-5353F3F2F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958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  <p:sp>
        <p:nvSpPr>
          <p:cNvPr id="118" name="case-value-left-3">
            <a:extLst xmlns:a="http://schemas.openxmlformats.org/drawingml/2006/main">
              <a:ext uri="{FF2B5EF4-FFF2-40B4-BE49-F238E27FC236}">
                <a16:creationId xmlns:a16="http://schemas.microsoft.com/office/drawing/2014/main" id="{63677797-5DC0-45FD-9D3E-4D98A65D1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4958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什么证据满足后必须停止？</a:t>
            </a:r>
          </a:p>
        </p:txBody>
      </p:sp>
      <p:sp>
        <p:nvSpPr>
          <p:cNvPr id="119" name="case-label-right-3">
            <a:extLst xmlns:a="http://schemas.openxmlformats.org/drawingml/2006/main">
              <a:ext uri="{FF2B5EF4-FFF2-40B4-BE49-F238E27FC236}">
                <a16:creationId xmlns:a16="http://schemas.microsoft.com/office/drawing/2014/main" id="{796CDBCF-DEAC-47B8-9C7D-BBC794C33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4958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20" name="case-value-right-3">
            <a:extLst xmlns:a="http://schemas.openxmlformats.org/drawingml/2006/main">
              <a:ext uri="{FF2B5EF4-FFF2-40B4-BE49-F238E27FC236}">
                <a16:creationId xmlns:a16="http://schemas.microsoft.com/office/drawing/2014/main" id="{1212E204-1B9F-477E-80DD-961E203DC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4958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21" name="case-transfer-circle">
            <a:extLst xmlns:a="http://schemas.openxmlformats.org/drawingml/2006/main">
              <a:ext uri="{FF2B5EF4-FFF2-40B4-BE49-F238E27FC236}">
                <a16:creationId xmlns:a16="http://schemas.microsoft.com/office/drawing/2014/main" id="{FF6A693F-DADF-434A-A7E7-B5831EE8E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95275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7000B"/>
            </a:solidFill>
            <a:prstDash val="solid"/>
          </a:ln>
        </p:spPr>
      </p:sp>
      <p:pic>
        <p:nvPicPr>
          <p:cNvPr id="2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a793e42b6548df"/>
          <a:stretch xmlns:a="http://schemas.openxmlformats.org/drawingml/2006/main"/>
        </p:blipFill>
        <p:spPr>
          <a:xfrm xmlns:a="http://schemas.openxmlformats.org/drawingml/2006/main">
            <a:off x="5667375" y="3105150"/>
            <a:ext cx="400050" cy="400050"/>
          </a:xfrm>
          <a:prstGeom xmlns:a="http://schemas.openxmlformats.org/drawingml/2006/main" prst="rect">
            <a:avLst/>
          </a:prstGeom>
        </p:spPr>
      </p:pic>
      <p:sp>
        <p:nvSpPr>
          <p:cNvPr id="123" name="case-transfer-text">
            <a:extLst xmlns:a="http://schemas.openxmlformats.org/drawingml/2006/main">
              <a:ext uri="{FF2B5EF4-FFF2-40B4-BE49-F238E27FC236}">
                <a16:creationId xmlns:a16="http://schemas.microsoft.com/office/drawing/2014/main" id="{48A38601-6EA4-43E6-9D6F-38C449733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524250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88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证据</a:t>
            </a:r>
          </a:p>
        </p:txBody>
      </p:sp>
      <p:sp>
        <p:nvSpPr>
          <p:cNvPr id="124" name="case-left-arrow">
            <a:extLst xmlns:a="http://schemas.openxmlformats.org/drawingml/2006/main">
              <a:ext uri="{FF2B5EF4-FFF2-40B4-BE49-F238E27FC236}">
                <a16:creationId xmlns:a16="http://schemas.microsoft.com/office/drawing/2014/main" id="{03A1806C-B519-4A4A-9980-2434DFAFD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21945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22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←</a:t>
            </a:r>
          </a:p>
        </p:txBody>
      </p:sp>
      <p:sp>
        <p:nvSpPr>
          <p:cNvPr id="125" name="case-right-arrow">
            <a:extLst xmlns:a="http://schemas.openxmlformats.org/drawingml/2006/main">
              <a:ext uri="{FF2B5EF4-FFF2-40B4-BE49-F238E27FC236}">
                <a16:creationId xmlns:a16="http://schemas.microsoft.com/office/drawing/2014/main" id="{E8FB34F1-A4F6-406E-85FD-21A5A0934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21945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22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26" name="timeline-rule">
            <a:extLst xmlns:a="http://schemas.openxmlformats.org/drawingml/2006/main">
              <a:ext uri="{FF2B5EF4-FFF2-40B4-BE49-F238E27FC236}">
                <a16:creationId xmlns:a16="http://schemas.microsoft.com/office/drawing/2014/main" id="{46F26517-8D14-4ED8-B91E-154EEEC9A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81700"/>
            <a:ext cx="10934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7D7"/>
          </a:solidFill>
          <a:ln xmlns:a="http://schemas.openxmlformats.org/drawingml/2006/main" w="0">
            <a:solidFill>
              <a:srgbClr val="D7D7D7"/>
            </a:solidFill>
            <a:prstDash val="solid"/>
          </a:ln>
        </p:spPr>
      </p:sp>
      <p:sp>
        <p:nvSpPr>
          <p:cNvPr id="127" name="timeline-dot-0">
            <a:extLst xmlns:a="http://schemas.openxmlformats.org/drawingml/2006/main">
              <a:ext uri="{FF2B5EF4-FFF2-40B4-BE49-F238E27FC236}">
                <a16:creationId xmlns:a16="http://schemas.microsoft.com/office/drawing/2014/main" id="{B1B2265D-D326-40FF-A60F-C0FBE9741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674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128" name="timeline-card-0">
            <a:extLst xmlns:a="http://schemas.openxmlformats.org/drawingml/2006/main">
              <a:ext uri="{FF2B5EF4-FFF2-40B4-BE49-F238E27FC236}">
                <a16:creationId xmlns:a16="http://schemas.microsoft.com/office/drawing/2014/main" id="{E06F85EB-4FA9-4043-8BE1-A3CF40B5C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72200"/>
            <a:ext cx="2000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EC"/>
          </a:solidFill>
          <a:ln xmlns:a="http://schemas.openxmlformats.org/drawingml/2006/main" w="0">
            <a:solidFill>
              <a:srgbClr val="FBEAEC"/>
            </a:solidFill>
            <a:prstDash val="solid"/>
          </a:ln>
        </p:spPr>
      </p:sp>
      <p:pic>
        <p:nvPicPr>
          <p:cNvPr id="2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b31f2f1bba4ebc"/>
          <a:stretch xmlns:a="http://schemas.openxmlformats.org/drawingml/2006/main"/>
        </p:blipFill>
        <p:spPr>
          <a:xfrm xmlns:a="http://schemas.openxmlformats.org/drawingml/2006/main">
            <a:off x="514350" y="63055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30" name="timeline-text-0">
            <a:extLst xmlns:a="http://schemas.openxmlformats.org/drawingml/2006/main">
              <a:ext uri="{FF2B5EF4-FFF2-40B4-BE49-F238E27FC236}">
                <a16:creationId xmlns:a16="http://schemas.microsoft.com/office/drawing/2014/main" id="{3B912A19-9FE5-4187-98C5-1F80D3054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210300"/>
            <a:ext cx="1543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分叉</a:t>
            </a:r>
          </a:p>
        </p:txBody>
      </p:sp>
      <p:sp>
        <p:nvSpPr>
          <p:cNvPr id="131" name="timeline-dot-1">
            <a:extLst xmlns:a="http://schemas.openxmlformats.org/drawingml/2006/main">
              <a:ext uri="{FF2B5EF4-FFF2-40B4-BE49-F238E27FC236}">
                <a16:creationId xmlns:a16="http://schemas.microsoft.com/office/drawing/2014/main" id="{7D872788-C8C9-4D53-BCFB-3EE338664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58674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45C7"/>
          </a:solidFill>
          <a:ln xmlns:a="http://schemas.openxmlformats.org/drawingml/2006/main" w="0">
            <a:solidFill>
              <a:srgbClr val="6D45C7"/>
            </a:solidFill>
            <a:prstDash val="solid"/>
          </a:ln>
        </p:spPr>
      </p:sp>
      <p:sp>
        <p:nvSpPr>
          <p:cNvPr id="132" name="timeline-card-1">
            <a:extLst xmlns:a="http://schemas.openxmlformats.org/drawingml/2006/main">
              <a:ext uri="{FF2B5EF4-FFF2-40B4-BE49-F238E27FC236}">
                <a16:creationId xmlns:a16="http://schemas.microsoft.com/office/drawing/2014/main" id="{07574872-6C46-4DCB-998F-DE9FCE105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6172200"/>
            <a:ext cx="3048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FA"/>
          </a:solidFill>
          <a:ln xmlns:a="http://schemas.openxmlformats.org/drawingml/2006/main" w="0">
            <a:solidFill>
              <a:srgbClr val="F1ECFA"/>
            </a:solidFill>
            <a:prstDash val="solid"/>
          </a:ln>
        </p:spPr>
      </p:sp>
      <p:pic>
        <p:nvPicPr>
          <p:cNvPr id="2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fe3f72a7e54109"/>
          <a:stretch xmlns:a="http://schemas.openxmlformats.org/drawingml/2006/main"/>
        </p:blipFill>
        <p:spPr>
          <a:xfrm xmlns:a="http://schemas.openxmlformats.org/drawingml/2006/main">
            <a:off x="2705100" y="63055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34" name="timeline-text-1">
            <a:extLst xmlns:a="http://schemas.openxmlformats.org/drawingml/2006/main">
              <a:ext uri="{FF2B5EF4-FFF2-40B4-BE49-F238E27FC236}">
                <a16:creationId xmlns:a16="http://schemas.microsoft.com/office/drawing/2014/main" id="{4A727200-EA29-4361-9862-418A0DE95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6210300"/>
            <a:ext cx="2590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>事实源</a:t>
            </a:r>
          </a:p>
        </p:txBody>
      </p:sp>
      <p:sp>
        <p:nvSpPr>
          <p:cNvPr id="135" name="timeline-dot-2">
            <a:extLst xmlns:a="http://schemas.openxmlformats.org/drawingml/2006/main">
              <a:ext uri="{FF2B5EF4-FFF2-40B4-BE49-F238E27FC236}">
                <a16:creationId xmlns:a16="http://schemas.microsoft.com/office/drawing/2014/main" id="{3F1EC896-E46F-4384-894B-3DDEC4776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58674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136" name="timeline-card-2">
            <a:extLst xmlns:a="http://schemas.openxmlformats.org/drawingml/2006/main">
              <a:ext uri="{FF2B5EF4-FFF2-40B4-BE49-F238E27FC236}">
                <a16:creationId xmlns:a16="http://schemas.microsoft.com/office/drawing/2014/main" id="{F4FEA41C-C58A-4D35-9F21-95E1FD4ED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6172200"/>
            <a:ext cx="1428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EC"/>
          </a:solidFill>
          <a:ln xmlns:a="http://schemas.openxmlformats.org/drawingml/2006/main" w="0">
            <a:solidFill>
              <a:srgbClr val="FBEAEC"/>
            </a:solidFill>
            <a:prstDash val="solid"/>
          </a:ln>
        </p:spPr>
      </p:sp>
      <p:pic>
        <p:nvPicPr>
          <p:cNvPr id="2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cf01a17bdb40c1"/>
          <a:stretch xmlns:a="http://schemas.openxmlformats.org/drawingml/2006/main"/>
        </p:blipFill>
        <p:spPr>
          <a:xfrm xmlns:a="http://schemas.openxmlformats.org/drawingml/2006/main">
            <a:off x="5943600" y="63055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38" name="timeline-text-2">
            <a:extLst xmlns:a="http://schemas.openxmlformats.org/drawingml/2006/main">
              <a:ext uri="{FF2B5EF4-FFF2-40B4-BE49-F238E27FC236}">
                <a16:creationId xmlns:a16="http://schemas.microsoft.com/office/drawing/2014/main" id="{75A6DFD3-381A-4508-A88C-74D03EE63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6210300"/>
            <a:ext cx="971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不变量</a:t>
            </a:r>
          </a:p>
        </p:txBody>
      </p:sp>
      <p:sp>
        <p:nvSpPr>
          <p:cNvPr id="139" name="timeline-dot-3">
            <a:extLst xmlns:a="http://schemas.openxmlformats.org/drawingml/2006/main">
              <a:ext uri="{FF2B5EF4-FFF2-40B4-BE49-F238E27FC236}">
                <a16:creationId xmlns:a16="http://schemas.microsoft.com/office/drawing/2014/main" id="{EE23DBD8-AF98-46BF-B5EA-9A5764E71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8674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45C7"/>
          </a:solidFill>
          <a:ln xmlns:a="http://schemas.openxmlformats.org/drawingml/2006/main" w="0">
            <a:solidFill>
              <a:srgbClr val="6D45C7"/>
            </a:solidFill>
            <a:prstDash val="solid"/>
          </a:ln>
        </p:spPr>
      </p:sp>
      <p:sp>
        <p:nvSpPr>
          <p:cNvPr id="140" name="timeline-card-3">
            <a:extLst xmlns:a="http://schemas.openxmlformats.org/drawingml/2006/main">
              <a:ext uri="{FF2B5EF4-FFF2-40B4-BE49-F238E27FC236}">
                <a16:creationId xmlns:a16="http://schemas.microsoft.com/office/drawing/2014/main" id="{705D6FCE-1ACC-445B-943D-DD93AE12E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72200"/>
            <a:ext cx="2571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FA"/>
          </a:solidFill>
          <a:ln xmlns:a="http://schemas.openxmlformats.org/drawingml/2006/main" w="0">
            <a:solidFill>
              <a:srgbClr val="F1ECFA"/>
            </a:solidFill>
            <a:prstDash val="solid"/>
          </a:ln>
        </p:spPr>
      </p:sp>
      <p:pic>
        <p:nvPicPr>
          <p:cNvPr id="25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7996137ea14215"/>
          <a:stretch xmlns:a="http://schemas.openxmlformats.org/drawingml/2006/main"/>
        </p:blipFill>
        <p:spPr>
          <a:xfrm xmlns:a="http://schemas.openxmlformats.org/drawingml/2006/main">
            <a:off x="7562850" y="63055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42" name="timeline-text-3">
            <a:extLst xmlns:a="http://schemas.openxmlformats.org/drawingml/2006/main">
              <a:ext uri="{FF2B5EF4-FFF2-40B4-BE49-F238E27FC236}">
                <a16:creationId xmlns:a16="http://schemas.microsoft.com/office/drawing/2014/main" id="{D8BB6B58-07F6-42CB-AD15-5ADC5CB98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6210300"/>
            <a:ext cx="2114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>RED</a:t>
            </a:r>
          </a:p>
        </p:txBody>
      </p:sp>
      <p:sp>
        <p:nvSpPr>
          <p:cNvPr id="143" name="timeline-dot-4">
            <a:extLst xmlns:a="http://schemas.openxmlformats.org/drawingml/2006/main">
              <a:ext uri="{FF2B5EF4-FFF2-40B4-BE49-F238E27FC236}">
                <a16:creationId xmlns:a16="http://schemas.microsoft.com/office/drawing/2014/main" id="{42256876-971C-44C3-B36A-A2A5DC337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58674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F5B"/>
          </a:solidFill>
          <a:ln xmlns:a="http://schemas.openxmlformats.org/drawingml/2006/main" w="0">
            <a:solidFill>
              <a:srgbClr val="2F8F5B"/>
            </a:solidFill>
            <a:prstDash val="solid"/>
          </a:ln>
        </p:spPr>
      </p:sp>
      <p:sp>
        <p:nvSpPr>
          <p:cNvPr id="144" name="timeline-card-4">
            <a:extLst xmlns:a="http://schemas.openxmlformats.org/drawingml/2006/main">
              <a:ext uri="{FF2B5EF4-FFF2-40B4-BE49-F238E27FC236}">
                <a16:creationId xmlns:a16="http://schemas.microsoft.com/office/drawing/2014/main" id="{B406802C-BB49-4241-9BAC-E9752EDB4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6172200"/>
            <a:ext cx="10287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E"/>
          </a:solidFill>
          <a:ln xmlns:a="http://schemas.openxmlformats.org/drawingml/2006/main" w="0">
            <a:solidFill>
              <a:srgbClr val="EAF5EE"/>
            </a:solidFill>
            <a:prstDash val="solid"/>
          </a:ln>
        </p:spPr>
      </p:sp>
      <p:pic>
        <p:nvPicPr>
          <p:cNvPr id="26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95becc92584b63"/>
          <a:stretch xmlns:a="http://schemas.openxmlformats.org/drawingml/2006/main"/>
        </p:blipFill>
        <p:spPr>
          <a:xfrm xmlns:a="http://schemas.openxmlformats.org/drawingml/2006/main">
            <a:off x="10325100" y="63055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46" name="timeline-text-4">
            <a:extLst xmlns:a="http://schemas.openxmlformats.org/drawingml/2006/main">
              <a:ext uri="{FF2B5EF4-FFF2-40B4-BE49-F238E27FC236}">
                <a16:creationId xmlns:a16="http://schemas.microsoft.com/office/drawing/2014/main" id="{B28B3A76-07CD-44BF-8BCF-942072BDE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6210300"/>
            <a:ext cx="57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rPr>
              <a:t>停止条件</a:t>
            </a:r>
          </a:p>
        </p:txBody>
      </p:sp>
      <p:pic>
        <p:nvPicPr>
          <p:cNvPr id="26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96791f3b8241f2"/>
          <a:stretch xmlns:a="http://schemas.openxmlformats.org/drawingml/2006/main"/>
        </p:blipFill>
        <p:spPr>
          <a:xfrm xmlns:a="http://schemas.openxmlformats.org/drawingml/2006/main">
            <a:off x="10382250" y="268813"/>
            <a:ext cx="952500" cy="214850"/>
          </a:xfrm>
          <a:prstGeom xmlns:a="http://schemas.openxmlformats.org/drawingml/2006/main" prst="rect">
            <a:avLst/>
          </a:prstGeom>
        </p:spPr>
      </p:pic>
      <p:pic>
        <p:nvPicPr>
          <p:cNvPr id="26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bcea5aec3b4229"/>
          <a:stretch xmlns:a="http://schemas.openxmlformats.org/drawingml/2006/main"/>
        </p:blipFill>
        <p:spPr>
          <a:xfrm xmlns:a="http://schemas.openxmlformats.org/drawingml/2006/main">
            <a:off x="6572250" y="2145918"/>
            <a:ext cx="4762500" cy="268046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980598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2026-08-31T12:29:59.3180000Z</dcterms:created>
  <dcterms:modified xsi:type="dcterms:W3CDTF">2026-08-31T12:29:59.3180000Z</dcterms:modified>
</coreProperties>
</file>