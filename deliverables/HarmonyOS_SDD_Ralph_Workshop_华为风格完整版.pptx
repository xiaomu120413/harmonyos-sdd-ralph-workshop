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70f6d202af345c2" /><Relationship Type="http://schemas.openxmlformats.org/officeDocument/2006/relationships/extended-properties" Target="/docProps/app.xml" Id="R6295e820a15a4694" /><Relationship Type="http://schemas.openxmlformats.org/officeDocument/2006/relationships/officeDocument" Target="/ppt/presentation.xml" Id="R15ada19c0b15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0554750eb24c84"/>
  </p:sldMasterIdLst>
  <p:notesMasterIdLst>
    <p:notesMasterId xmlns:r="http://schemas.openxmlformats.org/officeDocument/2006/relationships" r:id="Rb54dc975ffa044a0"/>
  </p:notesMasterIdLst>
  <p:sldIdLst>
    <p:sldId xmlns:r="http://schemas.openxmlformats.org/officeDocument/2006/relationships" id="256" r:id="R7dfab0b9a84d4af4"/>
    <p:sldId xmlns:r="http://schemas.openxmlformats.org/officeDocument/2006/relationships" id="257" r:id="Ra4425163614a4092"/>
    <p:sldId xmlns:r="http://schemas.openxmlformats.org/officeDocument/2006/relationships" id="258" r:id="R8ababaab9feb4a73"/>
    <p:sldId xmlns:r="http://schemas.openxmlformats.org/officeDocument/2006/relationships" id="259" r:id="Rcc0fb5bb4f724433"/>
    <p:sldId xmlns:r="http://schemas.openxmlformats.org/officeDocument/2006/relationships" id="260" r:id="Re8a957a5fb494aac"/>
    <p:sldId xmlns:r="http://schemas.openxmlformats.org/officeDocument/2006/relationships" id="261" r:id="Rd5893f830f024e9d"/>
    <p:sldId xmlns:r="http://schemas.openxmlformats.org/officeDocument/2006/relationships" id="262" r:id="Rd93d2655db624e93"/>
    <p:sldId xmlns:r="http://schemas.openxmlformats.org/officeDocument/2006/relationships" id="263" r:id="R122c63f4316b459b"/>
    <p:sldId xmlns:r="http://schemas.openxmlformats.org/officeDocument/2006/relationships" id="264" r:id="Rb5d0b99276174e2d"/>
    <p:sldId xmlns:r="http://schemas.openxmlformats.org/officeDocument/2006/relationships" id="265" r:id="Rf99e14e41d3d406c"/>
    <p:sldId xmlns:r="http://schemas.openxmlformats.org/officeDocument/2006/relationships" id="266" r:id="Rd03ad4f3303d453d"/>
    <p:sldId xmlns:r="http://schemas.openxmlformats.org/officeDocument/2006/relationships" id="267" r:id="Re3382148fc79480f"/>
    <p:sldId xmlns:r="http://schemas.openxmlformats.org/officeDocument/2006/relationships" id="268" r:id="Rfb804bc2eadf4cd5"/>
    <p:sldId xmlns:r="http://schemas.openxmlformats.org/officeDocument/2006/relationships" id="269" r:id="R2418b0bd88264c81"/>
    <p:sldId xmlns:r="http://schemas.openxmlformats.org/officeDocument/2006/relationships" id="270" r:id="R5180aa88f94b4527"/>
    <p:sldId xmlns:r="http://schemas.openxmlformats.org/officeDocument/2006/relationships" id="271" r:id="R615cc205475a4792"/>
    <p:sldId xmlns:r="http://schemas.openxmlformats.org/officeDocument/2006/relationships" id="272" r:id="Rd3623fce4c2044c5"/>
    <p:sldId xmlns:r="http://schemas.openxmlformats.org/officeDocument/2006/relationships" id="273" r:id="R7a19788b902444c7"/>
    <p:sldId xmlns:r="http://schemas.openxmlformats.org/officeDocument/2006/relationships" id="274" r:id="R2f4004785d9247db"/>
    <p:sldId xmlns:r="http://schemas.openxmlformats.org/officeDocument/2006/relationships" id="275" r:id="R0ff9b46e6f4847ed"/>
    <p:sldId xmlns:r="http://schemas.openxmlformats.org/officeDocument/2006/relationships" id="276" r:id="Rcf456798457f4a37"/>
    <p:sldId xmlns:r="http://schemas.openxmlformats.org/officeDocument/2006/relationships" id="277" r:id="Rbf39509a19fc4f28"/>
    <p:sldId xmlns:r="http://schemas.openxmlformats.org/officeDocument/2006/relationships" id="278" r:id="R3e60f586ee304716"/>
    <p:sldId xmlns:r="http://schemas.openxmlformats.org/officeDocument/2006/relationships" id="279" r:id="Re4c15ba12b4144b2"/>
    <p:sldId xmlns:r="http://schemas.openxmlformats.org/officeDocument/2006/relationships" id="280" r:id="R5e7816a45c0045b0"/>
    <p:sldId xmlns:r="http://schemas.openxmlformats.org/officeDocument/2006/relationships" id="281" r:id="R0169adc7c2ff4f97"/>
    <p:sldId xmlns:r="http://schemas.openxmlformats.org/officeDocument/2006/relationships" id="282" r:id="R9cb498d65ac740f5"/>
    <p:sldId xmlns:r="http://schemas.openxmlformats.org/officeDocument/2006/relationships" id="283" r:id="R3b672cec91754f46"/>
    <p:sldId xmlns:r="http://schemas.openxmlformats.org/officeDocument/2006/relationships" id="284" r:id="R4d42a7248bb94174"/>
    <p:sldId xmlns:r="http://schemas.openxmlformats.org/officeDocument/2006/relationships" id="285" r:id="Rcaeb4f2aabfa4ff2"/>
    <p:sldId xmlns:r="http://schemas.openxmlformats.org/officeDocument/2006/relationships" id="286" r:id="R97ceb7f26b2e4f11"/>
    <p:sldId xmlns:r="http://schemas.openxmlformats.org/officeDocument/2006/relationships" id="287" r:id="Rae8f6074af5c4c97"/>
    <p:sldId xmlns:r="http://schemas.openxmlformats.org/officeDocument/2006/relationships" id="288" r:id="R5ee0671e054641f2"/>
    <p:sldId xmlns:r="http://schemas.openxmlformats.org/officeDocument/2006/relationships" id="289" r:id="R15547307d2d941ff"/>
    <p:sldId xmlns:r="http://schemas.openxmlformats.org/officeDocument/2006/relationships" id="290" r:id="Rf70fe167e0c2499a"/>
    <p:sldId xmlns:r="http://schemas.openxmlformats.org/officeDocument/2006/relationships" id="291" r:id="R14a34fdf22bb4f55"/>
    <p:sldId xmlns:r="http://schemas.openxmlformats.org/officeDocument/2006/relationships" id="292" r:id="Rd72b6e29ec154c24"/>
    <p:sldId xmlns:r="http://schemas.openxmlformats.org/officeDocument/2006/relationships" id="293" r:id="R9286ddcd8bf2484e"/>
    <p:sldId xmlns:r="http://schemas.openxmlformats.org/officeDocument/2006/relationships" id="294" r:id="R014eda3801e6446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93b29222fa44d15" /><Relationship Type="http://schemas.openxmlformats.org/officeDocument/2006/relationships/slideMaster" Target="/ppt/slideMasters/slideMaster1.xml" Id="Ra70554750eb24c84" /><Relationship Type="http://schemas.openxmlformats.org/officeDocument/2006/relationships/notesMaster" Target="/ppt/notesMasters/notesMaster1.xml" Id="Rb54dc975ffa044a0" /><Relationship Type="http://schemas.openxmlformats.org/officeDocument/2006/relationships/presProps" Target="/ppt/presProps.xml" Id="R4f44dc57ca694605" /><Relationship Type="http://schemas.openxmlformats.org/officeDocument/2006/relationships/tableStyles" Target="/ppt/tableStyles.xml" Id="R90ac38438f1d4142" /><Relationship Type="http://schemas.openxmlformats.org/officeDocument/2006/relationships/slide" Target="/ppt/slides/slide1.xml" Id="R7dfab0b9a84d4af4" /><Relationship Type="http://schemas.openxmlformats.org/officeDocument/2006/relationships/slide" Target="/ppt/slides/slide2.xml" Id="Ra4425163614a4092" /><Relationship Type="http://schemas.openxmlformats.org/officeDocument/2006/relationships/slide" Target="/ppt/slides/slide3.xml" Id="R8ababaab9feb4a73" /><Relationship Type="http://schemas.openxmlformats.org/officeDocument/2006/relationships/slide" Target="/ppt/slides/slide4.xml" Id="Rcc0fb5bb4f724433" /><Relationship Type="http://schemas.openxmlformats.org/officeDocument/2006/relationships/slide" Target="/ppt/slides/slide5.xml" Id="Re8a957a5fb494aac" /><Relationship Type="http://schemas.openxmlformats.org/officeDocument/2006/relationships/slide" Target="/ppt/slides/slide6.xml" Id="Rd5893f830f024e9d" /><Relationship Type="http://schemas.openxmlformats.org/officeDocument/2006/relationships/slide" Target="/ppt/slides/slide7.xml" Id="Rd93d2655db624e93" /><Relationship Type="http://schemas.openxmlformats.org/officeDocument/2006/relationships/slide" Target="/ppt/slides/slide8.xml" Id="R122c63f4316b459b" /><Relationship Type="http://schemas.openxmlformats.org/officeDocument/2006/relationships/slide" Target="/ppt/slides/slide9.xml" Id="Rb5d0b99276174e2d" /><Relationship Type="http://schemas.openxmlformats.org/officeDocument/2006/relationships/slide" Target="/ppt/slides/slide10.xml" Id="Rf99e14e41d3d406c" /><Relationship Type="http://schemas.openxmlformats.org/officeDocument/2006/relationships/slide" Target="/ppt/slides/slide11.xml" Id="Rd03ad4f3303d453d" /><Relationship Type="http://schemas.openxmlformats.org/officeDocument/2006/relationships/slide" Target="/ppt/slides/slide12.xml" Id="Re3382148fc79480f" /><Relationship Type="http://schemas.openxmlformats.org/officeDocument/2006/relationships/slide" Target="/ppt/slides/slide13.xml" Id="Rfb804bc2eadf4cd5" /><Relationship Type="http://schemas.openxmlformats.org/officeDocument/2006/relationships/slide" Target="/ppt/slides/slide14.xml" Id="R2418b0bd88264c81" /><Relationship Type="http://schemas.openxmlformats.org/officeDocument/2006/relationships/slide" Target="/ppt/slides/slide15.xml" Id="R5180aa88f94b4527" /><Relationship Type="http://schemas.openxmlformats.org/officeDocument/2006/relationships/slide" Target="/ppt/slides/slide16.xml" Id="R615cc205475a4792" /><Relationship Type="http://schemas.openxmlformats.org/officeDocument/2006/relationships/slide" Target="/ppt/slides/slide17.xml" Id="Rd3623fce4c2044c5" /><Relationship Type="http://schemas.openxmlformats.org/officeDocument/2006/relationships/slide" Target="/ppt/slides/slide18.xml" Id="R7a19788b902444c7" /><Relationship Type="http://schemas.openxmlformats.org/officeDocument/2006/relationships/slide" Target="/ppt/slides/slide19.xml" Id="R2f4004785d9247db" /><Relationship Type="http://schemas.openxmlformats.org/officeDocument/2006/relationships/slide" Target="/ppt/slides/slide20.xml" Id="R0ff9b46e6f4847ed" /><Relationship Type="http://schemas.openxmlformats.org/officeDocument/2006/relationships/slide" Target="/ppt/slides/slide21.xml" Id="Rcf456798457f4a37" /><Relationship Type="http://schemas.openxmlformats.org/officeDocument/2006/relationships/slide" Target="/ppt/slides/slide22.xml" Id="Rbf39509a19fc4f28" /><Relationship Type="http://schemas.openxmlformats.org/officeDocument/2006/relationships/slide" Target="/ppt/slides/slide23.xml" Id="R3e60f586ee304716" /><Relationship Type="http://schemas.openxmlformats.org/officeDocument/2006/relationships/slide" Target="/ppt/slides/slide24.xml" Id="Re4c15ba12b4144b2" /><Relationship Type="http://schemas.openxmlformats.org/officeDocument/2006/relationships/slide" Target="/ppt/slides/slide25.xml" Id="R5e7816a45c0045b0" /><Relationship Type="http://schemas.openxmlformats.org/officeDocument/2006/relationships/slide" Target="/ppt/slides/slide26.xml" Id="R0169adc7c2ff4f97" /><Relationship Type="http://schemas.openxmlformats.org/officeDocument/2006/relationships/slide" Target="/ppt/slides/slide27.xml" Id="R9cb498d65ac740f5" /><Relationship Type="http://schemas.openxmlformats.org/officeDocument/2006/relationships/slide" Target="/ppt/slides/slide28.xml" Id="R3b672cec91754f46" /><Relationship Type="http://schemas.openxmlformats.org/officeDocument/2006/relationships/slide" Target="/ppt/slides/slide29.xml" Id="R4d42a7248bb94174" /><Relationship Type="http://schemas.openxmlformats.org/officeDocument/2006/relationships/slide" Target="/ppt/slides/slide30.xml" Id="Rcaeb4f2aabfa4ff2" /><Relationship Type="http://schemas.openxmlformats.org/officeDocument/2006/relationships/slide" Target="/ppt/slides/slide31.xml" Id="R97ceb7f26b2e4f11" /><Relationship Type="http://schemas.openxmlformats.org/officeDocument/2006/relationships/slide" Target="/ppt/slides/slide32.xml" Id="Rae8f6074af5c4c97" /><Relationship Type="http://schemas.openxmlformats.org/officeDocument/2006/relationships/slide" Target="/ppt/slides/slide33.xml" Id="R5ee0671e054641f2" /><Relationship Type="http://schemas.openxmlformats.org/officeDocument/2006/relationships/slide" Target="/ppt/slides/slide34.xml" Id="R15547307d2d941ff" /><Relationship Type="http://schemas.openxmlformats.org/officeDocument/2006/relationships/slide" Target="/ppt/slides/slide35.xml" Id="Rf70fe167e0c2499a" /><Relationship Type="http://schemas.openxmlformats.org/officeDocument/2006/relationships/slide" Target="/ppt/slides/slide36.xml" Id="R14a34fdf22bb4f55" /><Relationship Type="http://schemas.openxmlformats.org/officeDocument/2006/relationships/slide" Target="/ppt/slides/slide37.xml" Id="Rd72b6e29ec154c24" /><Relationship Type="http://schemas.openxmlformats.org/officeDocument/2006/relationships/slide" Target="/ppt/slides/slide38.xml" Id="R9286ddcd8bf2484e" /><Relationship Type="http://schemas.openxmlformats.org/officeDocument/2006/relationships/slide" Target="/ppt/slides/slide39.xml" Id="R014eda3801e6446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2934e19cd44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9eb79d73a384e88" /><Relationship Type="http://schemas.openxmlformats.org/officeDocument/2006/relationships/notesMaster" Target="/ppt/notesMasters/notesMaster1.xml" Id="Rfcc8e5d7606d48b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10f77f0884143d7" /><Relationship Type="http://schemas.openxmlformats.org/officeDocument/2006/relationships/notesMaster" Target="/ppt/notesMasters/notesMaster1.xml" Id="R5a35e8a281c740a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0910a933055496b" /><Relationship Type="http://schemas.openxmlformats.org/officeDocument/2006/relationships/notesMaster" Target="/ppt/notesMasters/notesMaster1.xml" Id="Ra91d913b90b6411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44e841fa8bb4f43" /><Relationship Type="http://schemas.openxmlformats.org/officeDocument/2006/relationships/notesMaster" Target="/ppt/notesMasters/notesMaster1.xml" Id="Recb1c5556b9d402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1510bafbcb439c" /><Relationship Type="http://schemas.openxmlformats.org/officeDocument/2006/relationships/notesMaster" Target="/ppt/notesMasters/notesMaster1.xml" Id="R9a7a6d96ad514e2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6a3726f19f64870" /><Relationship Type="http://schemas.openxmlformats.org/officeDocument/2006/relationships/notesMaster" Target="/ppt/notesMasters/notesMaster1.xml" Id="Rd4567c56db364a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97ef8c2a2ed483f" /><Relationship Type="http://schemas.openxmlformats.org/officeDocument/2006/relationships/notesMaster" Target="/ppt/notesMasters/notesMaster1.xml" Id="R4086ee418e5c42a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427e78a98e46b7" /><Relationship Type="http://schemas.openxmlformats.org/officeDocument/2006/relationships/notesMaster" Target="/ppt/notesMasters/notesMaster1.xml" Id="R449faafec7944a6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1fbf0487208d4cf1" /><Relationship Type="http://schemas.openxmlformats.org/officeDocument/2006/relationships/notesMaster" Target="/ppt/notesMasters/notesMaster1.xml" Id="Rb3d2771d24af480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2ab9fd5efa242ba" /><Relationship Type="http://schemas.openxmlformats.org/officeDocument/2006/relationships/notesMaster" Target="/ppt/notesMasters/notesMaster1.xml" Id="Rb975649a46e9438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6696ba9496844f7" /><Relationship Type="http://schemas.openxmlformats.org/officeDocument/2006/relationships/notesMaster" Target="/ppt/notesMasters/notesMaster1.xml" Id="R05a71b006153479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c8d250c7d3d4314" /><Relationship Type="http://schemas.openxmlformats.org/officeDocument/2006/relationships/notesMaster" Target="/ppt/notesMasters/notesMaster1.xml" Id="R38359c46d6714dd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8e515b3502e4400" /><Relationship Type="http://schemas.openxmlformats.org/officeDocument/2006/relationships/notesMaster" Target="/ppt/notesMasters/notesMaster1.xml" Id="R6a064440b0a04e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45a25ca85d4dc2" /><Relationship Type="http://schemas.openxmlformats.org/officeDocument/2006/relationships/notesMaster" Target="/ppt/notesMasters/notesMaster1.xml" Id="R203fb526c36a485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59d7db9fa2849df" /><Relationship Type="http://schemas.openxmlformats.org/officeDocument/2006/relationships/notesMaster" Target="/ppt/notesMasters/notesMaster1.xml" Id="R3d892f9c482a480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2b128f19d5334073" /><Relationship Type="http://schemas.openxmlformats.org/officeDocument/2006/relationships/notesMaster" Target="/ppt/notesMasters/notesMaster1.xml" Id="Rc47f89264ee34d8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9277e8c791b4e5e" /><Relationship Type="http://schemas.openxmlformats.org/officeDocument/2006/relationships/notesMaster" Target="/ppt/notesMasters/notesMaster1.xml" Id="R7e53cb7a16744a5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b60ca63e65204776" /><Relationship Type="http://schemas.openxmlformats.org/officeDocument/2006/relationships/notesMaster" Target="/ppt/notesMasters/notesMaster1.xml" Id="R053f6f013ff443a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9a1344f731314db5" /><Relationship Type="http://schemas.openxmlformats.org/officeDocument/2006/relationships/notesMaster" Target="/ppt/notesMasters/notesMaster1.xml" Id="R0c1967f509ce4255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91227b610b6432a" /><Relationship Type="http://schemas.openxmlformats.org/officeDocument/2006/relationships/notesMaster" Target="/ppt/notesMasters/notesMaster1.xml" Id="R27394fdc4f014ac8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bd58ffc22b14c74" /><Relationship Type="http://schemas.openxmlformats.org/officeDocument/2006/relationships/notesMaster" Target="/ppt/notesMasters/notesMaster1.xml" Id="R41d24bf830614c5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7dd5da3819b244f2" /><Relationship Type="http://schemas.openxmlformats.org/officeDocument/2006/relationships/notesMaster" Target="/ppt/notesMasters/notesMaster1.xml" Id="R0de6c7e31887431e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3dfdc8af6714574" /><Relationship Type="http://schemas.openxmlformats.org/officeDocument/2006/relationships/notesMaster" Target="/ppt/notesMasters/notesMaster1.xml" Id="R5ca4f12899a34ac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66458dfb85b3432c" /><Relationship Type="http://schemas.openxmlformats.org/officeDocument/2006/relationships/notesMaster" Target="/ppt/notesMasters/notesMaster1.xml" Id="Rb7a4e28e961245d8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80b0253aa383481d" /><Relationship Type="http://schemas.openxmlformats.org/officeDocument/2006/relationships/notesMaster" Target="/ppt/notesMasters/notesMaster1.xml" Id="Rf4b162164eef47f7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5561fbffc04376" /><Relationship Type="http://schemas.openxmlformats.org/officeDocument/2006/relationships/notesMaster" Target="/ppt/notesMasters/notesMaster1.xml" Id="R6014adb1312b443e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e8ae813279484e" /><Relationship Type="http://schemas.openxmlformats.org/officeDocument/2006/relationships/notesMaster" Target="/ppt/notesMasters/notesMaster1.xml" Id="R302761ec5a93464e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aeb9b0079f3e439d" /><Relationship Type="http://schemas.openxmlformats.org/officeDocument/2006/relationships/notesMaster" Target="/ppt/notesMasters/notesMaster1.xml" Id="R1c1883a6dacb489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e900adf132b54c22" /><Relationship Type="http://schemas.openxmlformats.org/officeDocument/2006/relationships/notesMaster" Target="/ppt/notesMasters/notesMaster1.xml" Id="R9052325315cb4a7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911f2014b1e411d" /><Relationship Type="http://schemas.openxmlformats.org/officeDocument/2006/relationships/notesMaster" Target="/ppt/notesMasters/notesMaster1.xml" Id="Rf020639c60724355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727e572951804e7c" /><Relationship Type="http://schemas.openxmlformats.org/officeDocument/2006/relationships/notesMaster" Target="/ppt/notesMasters/notesMaster1.xml" Id="R3e5036e6690c4674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e76d02c9d29a4e50" /><Relationship Type="http://schemas.openxmlformats.org/officeDocument/2006/relationships/notesMaster" Target="/ppt/notesMasters/notesMaster1.xml" Id="R671312eab9c24c11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4e9528b073a841e3" /><Relationship Type="http://schemas.openxmlformats.org/officeDocument/2006/relationships/notesMaster" Target="/ppt/notesMasters/notesMaster1.xml" Id="R8fde0758d24e45f8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5a4210c9de4422c" /><Relationship Type="http://schemas.openxmlformats.org/officeDocument/2006/relationships/notesMaster" Target="/ppt/notesMasters/notesMaster1.xml" Id="R4b3a6e017aa841c3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a23b791a0e224a06" /><Relationship Type="http://schemas.openxmlformats.org/officeDocument/2006/relationships/notesMaster" Target="/ppt/notesMasters/notesMaster1.xml" Id="Rdc8b41e89d5d4c95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2e1f70401c2f4a96" /><Relationship Type="http://schemas.openxmlformats.org/officeDocument/2006/relationships/notesMaster" Target="/ppt/notesMasters/notesMaster1.xml" Id="R4a8a88238fa4471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d22f1f2b77a44fb7" /><Relationship Type="http://schemas.openxmlformats.org/officeDocument/2006/relationships/notesMaster" Target="/ppt/notesMasters/notesMaster1.xml" Id="R26a8bc0da31c4cf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316f8b8db2c34569" /><Relationship Type="http://schemas.openxmlformats.org/officeDocument/2006/relationships/notesMaster" Target="/ppt/notesMasters/notesMaster1.xml" Id="R0888f8e828bd452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8c60741c2fdc4fcd" /><Relationship Type="http://schemas.openxmlformats.org/officeDocument/2006/relationships/notesMaster" Target="/ppt/notesMasters/notesMaster1.xml" Id="R9a61680879334d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C:\Users\mu\Desktop\code\harmonyos-sdd-ralph-workshop\harmonyos-sdd-workshop-media\mdm\firewall-domain-rule-created.jpeg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C:\Users\mu\Desktop\code\harmonyos-sdd-ralph-workshop\harmonyos-sdd-workshop-media\anthropic\coding-agent-flow.png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C:\Users\mu\Desktop\code\harmonyos-sdd-ralph-workshop\evidence\mdm\t01-red-green.md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C:\Users\mu\Desktop\code\harmonyos-sdd-ralph-workshop\harmonyos-sdd-workshop-media\anthropic\prompt-vs-context-engineering.png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C:\Users\mu\Desktop\code\harmonyos-sdd-ralph-workshop\evidence\mdm\account-cross-process-log.md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C:\Users\mu\Desktop\code\harmonyos-sdd-ralph-workshop\evidence\mdm\firewall-runtime-readback.md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C:\Users\mu\Desktop\code\harmonyos-sdd-ralph-workshop\harmonyos-sdd-workshop-media\anthropic\evaluator-optimizer.png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C:\Users\mu\Desktop\code\harmonyos-sdd-ralph-workshop\harmonyos-sdd-workshop-media\gpu-failure-black-screen-contact.jpg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C:\Users\mu\Desktop\code\harmonyos-sdd-ralph-workshop\harmonyos-sdd-workshop-media\freerdp-render-queue.jpeg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C:\Users\mu\Desktop\code\harmonyos-sdd-ralph-workshop\harmonyos-sdd-workshop-media\freerdp-frame-pacing.jpeg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C:\Users\mu\Desktop\code\harmonyos-sdd-ralph-workshop\harmonyos-sdd-workshop-media\freerdp-compositor-scale.jpeg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C:\Users\mu\Desktop\code\harmonyos-sdd-ralph-workshop\harmonyos-sdd-workshop-media\nativebuffer-test-pattern.png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C:\Users\mu\Desktop\code\harmonyos-sdd-ralph-workshop\harmonyos-sdd-workshop-media\gpu-validation-video-playback-contact.jpg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讲师备注
演示动作
通过条件
素材
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C:\Users\mu\Desktop\code\harmonyos-sdd-ralph-workshop\harmonyos-sdd-ralph-workshop.md</a:t>
            </a:r>
          </a:p>
          <a:p xmlns:a="http://schemas.openxmlformats.org/drawingml/2006/main">
            <a:r>
              <a:t>- C:\Users\mu\Desktop\code\harmonyos-sdd-ralph-workshop\harmonyos-sdd-workshop-media\anthropic\eval-quality-layers.png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c35fb1273643d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35351465f145ae" /><Relationship Type="http://schemas.openxmlformats.org/officeDocument/2006/relationships/slideLayout" Target="/ppt/slideLayouts/slideLayout1.xml" Id="Rbea24a605af3404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ea24a605af3404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fb65599c24ae3" /><Relationship Type="http://schemas.openxmlformats.org/officeDocument/2006/relationships/image" Target="/ppt/media/image.png" Id="R592eb3f6ea184e59" /><Relationship Type="http://schemas.openxmlformats.org/officeDocument/2006/relationships/image" Target="/ppt/media/image2.png" Id="Rae4bb990e97746f2" /><Relationship Type="http://schemas.openxmlformats.org/officeDocument/2006/relationships/image" Target="/ppt/media/image3.png" Id="R5333b699c6764bfd" /><Relationship Type="http://schemas.openxmlformats.org/officeDocument/2006/relationships/image" Target="/ppt/media/image4.png" Id="Rc8e670bae164466a" /><Relationship Type="http://schemas.openxmlformats.org/officeDocument/2006/relationships/image" Target="/ppt/media/image5.png" Id="Rdb1546a9c548495d" /><Relationship Type="http://schemas.openxmlformats.org/officeDocument/2006/relationships/image" Target="/ppt/media/image6.png" Id="Raf12d6e6e077484e" /><Relationship Type="http://schemas.openxmlformats.org/officeDocument/2006/relationships/image" Target="/ppt/media/image7.png" Id="R518e3fe9ed074d14" /><Relationship Type="http://schemas.openxmlformats.org/officeDocument/2006/relationships/image" Target="/ppt/media/image.jpeg" Id="Rf2b6f51a13e54ebb" /><Relationship Type="http://schemas.openxmlformats.org/officeDocument/2006/relationships/notesSlide" Target="/ppt/notesSlides/notesSlide1.xml" Id="Re1df1d107a75499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d477dffb744aa0" /><Relationship Type="http://schemas.openxmlformats.org/officeDocument/2006/relationships/image" Target="/ppt/media/image8.png" Id="R233d4d117b154b9d" /><Relationship Type="http://schemas.openxmlformats.org/officeDocument/2006/relationships/image" Target="/ppt/media/image9.png" Id="R92b35df2d4004722" /><Relationship Type="http://schemas.openxmlformats.org/officeDocument/2006/relationships/image" Target="/ppt/media/image10.png" Id="Rb81a402c478d4b46" /><Relationship Type="http://schemas.openxmlformats.org/officeDocument/2006/relationships/image" Target="/ppt/media/image11.png" Id="R1ac168a4ac5143f2" /><Relationship Type="http://schemas.openxmlformats.org/officeDocument/2006/relationships/image" Target="/ppt/media/image12.png" Id="R265309b70bb84897" /><Relationship Type="http://schemas.openxmlformats.org/officeDocument/2006/relationships/image" Target="/ppt/media/image13.png" Id="Rb703e1a8ae784513" /><Relationship Type="http://schemas.openxmlformats.org/officeDocument/2006/relationships/image" Target="/ppt/media/image14.png" Id="R6bf618e2d81b475f" /><Relationship Type="http://schemas.openxmlformats.org/officeDocument/2006/relationships/image" Target="/ppt/media/image15.png" Id="R6468939f321f491e" /><Relationship Type="http://schemas.openxmlformats.org/officeDocument/2006/relationships/image" Target="/ppt/media/image16.png" Id="Rb1caf9136cfa4fab" /><Relationship Type="http://schemas.openxmlformats.org/officeDocument/2006/relationships/image" Target="/ppt/media/image17.png" Id="Radfdc486be3247f0" /><Relationship Type="http://schemas.openxmlformats.org/officeDocument/2006/relationships/notesSlide" Target="/ppt/notesSlides/notesSlide2.xml" Id="Rf5e3dbf93a32480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61f28c56b44892" /><Relationship Type="http://schemas.openxmlformats.org/officeDocument/2006/relationships/image" Target="/ppt/media/image18.png" Id="R652571a9cfaf42f5" /><Relationship Type="http://schemas.openxmlformats.org/officeDocument/2006/relationships/image" Target="/ppt/media/image19.png" Id="Rd91fa3e9b13b4140" /><Relationship Type="http://schemas.openxmlformats.org/officeDocument/2006/relationships/image" Target="/ppt/media/image20.png" Id="R8b629cfcabdf4e0e" /><Relationship Type="http://schemas.openxmlformats.org/officeDocument/2006/relationships/image" Target="/ppt/media/image21.png" Id="R33e7a8deab154c08" /><Relationship Type="http://schemas.openxmlformats.org/officeDocument/2006/relationships/image" Target="/ppt/media/image22.png" Id="R712e417dd4624686" /><Relationship Type="http://schemas.openxmlformats.org/officeDocument/2006/relationships/image" Target="/ppt/media/image23.png" Id="R2468ccd61dc24392" /><Relationship Type="http://schemas.openxmlformats.org/officeDocument/2006/relationships/image" Target="/ppt/media/image24.png" Id="R758a48b8c3444c43" /><Relationship Type="http://schemas.openxmlformats.org/officeDocument/2006/relationships/image" Target="/ppt/media/image25.png" Id="Ra6991fedcd1f4d9a" /><Relationship Type="http://schemas.openxmlformats.org/officeDocument/2006/relationships/image" Target="/ppt/media/image26.png" Id="R2391f83bac94491b" /><Relationship Type="http://schemas.openxmlformats.org/officeDocument/2006/relationships/image" Target="/ppt/media/image27.png" Id="R10f2e28c519145bc" /><Relationship Type="http://schemas.openxmlformats.org/officeDocument/2006/relationships/image" Target="/ppt/media/image28.png" Id="R1e1c5a8ca9d84b04" /><Relationship Type="http://schemas.openxmlformats.org/officeDocument/2006/relationships/image" Target="/ppt/media/image29.png" Id="R968161c1411f4ebe" /><Relationship Type="http://schemas.openxmlformats.org/officeDocument/2006/relationships/image" Target="/ppt/media/image30.png" Id="R6a610f4972c94f6c" /><Relationship Type="http://schemas.openxmlformats.org/officeDocument/2006/relationships/notesSlide" Target="/ppt/notesSlides/notesSlide3.xml" Id="R0d632d04692f422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0395408c5241bd" /><Relationship Type="http://schemas.openxmlformats.org/officeDocument/2006/relationships/image" Target="/ppt/media/image31.png" Id="Rf4eb0ad6dffd4270" /><Relationship Type="http://schemas.openxmlformats.org/officeDocument/2006/relationships/image" Target="/ppt/media/image32.png" Id="Rda71f1e032384447" /><Relationship Type="http://schemas.openxmlformats.org/officeDocument/2006/relationships/image" Target="/ppt/media/image33.png" Id="Rc54e7a2733c24c9e" /><Relationship Type="http://schemas.openxmlformats.org/officeDocument/2006/relationships/image" Target="/ppt/media/image34.png" Id="R219f273b2260423e" /><Relationship Type="http://schemas.openxmlformats.org/officeDocument/2006/relationships/image" Target="/ppt/media/image35.png" Id="R59b42e52a3af449f" /><Relationship Type="http://schemas.openxmlformats.org/officeDocument/2006/relationships/image" Target="/ppt/media/image36.png" Id="Ra2fc059584644d1b" /><Relationship Type="http://schemas.openxmlformats.org/officeDocument/2006/relationships/notesSlide" Target="/ppt/notesSlides/notesSlide4.xml" Id="Re6e5dadfabf645e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0e8b2c06a64edc" /><Relationship Type="http://schemas.openxmlformats.org/officeDocument/2006/relationships/image" Target="/ppt/media/image8.png" Id="R0373c2eeb32d40f1" /><Relationship Type="http://schemas.openxmlformats.org/officeDocument/2006/relationships/image" Target="/ppt/media/image9.png" Id="R4b98b55227dd44f2" /><Relationship Type="http://schemas.openxmlformats.org/officeDocument/2006/relationships/image" Target="/ppt/media/image10.png" Id="R6a8c5110631e48bc" /><Relationship Type="http://schemas.openxmlformats.org/officeDocument/2006/relationships/image" Target="/ppt/media/image11.png" Id="Rb125cde1127f4274" /><Relationship Type="http://schemas.openxmlformats.org/officeDocument/2006/relationships/image" Target="/ppt/media/image12.png" Id="Rcf9c10ed9ebd4890" /><Relationship Type="http://schemas.openxmlformats.org/officeDocument/2006/relationships/image" Target="/ppt/media/image13.png" Id="R8de904252df24c39" /><Relationship Type="http://schemas.openxmlformats.org/officeDocument/2006/relationships/image" Target="/ppt/media/image14.png" Id="R4d0052edde854e2e" /><Relationship Type="http://schemas.openxmlformats.org/officeDocument/2006/relationships/image" Target="/ppt/media/image15.png" Id="R439cf740d5e54905" /><Relationship Type="http://schemas.openxmlformats.org/officeDocument/2006/relationships/image" Target="/ppt/media/image16.png" Id="R75fe01069aa04524" /><Relationship Type="http://schemas.openxmlformats.org/officeDocument/2006/relationships/image" Target="/ppt/media/image17.png" Id="R022e2049ae204bd9" /><Relationship Type="http://schemas.openxmlformats.org/officeDocument/2006/relationships/notesSlide" Target="/ppt/notesSlides/notesSlide5.xml" Id="Re5d31a0c6c6c472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7290de4da84f90" /><Relationship Type="http://schemas.openxmlformats.org/officeDocument/2006/relationships/image" Target="/ppt/media/image8.png" Id="Ra72000db31744df8" /><Relationship Type="http://schemas.openxmlformats.org/officeDocument/2006/relationships/image" Target="/ppt/media/image9.png" Id="R8a300b4fb4324d6f" /><Relationship Type="http://schemas.openxmlformats.org/officeDocument/2006/relationships/image" Target="/ppt/media/image10.png" Id="Rafb9886b80c84ca5" /><Relationship Type="http://schemas.openxmlformats.org/officeDocument/2006/relationships/image" Target="/ppt/media/image11.png" Id="R9296cec5adbf4ff6" /><Relationship Type="http://schemas.openxmlformats.org/officeDocument/2006/relationships/image" Target="/ppt/media/image12.png" Id="R8f776fcba0f544ad" /><Relationship Type="http://schemas.openxmlformats.org/officeDocument/2006/relationships/image" Target="/ppt/media/image13.png" Id="R4b9a698b94614b6b" /><Relationship Type="http://schemas.openxmlformats.org/officeDocument/2006/relationships/image" Target="/ppt/media/image14.png" Id="R44560176282c4be9" /><Relationship Type="http://schemas.openxmlformats.org/officeDocument/2006/relationships/image" Target="/ppt/media/image15.png" Id="R52456d6c0abb4a98" /><Relationship Type="http://schemas.openxmlformats.org/officeDocument/2006/relationships/image" Target="/ppt/media/image16.png" Id="R760ca8aa8d04421a" /><Relationship Type="http://schemas.openxmlformats.org/officeDocument/2006/relationships/image" Target="/ppt/media/image17.png" Id="R5c2b48dd806b4fdd" /><Relationship Type="http://schemas.openxmlformats.org/officeDocument/2006/relationships/notesSlide" Target="/ppt/notesSlides/notesSlide6.xml" Id="R2eb30dabfb7f460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1ae857bae64a64" /><Relationship Type="http://schemas.openxmlformats.org/officeDocument/2006/relationships/image" Target="/ppt/media/image8.png" Id="Re4b97d8f21c24119" /><Relationship Type="http://schemas.openxmlformats.org/officeDocument/2006/relationships/image" Target="/ppt/media/image9.png" Id="Rd27effdae5124e3c" /><Relationship Type="http://schemas.openxmlformats.org/officeDocument/2006/relationships/image" Target="/ppt/media/image10.png" Id="R96d9b65852cd4798" /><Relationship Type="http://schemas.openxmlformats.org/officeDocument/2006/relationships/image" Target="/ppt/media/image11.png" Id="R3b2edaa434c84aaf" /><Relationship Type="http://schemas.openxmlformats.org/officeDocument/2006/relationships/image" Target="/ppt/media/image12.png" Id="Ra5d4d81cabc8466c" /><Relationship Type="http://schemas.openxmlformats.org/officeDocument/2006/relationships/image" Target="/ppt/media/image13.png" Id="Rc50e04377f65425f" /><Relationship Type="http://schemas.openxmlformats.org/officeDocument/2006/relationships/image" Target="/ppt/media/image14.png" Id="R3ee2c5b2d2a84b45" /><Relationship Type="http://schemas.openxmlformats.org/officeDocument/2006/relationships/image" Target="/ppt/media/image15.png" Id="R950f899b18ff4e10" /><Relationship Type="http://schemas.openxmlformats.org/officeDocument/2006/relationships/image" Target="/ppt/media/image16.png" Id="Rad24124fb84b4da3" /><Relationship Type="http://schemas.openxmlformats.org/officeDocument/2006/relationships/image" Target="/ppt/media/image17.png" Id="Rc86fb2f828b04219" /><Relationship Type="http://schemas.openxmlformats.org/officeDocument/2006/relationships/notesSlide" Target="/ppt/notesSlides/notesSlide7.xml" Id="Rd5e2fe2fdd69475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3296bab3bf48f7" /><Relationship Type="http://schemas.openxmlformats.org/officeDocument/2006/relationships/image" Target="/ppt/media/image8.png" Id="Ra6bcbf6a85774ae3" /><Relationship Type="http://schemas.openxmlformats.org/officeDocument/2006/relationships/image" Target="/ppt/media/image9.png" Id="R9f19567bbc984857" /><Relationship Type="http://schemas.openxmlformats.org/officeDocument/2006/relationships/image" Target="/ppt/media/image10.png" Id="R3736b875a9ac4f43" /><Relationship Type="http://schemas.openxmlformats.org/officeDocument/2006/relationships/image" Target="/ppt/media/image11.png" Id="Rdba66d658c894ad3" /><Relationship Type="http://schemas.openxmlformats.org/officeDocument/2006/relationships/image" Target="/ppt/media/image12.png" Id="Ra0b2f6b6b5e74e09" /><Relationship Type="http://schemas.openxmlformats.org/officeDocument/2006/relationships/image" Target="/ppt/media/image13.png" Id="R0fd2b9913a50437b" /><Relationship Type="http://schemas.openxmlformats.org/officeDocument/2006/relationships/image" Target="/ppt/media/image14.png" Id="R21a7ea120b944dbb" /><Relationship Type="http://schemas.openxmlformats.org/officeDocument/2006/relationships/image" Target="/ppt/media/image15.png" Id="R2ce3f724a1734fc6" /><Relationship Type="http://schemas.openxmlformats.org/officeDocument/2006/relationships/image" Target="/ppt/media/image16.png" Id="Rcc5654e286cd4274" /><Relationship Type="http://schemas.openxmlformats.org/officeDocument/2006/relationships/image" Target="/ppt/media/image17.png" Id="Re013721ae87d429a" /><Relationship Type="http://schemas.openxmlformats.org/officeDocument/2006/relationships/notesSlide" Target="/ppt/notesSlides/notesSlide8.xml" Id="Rda1a157f743f4e2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b0bf229baf4ade" /><Relationship Type="http://schemas.openxmlformats.org/officeDocument/2006/relationships/image" Target="/ppt/media/image8.png" Id="Rcf55a9ec17cd494c" /><Relationship Type="http://schemas.openxmlformats.org/officeDocument/2006/relationships/image" Target="/ppt/media/image9.png" Id="Rc2631e079c0240fa" /><Relationship Type="http://schemas.openxmlformats.org/officeDocument/2006/relationships/image" Target="/ppt/media/image10.png" Id="Rbfff7089d1a945b0" /><Relationship Type="http://schemas.openxmlformats.org/officeDocument/2006/relationships/image" Target="/ppt/media/image11.png" Id="Rd33a36ca2af14736" /><Relationship Type="http://schemas.openxmlformats.org/officeDocument/2006/relationships/image" Target="/ppt/media/image12.png" Id="R2369a1d2ba3b494d" /><Relationship Type="http://schemas.openxmlformats.org/officeDocument/2006/relationships/image" Target="/ppt/media/image13.png" Id="R8d5e8e9115b54f18" /><Relationship Type="http://schemas.openxmlformats.org/officeDocument/2006/relationships/image" Target="/ppt/media/image14.png" Id="R9278393017434b82" /><Relationship Type="http://schemas.openxmlformats.org/officeDocument/2006/relationships/image" Target="/ppt/media/image15.png" Id="R32419db699574370" /><Relationship Type="http://schemas.openxmlformats.org/officeDocument/2006/relationships/image" Target="/ppt/media/image16.png" Id="R022edb1348404202" /><Relationship Type="http://schemas.openxmlformats.org/officeDocument/2006/relationships/image" Target="/ppt/media/image17.png" Id="R1062984f2e504239" /><Relationship Type="http://schemas.openxmlformats.org/officeDocument/2006/relationships/notesSlide" Target="/ppt/notesSlides/notesSlide9.xml" Id="R1e9d72a84868409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ae3ce18f07438b" /><Relationship Type="http://schemas.openxmlformats.org/officeDocument/2006/relationships/image" Target="/ppt/media/image31.png" Id="Reb5ce34aecef4036" /><Relationship Type="http://schemas.openxmlformats.org/officeDocument/2006/relationships/image" Target="/ppt/media/image32.png" Id="Raddde802db5747b8" /><Relationship Type="http://schemas.openxmlformats.org/officeDocument/2006/relationships/image" Target="/ppt/media/image33.png" Id="Rb40f128247dc4a77" /><Relationship Type="http://schemas.openxmlformats.org/officeDocument/2006/relationships/image" Target="/ppt/media/image34.png" Id="Rad8e8549e038424a" /><Relationship Type="http://schemas.openxmlformats.org/officeDocument/2006/relationships/image" Target="/ppt/media/image35.png" Id="Rf34897a5efe74e51" /><Relationship Type="http://schemas.openxmlformats.org/officeDocument/2006/relationships/image" Target="/ppt/media/image36.png" Id="Rc169d53c2f674c8d" /><Relationship Type="http://schemas.openxmlformats.org/officeDocument/2006/relationships/notesSlide" Target="/ppt/notesSlides/notesSlide10.xml" Id="R83f299364b6b4dd4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3d2b6acf7d4d9b" /><Relationship Type="http://schemas.openxmlformats.org/officeDocument/2006/relationships/image" Target="/ppt/media/image31.png" Id="Rce195abd15074b5c" /><Relationship Type="http://schemas.openxmlformats.org/officeDocument/2006/relationships/image" Target="/ppt/media/image32.png" Id="Rc184432572544ff2" /><Relationship Type="http://schemas.openxmlformats.org/officeDocument/2006/relationships/image" Target="/ppt/media/image33.png" Id="Rd87dc5152ddf466a" /><Relationship Type="http://schemas.openxmlformats.org/officeDocument/2006/relationships/image" Target="/ppt/media/image34.png" Id="Rc01cc4d243ae45e4" /><Relationship Type="http://schemas.openxmlformats.org/officeDocument/2006/relationships/image" Target="/ppt/media/image35.png" Id="Rec6b97a4dad240e8" /><Relationship Type="http://schemas.openxmlformats.org/officeDocument/2006/relationships/image" Target="/ppt/media/image36.png" Id="Rff666695b26d4785" /><Relationship Type="http://schemas.openxmlformats.org/officeDocument/2006/relationships/notesSlide" Target="/ppt/notesSlides/notesSlide11.xml" Id="Rfafe366dc144409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5028720694b09" /><Relationship Type="http://schemas.openxmlformats.org/officeDocument/2006/relationships/image" Target="/ppt/media/image8.png" Id="Ra60ee261dc2d4f80" /><Relationship Type="http://schemas.openxmlformats.org/officeDocument/2006/relationships/image" Target="/ppt/media/image9.png" Id="Rae381b1af4a244e0" /><Relationship Type="http://schemas.openxmlformats.org/officeDocument/2006/relationships/image" Target="/ppt/media/image10.png" Id="Rfe6b4f6827cd49b5" /><Relationship Type="http://schemas.openxmlformats.org/officeDocument/2006/relationships/image" Target="/ppt/media/image11.png" Id="R1a2a1cbd56a34d0f" /><Relationship Type="http://schemas.openxmlformats.org/officeDocument/2006/relationships/image" Target="/ppt/media/image12.png" Id="Rc11f784efaff4a5f" /><Relationship Type="http://schemas.openxmlformats.org/officeDocument/2006/relationships/image" Target="/ppt/media/image13.png" Id="R7b7a199957944f13" /><Relationship Type="http://schemas.openxmlformats.org/officeDocument/2006/relationships/image" Target="/ppt/media/image14.png" Id="R615b172b2c164f78" /><Relationship Type="http://schemas.openxmlformats.org/officeDocument/2006/relationships/image" Target="/ppt/media/image15.png" Id="R9e1f982f9bc54115" /><Relationship Type="http://schemas.openxmlformats.org/officeDocument/2006/relationships/image" Target="/ppt/media/image16.png" Id="R88b8198f5c764903" /><Relationship Type="http://schemas.openxmlformats.org/officeDocument/2006/relationships/image" Target="/ppt/media/image17.png" Id="R3c7663e29c714fe0" /><Relationship Type="http://schemas.openxmlformats.org/officeDocument/2006/relationships/notesSlide" Target="/ppt/notesSlides/notesSlide12.xml" Id="Re18ecf4745ab42b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d1d8150499543ce" /><Relationship Type="http://schemas.openxmlformats.org/officeDocument/2006/relationships/image" Target="/ppt/media/image8.png" Id="R02347acfc31a4591" /><Relationship Type="http://schemas.openxmlformats.org/officeDocument/2006/relationships/image" Target="/ppt/media/image9.png" Id="Re577f255e0c34e1f" /><Relationship Type="http://schemas.openxmlformats.org/officeDocument/2006/relationships/image" Target="/ppt/media/image10.png" Id="Ra9b8b7a92ba342ba" /><Relationship Type="http://schemas.openxmlformats.org/officeDocument/2006/relationships/image" Target="/ppt/media/image11.png" Id="R4e47718860d2473f" /><Relationship Type="http://schemas.openxmlformats.org/officeDocument/2006/relationships/image" Target="/ppt/media/image12.png" Id="R7638257bd9d3463c" /><Relationship Type="http://schemas.openxmlformats.org/officeDocument/2006/relationships/image" Target="/ppt/media/image13.png" Id="R869c4869a7c949dd" /><Relationship Type="http://schemas.openxmlformats.org/officeDocument/2006/relationships/image" Target="/ppt/media/image14.png" Id="R07d795c4302e43fe" /><Relationship Type="http://schemas.openxmlformats.org/officeDocument/2006/relationships/image" Target="/ppt/media/image15.png" Id="R4f8197a9d0a244df" /><Relationship Type="http://schemas.openxmlformats.org/officeDocument/2006/relationships/image" Target="/ppt/media/image16.png" Id="Raf27a761768f4629" /><Relationship Type="http://schemas.openxmlformats.org/officeDocument/2006/relationships/image" Target="/ppt/media/image17.png" Id="Rd5a1c0d1a3ce43b5" /><Relationship Type="http://schemas.openxmlformats.org/officeDocument/2006/relationships/image" Target="/ppt/media/image37.png" Id="R7773e54f7bd3429e" /><Relationship Type="http://schemas.openxmlformats.org/officeDocument/2006/relationships/notesSlide" Target="/ppt/notesSlides/notesSlide13.xml" Id="R466f5d26873c4c1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bc98d5a50f4c87" /><Relationship Type="http://schemas.openxmlformats.org/officeDocument/2006/relationships/image" Target="/ppt/media/image8.png" Id="R88a3adf8ddf64c83" /><Relationship Type="http://schemas.openxmlformats.org/officeDocument/2006/relationships/image" Target="/ppt/media/image9.png" Id="R2bd0e59989974c5f" /><Relationship Type="http://schemas.openxmlformats.org/officeDocument/2006/relationships/image" Target="/ppt/media/image10.png" Id="Rd55500521dcb445c" /><Relationship Type="http://schemas.openxmlformats.org/officeDocument/2006/relationships/image" Target="/ppt/media/image11.png" Id="R8b5da5f747c1426f" /><Relationship Type="http://schemas.openxmlformats.org/officeDocument/2006/relationships/image" Target="/ppt/media/image12.png" Id="Rf7317a42ef1143ac" /><Relationship Type="http://schemas.openxmlformats.org/officeDocument/2006/relationships/image" Target="/ppt/media/image13.png" Id="Rfd34e7ec4e0146cc" /><Relationship Type="http://schemas.openxmlformats.org/officeDocument/2006/relationships/image" Target="/ppt/media/image14.png" Id="R86cb56a4f43f48f0" /><Relationship Type="http://schemas.openxmlformats.org/officeDocument/2006/relationships/image" Target="/ppt/media/image15.png" Id="Re43f2e2bae0240a3" /><Relationship Type="http://schemas.openxmlformats.org/officeDocument/2006/relationships/image" Target="/ppt/media/image16.png" Id="Rdf0145202b7e4f8c" /><Relationship Type="http://schemas.openxmlformats.org/officeDocument/2006/relationships/image" Target="/ppt/media/image17.png" Id="R84473221ca4e439e" /><Relationship Type="http://schemas.openxmlformats.org/officeDocument/2006/relationships/notesSlide" Target="/ppt/notesSlides/notesSlide14.xml" Id="R343fa740ed304dc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106584c524965" /><Relationship Type="http://schemas.openxmlformats.org/officeDocument/2006/relationships/image" Target="/ppt/media/image18.png" Id="R16e14c6fc4974667" /><Relationship Type="http://schemas.openxmlformats.org/officeDocument/2006/relationships/image" Target="/ppt/media/image19.png" Id="Rd6385817a12c4ed3" /><Relationship Type="http://schemas.openxmlformats.org/officeDocument/2006/relationships/image" Target="/ppt/media/image20.png" Id="R760266b354584b5c" /><Relationship Type="http://schemas.openxmlformats.org/officeDocument/2006/relationships/image" Target="/ppt/media/image21.png" Id="R9d877592ada74a36" /><Relationship Type="http://schemas.openxmlformats.org/officeDocument/2006/relationships/image" Target="/ppt/media/image22.png" Id="R62caad07f6454241" /><Relationship Type="http://schemas.openxmlformats.org/officeDocument/2006/relationships/image" Target="/ppt/media/image23.png" Id="R694b5e02e4034797" /><Relationship Type="http://schemas.openxmlformats.org/officeDocument/2006/relationships/image" Target="/ppt/media/image24.png" Id="R0e7574bf55d2429f" /><Relationship Type="http://schemas.openxmlformats.org/officeDocument/2006/relationships/image" Target="/ppt/media/image25.png" Id="Rf843dd2e3ee14ec7" /><Relationship Type="http://schemas.openxmlformats.org/officeDocument/2006/relationships/image" Target="/ppt/media/image26.png" Id="Rb566ae89126d4f72" /><Relationship Type="http://schemas.openxmlformats.org/officeDocument/2006/relationships/image" Target="/ppt/media/image27.png" Id="Rd76292a07237438a" /><Relationship Type="http://schemas.openxmlformats.org/officeDocument/2006/relationships/image" Target="/ppt/media/image28.png" Id="R468bdb3911004128" /><Relationship Type="http://schemas.openxmlformats.org/officeDocument/2006/relationships/image" Target="/ppt/media/image29.png" Id="R21301190998b4475" /><Relationship Type="http://schemas.openxmlformats.org/officeDocument/2006/relationships/image" Target="/ppt/media/image30.png" Id="R1eed0f6ff3654cf3" /><Relationship Type="http://schemas.openxmlformats.org/officeDocument/2006/relationships/notesSlide" Target="/ppt/notesSlides/notesSlide15.xml" Id="R091406e71d8a4db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0b6216e0d746a7" /><Relationship Type="http://schemas.openxmlformats.org/officeDocument/2006/relationships/image" Target="/ppt/media/image31.png" Id="R311e4fc4570e455e" /><Relationship Type="http://schemas.openxmlformats.org/officeDocument/2006/relationships/image" Target="/ppt/media/image32.png" Id="R2c8abda5448a4bc8" /><Relationship Type="http://schemas.openxmlformats.org/officeDocument/2006/relationships/image" Target="/ppt/media/image33.png" Id="R01e495322b464f05" /><Relationship Type="http://schemas.openxmlformats.org/officeDocument/2006/relationships/image" Target="/ppt/media/image34.png" Id="R92e98faaf4134c7c" /><Relationship Type="http://schemas.openxmlformats.org/officeDocument/2006/relationships/image" Target="/ppt/media/image35.png" Id="R4a260813f2ec4a02" /><Relationship Type="http://schemas.openxmlformats.org/officeDocument/2006/relationships/image" Target="/ppt/media/image36.png" Id="R634707015dc04288" /><Relationship Type="http://schemas.openxmlformats.org/officeDocument/2006/relationships/notesSlide" Target="/ppt/notesSlides/notesSlide16.xml" Id="R7b3dec806b4a434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c216ba7c4a490a" /><Relationship Type="http://schemas.openxmlformats.org/officeDocument/2006/relationships/image" Target="/ppt/media/image8.png" Id="Re6e5d29754e04843" /><Relationship Type="http://schemas.openxmlformats.org/officeDocument/2006/relationships/image" Target="/ppt/media/image9.png" Id="R4cf0686034974dcd" /><Relationship Type="http://schemas.openxmlformats.org/officeDocument/2006/relationships/image" Target="/ppt/media/image10.png" Id="R852622b9c18940a8" /><Relationship Type="http://schemas.openxmlformats.org/officeDocument/2006/relationships/image" Target="/ppt/media/image11.png" Id="Rb1679e416afd4204" /><Relationship Type="http://schemas.openxmlformats.org/officeDocument/2006/relationships/image" Target="/ppt/media/image12.png" Id="R30772f74aec74bff" /><Relationship Type="http://schemas.openxmlformats.org/officeDocument/2006/relationships/image" Target="/ppt/media/image13.png" Id="R016ba452045145a0" /><Relationship Type="http://schemas.openxmlformats.org/officeDocument/2006/relationships/image" Target="/ppt/media/image14.png" Id="Rbd39ec4d39a045b6" /><Relationship Type="http://schemas.openxmlformats.org/officeDocument/2006/relationships/image" Target="/ppt/media/image15.png" Id="R135c041c022d4423" /><Relationship Type="http://schemas.openxmlformats.org/officeDocument/2006/relationships/image" Target="/ppt/media/image16.png" Id="R213594ff3e8048d9" /><Relationship Type="http://schemas.openxmlformats.org/officeDocument/2006/relationships/image" Target="/ppt/media/image17.png" Id="R879c2b3f10954fdd" /><Relationship Type="http://schemas.openxmlformats.org/officeDocument/2006/relationships/image" Target="/ppt/media/image38.png" Id="R8ff55c84483644d3" /><Relationship Type="http://schemas.openxmlformats.org/officeDocument/2006/relationships/notesSlide" Target="/ppt/notesSlides/notesSlide17.xml" Id="R267a7ccdf98645f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b15ccc997497e" /><Relationship Type="http://schemas.openxmlformats.org/officeDocument/2006/relationships/image" Target="/ppt/media/image8.png" Id="Rb6ddece8d9c9422e" /><Relationship Type="http://schemas.openxmlformats.org/officeDocument/2006/relationships/image" Target="/ppt/media/image9.png" Id="R1613001400e54265" /><Relationship Type="http://schemas.openxmlformats.org/officeDocument/2006/relationships/image" Target="/ppt/media/image10.png" Id="Rb466deb18e5c426a" /><Relationship Type="http://schemas.openxmlformats.org/officeDocument/2006/relationships/image" Target="/ppt/media/image11.png" Id="Rdb7ad073c24c4862" /><Relationship Type="http://schemas.openxmlformats.org/officeDocument/2006/relationships/image" Target="/ppt/media/image12.png" Id="R4ce732210ada4d2c" /><Relationship Type="http://schemas.openxmlformats.org/officeDocument/2006/relationships/image" Target="/ppt/media/image13.png" Id="Red3a3c5bfa3a4a54" /><Relationship Type="http://schemas.openxmlformats.org/officeDocument/2006/relationships/image" Target="/ppt/media/image14.png" Id="Redc57bd555bd4371" /><Relationship Type="http://schemas.openxmlformats.org/officeDocument/2006/relationships/image" Target="/ppt/media/image15.png" Id="R78447479f2584da8" /><Relationship Type="http://schemas.openxmlformats.org/officeDocument/2006/relationships/image" Target="/ppt/media/image16.png" Id="Rc7754cfd5d1744c3" /><Relationship Type="http://schemas.openxmlformats.org/officeDocument/2006/relationships/image" Target="/ppt/media/image17.png" Id="R49ff3cc672a74ebd" /><Relationship Type="http://schemas.openxmlformats.org/officeDocument/2006/relationships/notesSlide" Target="/ppt/notesSlides/notesSlide18.xml" Id="R053bea41fb444b83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314d2dd3e049f7" /><Relationship Type="http://schemas.openxmlformats.org/officeDocument/2006/relationships/image" Target="/ppt/media/image8.png" Id="R4d94d69b2ee74d2c" /><Relationship Type="http://schemas.openxmlformats.org/officeDocument/2006/relationships/image" Target="/ppt/media/image9.png" Id="Rdc3a2f2b409649fb" /><Relationship Type="http://schemas.openxmlformats.org/officeDocument/2006/relationships/image" Target="/ppt/media/image10.png" Id="R375aa5892ad94f88" /><Relationship Type="http://schemas.openxmlformats.org/officeDocument/2006/relationships/image" Target="/ppt/media/image11.png" Id="R11001ae507aa428d" /><Relationship Type="http://schemas.openxmlformats.org/officeDocument/2006/relationships/image" Target="/ppt/media/image12.png" Id="Ref9460e6d5804ee8" /><Relationship Type="http://schemas.openxmlformats.org/officeDocument/2006/relationships/image" Target="/ppt/media/image13.png" Id="R7636821e34e54951" /><Relationship Type="http://schemas.openxmlformats.org/officeDocument/2006/relationships/image" Target="/ppt/media/image14.png" Id="R7ac028a658464958" /><Relationship Type="http://schemas.openxmlformats.org/officeDocument/2006/relationships/image" Target="/ppt/media/image15.png" Id="Rae5674505a3b4688" /><Relationship Type="http://schemas.openxmlformats.org/officeDocument/2006/relationships/image" Target="/ppt/media/image16.png" Id="Re09d605e1b414e5a" /><Relationship Type="http://schemas.openxmlformats.org/officeDocument/2006/relationships/image" Target="/ppt/media/image17.png" Id="R47573170630041dd" /><Relationship Type="http://schemas.openxmlformats.org/officeDocument/2006/relationships/notesSlide" Target="/ppt/notesSlides/notesSlide19.xml" Id="Rc1872649e834424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f269c5fbf0421c" /><Relationship Type="http://schemas.openxmlformats.org/officeDocument/2006/relationships/image" Target="/ppt/media/image18.png" Id="R5de33a494cac48f0" /><Relationship Type="http://schemas.openxmlformats.org/officeDocument/2006/relationships/image" Target="/ppt/media/image19.png" Id="Rfc1511a07abc482d" /><Relationship Type="http://schemas.openxmlformats.org/officeDocument/2006/relationships/image" Target="/ppt/media/image20.png" Id="R7e07172fefda4e4d" /><Relationship Type="http://schemas.openxmlformats.org/officeDocument/2006/relationships/image" Target="/ppt/media/image21.png" Id="R063f1c723d264f2a" /><Relationship Type="http://schemas.openxmlformats.org/officeDocument/2006/relationships/image" Target="/ppt/media/image22.png" Id="Ra30dc42449ed4a85" /><Relationship Type="http://schemas.openxmlformats.org/officeDocument/2006/relationships/image" Target="/ppt/media/image23.png" Id="Rb022c2d275e54d20" /><Relationship Type="http://schemas.openxmlformats.org/officeDocument/2006/relationships/image" Target="/ppt/media/image24.png" Id="R74f58cb81e034d46" /><Relationship Type="http://schemas.openxmlformats.org/officeDocument/2006/relationships/image" Target="/ppt/media/image25.png" Id="R7fab625d33ff4634" /><Relationship Type="http://schemas.openxmlformats.org/officeDocument/2006/relationships/image" Target="/ppt/media/image26.png" Id="R1b7751c85a514c49" /><Relationship Type="http://schemas.openxmlformats.org/officeDocument/2006/relationships/image" Target="/ppt/media/image27.png" Id="R45519154c4304917" /><Relationship Type="http://schemas.openxmlformats.org/officeDocument/2006/relationships/image" Target="/ppt/media/image28.png" Id="R68f59e1cc3d14313" /><Relationship Type="http://schemas.openxmlformats.org/officeDocument/2006/relationships/image" Target="/ppt/media/image29.png" Id="R82c52711134c4f74" /><Relationship Type="http://schemas.openxmlformats.org/officeDocument/2006/relationships/image" Target="/ppt/media/image30.png" Id="Rd51cf2c7a66a4695" /><Relationship Type="http://schemas.openxmlformats.org/officeDocument/2006/relationships/notesSlide" Target="/ppt/notesSlides/notesSlide20.xml" Id="R50ac468102dc47dd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f723cca67748e0" /><Relationship Type="http://schemas.openxmlformats.org/officeDocument/2006/relationships/image" Target="/ppt/media/image8.png" Id="R3e376bcfffb545ef" /><Relationship Type="http://schemas.openxmlformats.org/officeDocument/2006/relationships/image" Target="/ppt/media/image9.png" Id="R4e4e8ea4942c46d7" /><Relationship Type="http://schemas.openxmlformats.org/officeDocument/2006/relationships/image" Target="/ppt/media/image10.png" Id="Ra89aacce2e1e4780" /><Relationship Type="http://schemas.openxmlformats.org/officeDocument/2006/relationships/image" Target="/ppt/media/image11.png" Id="R0c7cea37d34046d7" /><Relationship Type="http://schemas.openxmlformats.org/officeDocument/2006/relationships/image" Target="/ppt/media/image12.png" Id="R22acd08197974399" /><Relationship Type="http://schemas.openxmlformats.org/officeDocument/2006/relationships/image" Target="/ppt/media/image13.png" Id="R1a895d96edee4b3b" /><Relationship Type="http://schemas.openxmlformats.org/officeDocument/2006/relationships/image" Target="/ppt/media/image14.png" Id="Re5d61b99c5224352" /><Relationship Type="http://schemas.openxmlformats.org/officeDocument/2006/relationships/image" Target="/ppt/media/image15.png" Id="R344cb08897fb4970" /><Relationship Type="http://schemas.openxmlformats.org/officeDocument/2006/relationships/image" Target="/ppt/media/image16.png" Id="R868478cc62a3413e" /><Relationship Type="http://schemas.openxmlformats.org/officeDocument/2006/relationships/image" Target="/ppt/media/image17.png" Id="Rb03d727c306244cc" /><Relationship Type="http://schemas.openxmlformats.org/officeDocument/2006/relationships/notesSlide" Target="/ppt/notesSlides/notesSlide21.xml" Id="Rca9e2b5d8ebc4961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cca16397e74a18" /><Relationship Type="http://schemas.openxmlformats.org/officeDocument/2006/relationships/image" Target="/ppt/media/image8.png" Id="Rbf213aa64b6c43e8" /><Relationship Type="http://schemas.openxmlformats.org/officeDocument/2006/relationships/image" Target="/ppt/media/image9.png" Id="R540d1a3b92a346ca" /><Relationship Type="http://schemas.openxmlformats.org/officeDocument/2006/relationships/image" Target="/ppt/media/image10.png" Id="R0ac3e5bc21384344" /><Relationship Type="http://schemas.openxmlformats.org/officeDocument/2006/relationships/image" Target="/ppt/media/image11.png" Id="R221b6e91a5a940fc" /><Relationship Type="http://schemas.openxmlformats.org/officeDocument/2006/relationships/image" Target="/ppt/media/image12.png" Id="R1c4d7c9cf0fe4621" /><Relationship Type="http://schemas.openxmlformats.org/officeDocument/2006/relationships/image" Target="/ppt/media/image13.png" Id="R6591b9fc96834a07" /><Relationship Type="http://schemas.openxmlformats.org/officeDocument/2006/relationships/image" Target="/ppt/media/image14.png" Id="Rcb593d19d9bc4ab8" /><Relationship Type="http://schemas.openxmlformats.org/officeDocument/2006/relationships/image" Target="/ppt/media/image15.png" Id="R9bf4624602ae4288" /><Relationship Type="http://schemas.openxmlformats.org/officeDocument/2006/relationships/image" Target="/ppt/media/image16.png" Id="Rc4d97ef179fb4855" /><Relationship Type="http://schemas.openxmlformats.org/officeDocument/2006/relationships/image" Target="/ppt/media/image17.png" Id="R753b3692bb6142b2" /><Relationship Type="http://schemas.openxmlformats.org/officeDocument/2006/relationships/notesSlide" Target="/ppt/notesSlides/notesSlide22.xml" Id="R71320b0fe4b4463b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bc63829b5f4835" /><Relationship Type="http://schemas.openxmlformats.org/officeDocument/2006/relationships/image" Target="/ppt/media/image8.png" Id="R05588ffa9cd84395" /><Relationship Type="http://schemas.openxmlformats.org/officeDocument/2006/relationships/image" Target="/ppt/media/image9.png" Id="R5719bba564aa4a6d" /><Relationship Type="http://schemas.openxmlformats.org/officeDocument/2006/relationships/image" Target="/ppt/media/image10.png" Id="R182cb0abfd32400d" /><Relationship Type="http://schemas.openxmlformats.org/officeDocument/2006/relationships/image" Target="/ppt/media/image11.png" Id="Rd4e4839a26c74a51" /><Relationship Type="http://schemas.openxmlformats.org/officeDocument/2006/relationships/image" Target="/ppt/media/image12.png" Id="Rf670e372758a4e4b" /><Relationship Type="http://schemas.openxmlformats.org/officeDocument/2006/relationships/image" Target="/ppt/media/image13.png" Id="R4c8883c9b09a4ceb" /><Relationship Type="http://schemas.openxmlformats.org/officeDocument/2006/relationships/image" Target="/ppt/media/image14.png" Id="Rf27c6cc290af4934" /><Relationship Type="http://schemas.openxmlformats.org/officeDocument/2006/relationships/image" Target="/ppt/media/image15.png" Id="Rb41582d7fbb146aa" /><Relationship Type="http://schemas.openxmlformats.org/officeDocument/2006/relationships/image" Target="/ppt/media/image16.png" Id="R797eddbe9f3340cb" /><Relationship Type="http://schemas.openxmlformats.org/officeDocument/2006/relationships/image" Target="/ppt/media/image17.png" Id="R209bfc4b8bae4ec5" /><Relationship Type="http://schemas.openxmlformats.org/officeDocument/2006/relationships/notesSlide" Target="/ppt/notesSlides/notesSlide23.xml" Id="R120d14263d3748dd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5c19f7740a4ac4" /><Relationship Type="http://schemas.openxmlformats.org/officeDocument/2006/relationships/image" Target="/ppt/media/image31.png" Id="R4fc4d760a0da48ad" /><Relationship Type="http://schemas.openxmlformats.org/officeDocument/2006/relationships/image" Target="/ppt/media/image32.png" Id="Re3e3e09991b04d7d" /><Relationship Type="http://schemas.openxmlformats.org/officeDocument/2006/relationships/image" Target="/ppt/media/image33.png" Id="R3c6e3598d88b44fc" /><Relationship Type="http://schemas.openxmlformats.org/officeDocument/2006/relationships/image" Target="/ppt/media/image34.png" Id="R33f75c45287f4375" /><Relationship Type="http://schemas.openxmlformats.org/officeDocument/2006/relationships/image" Target="/ppt/media/image35.png" Id="R2dbba2c57fd044a6" /><Relationship Type="http://schemas.openxmlformats.org/officeDocument/2006/relationships/image" Target="/ppt/media/image36.png" Id="Rc84e503140a5496e" /><Relationship Type="http://schemas.openxmlformats.org/officeDocument/2006/relationships/notesSlide" Target="/ppt/notesSlides/notesSlide24.xml" Id="Rd765e7d70d4b465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26de4c64354ff3" /><Relationship Type="http://schemas.openxmlformats.org/officeDocument/2006/relationships/image" Target="/ppt/media/image8.png" Id="R654485b4705641ef" /><Relationship Type="http://schemas.openxmlformats.org/officeDocument/2006/relationships/image" Target="/ppt/media/image9.png" Id="R37f158712b5b47b9" /><Relationship Type="http://schemas.openxmlformats.org/officeDocument/2006/relationships/image" Target="/ppt/media/image10.png" Id="R488e596bc72744d2" /><Relationship Type="http://schemas.openxmlformats.org/officeDocument/2006/relationships/image" Target="/ppt/media/image11.png" Id="R98cb43fc54b741ce" /><Relationship Type="http://schemas.openxmlformats.org/officeDocument/2006/relationships/image" Target="/ppt/media/image12.png" Id="R655f98bb58b14bd9" /><Relationship Type="http://schemas.openxmlformats.org/officeDocument/2006/relationships/image" Target="/ppt/media/image13.png" Id="Rdfdf0979a2d248e5" /><Relationship Type="http://schemas.openxmlformats.org/officeDocument/2006/relationships/image" Target="/ppt/media/image14.png" Id="Rbe0fa13e1e2e4886" /><Relationship Type="http://schemas.openxmlformats.org/officeDocument/2006/relationships/image" Target="/ppt/media/image15.png" Id="Rc9a6ccf4f8a54041" /><Relationship Type="http://schemas.openxmlformats.org/officeDocument/2006/relationships/image" Target="/ppt/media/image16.png" Id="R00cf13d2ea2a49b9" /><Relationship Type="http://schemas.openxmlformats.org/officeDocument/2006/relationships/image" Target="/ppt/media/image17.png" Id="R35335bbeb9224890" /><Relationship Type="http://schemas.openxmlformats.org/officeDocument/2006/relationships/notesSlide" Target="/ppt/notesSlides/notesSlide25.xml" Id="R726cec9313a84382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1e8e0075484834" /><Relationship Type="http://schemas.openxmlformats.org/officeDocument/2006/relationships/image" Target="/ppt/media/image8.png" Id="Ra8a8139c789140d2" /><Relationship Type="http://schemas.openxmlformats.org/officeDocument/2006/relationships/image" Target="/ppt/media/image9.png" Id="R29fdabe24acc44de" /><Relationship Type="http://schemas.openxmlformats.org/officeDocument/2006/relationships/image" Target="/ppt/media/image10.png" Id="Rdc9a1f96fbf04329" /><Relationship Type="http://schemas.openxmlformats.org/officeDocument/2006/relationships/image" Target="/ppt/media/image11.png" Id="R8d858f99d2f64f09" /><Relationship Type="http://schemas.openxmlformats.org/officeDocument/2006/relationships/image" Target="/ppt/media/image12.png" Id="R45f300684f4e4270" /><Relationship Type="http://schemas.openxmlformats.org/officeDocument/2006/relationships/image" Target="/ppt/media/image13.png" Id="R24d801541ac6459f" /><Relationship Type="http://schemas.openxmlformats.org/officeDocument/2006/relationships/image" Target="/ppt/media/image14.png" Id="R67f1169f8a5947c0" /><Relationship Type="http://schemas.openxmlformats.org/officeDocument/2006/relationships/image" Target="/ppt/media/image15.png" Id="R7f3019053fb5444e" /><Relationship Type="http://schemas.openxmlformats.org/officeDocument/2006/relationships/image" Target="/ppt/media/image16.png" Id="Ra9ff2a36e012460e" /><Relationship Type="http://schemas.openxmlformats.org/officeDocument/2006/relationships/image" Target="/ppt/media/image17.png" Id="Re659487aa462482a" /><Relationship Type="http://schemas.openxmlformats.org/officeDocument/2006/relationships/notesSlide" Target="/ppt/notesSlides/notesSlide26.xml" Id="R9169439307444268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160e30da9ae4dd1" /><Relationship Type="http://schemas.openxmlformats.org/officeDocument/2006/relationships/image" Target="/ppt/media/image8.png" Id="Rb2e11d8608f148cb" /><Relationship Type="http://schemas.openxmlformats.org/officeDocument/2006/relationships/image" Target="/ppt/media/image9.png" Id="R5a1ca6286c784fb1" /><Relationship Type="http://schemas.openxmlformats.org/officeDocument/2006/relationships/image" Target="/ppt/media/image10.png" Id="R01f9254b3baf4214" /><Relationship Type="http://schemas.openxmlformats.org/officeDocument/2006/relationships/image" Target="/ppt/media/image11.png" Id="Re775c714f19042fa" /><Relationship Type="http://schemas.openxmlformats.org/officeDocument/2006/relationships/image" Target="/ppt/media/image12.png" Id="R0b638ad7af63419a" /><Relationship Type="http://schemas.openxmlformats.org/officeDocument/2006/relationships/image" Target="/ppt/media/image13.png" Id="R3b9559ec27364a3f" /><Relationship Type="http://schemas.openxmlformats.org/officeDocument/2006/relationships/image" Target="/ppt/media/image14.png" Id="R5cac85dac2234d2a" /><Relationship Type="http://schemas.openxmlformats.org/officeDocument/2006/relationships/image" Target="/ppt/media/image15.png" Id="R4b2901b779564d9c" /><Relationship Type="http://schemas.openxmlformats.org/officeDocument/2006/relationships/image" Target="/ppt/media/image16.png" Id="R5960903c6f7749af" /><Relationship Type="http://schemas.openxmlformats.org/officeDocument/2006/relationships/image" Target="/ppt/media/image17.png" Id="R6e140c0e2c20496c" /><Relationship Type="http://schemas.openxmlformats.org/officeDocument/2006/relationships/image" Target="/ppt/media/image39.png" Id="Rf5a563a90da140ef" /><Relationship Type="http://schemas.openxmlformats.org/officeDocument/2006/relationships/notesSlide" Target="/ppt/notesSlides/notesSlide27.xml" Id="R811f853c03cf46de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db2d5d4d31448e" /><Relationship Type="http://schemas.openxmlformats.org/officeDocument/2006/relationships/image" Target="/ppt/media/image8.png" Id="R513184dfdeee464d" /><Relationship Type="http://schemas.openxmlformats.org/officeDocument/2006/relationships/image" Target="/ppt/media/image9.png" Id="R5a9d763c9fcd462f" /><Relationship Type="http://schemas.openxmlformats.org/officeDocument/2006/relationships/image" Target="/ppt/media/image10.png" Id="R3de71b48a3b0445e" /><Relationship Type="http://schemas.openxmlformats.org/officeDocument/2006/relationships/image" Target="/ppt/media/image11.png" Id="R10a66e87b276466d" /><Relationship Type="http://schemas.openxmlformats.org/officeDocument/2006/relationships/image" Target="/ppt/media/image12.png" Id="R2a8cb3f99d354f42" /><Relationship Type="http://schemas.openxmlformats.org/officeDocument/2006/relationships/image" Target="/ppt/media/image13.png" Id="Rb49617fd00644b49" /><Relationship Type="http://schemas.openxmlformats.org/officeDocument/2006/relationships/image" Target="/ppt/media/image14.png" Id="R83a03fec788749fb" /><Relationship Type="http://schemas.openxmlformats.org/officeDocument/2006/relationships/image" Target="/ppt/media/image15.png" Id="R07050102491d4af0" /><Relationship Type="http://schemas.openxmlformats.org/officeDocument/2006/relationships/image" Target="/ppt/media/image16.png" Id="Rde94cb5eb2ae4f70" /><Relationship Type="http://schemas.openxmlformats.org/officeDocument/2006/relationships/image" Target="/ppt/media/image17.png" Id="R0197bebcbf5d47f5" /><Relationship Type="http://schemas.openxmlformats.org/officeDocument/2006/relationships/image" Target="/ppt/media/image2.jpeg" Id="R89ae010544314fc4" /><Relationship Type="http://schemas.openxmlformats.org/officeDocument/2006/relationships/notesSlide" Target="/ppt/notesSlides/notesSlide28.xml" Id="R3e77e5a232d64df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e4f390ea9a47c2" /><Relationship Type="http://schemas.openxmlformats.org/officeDocument/2006/relationships/image" Target="/ppt/media/image31.png" Id="R4ba67e587a9043d0" /><Relationship Type="http://schemas.openxmlformats.org/officeDocument/2006/relationships/image" Target="/ppt/media/image32.png" Id="Rdaf08427cb044753" /><Relationship Type="http://schemas.openxmlformats.org/officeDocument/2006/relationships/image" Target="/ppt/media/image33.png" Id="Rbad715fa66b44eb1" /><Relationship Type="http://schemas.openxmlformats.org/officeDocument/2006/relationships/image" Target="/ppt/media/image34.png" Id="R5b5410d91a20418f" /><Relationship Type="http://schemas.openxmlformats.org/officeDocument/2006/relationships/image" Target="/ppt/media/image35.png" Id="R892ff583705f451a" /><Relationship Type="http://schemas.openxmlformats.org/officeDocument/2006/relationships/image" Target="/ppt/media/image36.png" Id="Rbd69a55f6cd34b12" /><Relationship Type="http://schemas.openxmlformats.org/officeDocument/2006/relationships/notesSlide" Target="/ppt/notesSlides/notesSlide29.xml" Id="Raba1f63d36184d66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30fdc3f14e24ac2" /><Relationship Type="http://schemas.openxmlformats.org/officeDocument/2006/relationships/image" Target="/ppt/media/image8.png" Id="Rfdb4865b8f21477b" /><Relationship Type="http://schemas.openxmlformats.org/officeDocument/2006/relationships/image" Target="/ppt/media/image9.png" Id="R7db9560c8e54413e" /><Relationship Type="http://schemas.openxmlformats.org/officeDocument/2006/relationships/image" Target="/ppt/media/image10.png" Id="R0fdabb60e6af494e" /><Relationship Type="http://schemas.openxmlformats.org/officeDocument/2006/relationships/image" Target="/ppt/media/image11.png" Id="Rac74ca9469504685" /><Relationship Type="http://schemas.openxmlformats.org/officeDocument/2006/relationships/image" Target="/ppt/media/image12.png" Id="Re5d3b951e4544300" /><Relationship Type="http://schemas.openxmlformats.org/officeDocument/2006/relationships/image" Target="/ppt/media/image13.png" Id="Re298c6cafd5c4f97" /><Relationship Type="http://schemas.openxmlformats.org/officeDocument/2006/relationships/image" Target="/ppt/media/image14.png" Id="Re37fba2737824da2" /><Relationship Type="http://schemas.openxmlformats.org/officeDocument/2006/relationships/image" Target="/ppt/media/image15.png" Id="R7e2e0461be71409f" /><Relationship Type="http://schemas.openxmlformats.org/officeDocument/2006/relationships/image" Target="/ppt/media/image16.png" Id="Rf524c79d224c44aa" /><Relationship Type="http://schemas.openxmlformats.org/officeDocument/2006/relationships/image" Target="/ppt/media/image17.png" Id="R5c46ef2ff8b1471a" /><Relationship Type="http://schemas.openxmlformats.org/officeDocument/2006/relationships/image" Target="/ppt/media/image3.jpeg" Id="Red1702c033cf459d" /><Relationship Type="http://schemas.openxmlformats.org/officeDocument/2006/relationships/notesSlide" Target="/ppt/notesSlides/notesSlide30.xml" Id="R6e7c06e2cc0f4df0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50848651c34d35" /><Relationship Type="http://schemas.openxmlformats.org/officeDocument/2006/relationships/image" Target="/ppt/media/image8.png" Id="Rd4f85beeafa341d9" /><Relationship Type="http://schemas.openxmlformats.org/officeDocument/2006/relationships/image" Target="/ppt/media/image9.png" Id="Rab73ab7ffb9d4918" /><Relationship Type="http://schemas.openxmlformats.org/officeDocument/2006/relationships/image" Target="/ppt/media/image10.png" Id="R72c6b0cb51b946af" /><Relationship Type="http://schemas.openxmlformats.org/officeDocument/2006/relationships/image" Target="/ppt/media/image11.png" Id="Refb4785f040c42d2" /><Relationship Type="http://schemas.openxmlformats.org/officeDocument/2006/relationships/image" Target="/ppt/media/image12.png" Id="R8e5ecbb1b3e24fac" /><Relationship Type="http://schemas.openxmlformats.org/officeDocument/2006/relationships/image" Target="/ppt/media/image13.png" Id="Ra9aa9f207b544bb4" /><Relationship Type="http://schemas.openxmlformats.org/officeDocument/2006/relationships/image" Target="/ppt/media/image14.png" Id="R5212153d2bf742d7" /><Relationship Type="http://schemas.openxmlformats.org/officeDocument/2006/relationships/image" Target="/ppt/media/image15.png" Id="Rb7f248fdab7c49f2" /><Relationship Type="http://schemas.openxmlformats.org/officeDocument/2006/relationships/image" Target="/ppt/media/image16.png" Id="Rfaa4d6a0104d4a24" /><Relationship Type="http://schemas.openxmlformats.org/officeDocument/2006/relationships/image" Target="/ppt/media/image17.png" Id="Rd16dfc24345c486f" /><Relationship Type="http://schemas.openxmlformats.org/officeDocument/2006/relationships/image" Target="/ppt/media/image4.jpeg" Id="R71078c92b7fd4aeb" /><Relationship Type="http://schemas.openxmlformats.org/officeDocument/2006/relationships/notesSlide" Target="/ppt/notesSlides/notesSlide31.xml" Id="Ra4267d7839bb457c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27a6ba681d45e6" /><Relationship Type="http://schemas.openxmlformats.org/officeDocument/2006/relationships/image" Target="/ppt/media/image8.png" Id="Rd84bcc13fadb4949" /><Relationship Type="http://schemas.openxmlformats.org/officeDocument/2006/relationships/image" Target="/ppt/media/image9.png" Id="R57b8ef7bf8bd46ce" /><Relationship Type="http://schemas.openxmlformats.org/officeDocument/2006/relationships/image" Target="/ppt/media/image10.png" Id="R4bebdea276bc4166" /><Relationship Type="http://schemas.openxmlformats.org/officeDocument/2006/relationships/image" Target="/ppt/media/image11.png" Id="Re7bbba6db0404884" /><Relationship Type="http://schemas.openxmlformats.org/officeDocument/2006/relationships/image" Target="/ppt/media/image12.png" Id="Re674a2e0d3da4869" /><Relationship Type="http://schemas.openxmlformats.org/officeDocument/2006/relationships/image" Target="/ppt/media/image13.png" Id="R802ec46b385c42b4" /><Relationship Type="http://schemas.openxmlformats.org/officeDocument/2006/relationships/image" Target="/ppt/media/image14.png" Id="Rc7e5e7a51b644cc5" /><Relationship Type="http://schemas.openxmlformats.org/officeDocument/2006/relationships/image" Target="/ppt/media/image15.png" Id="Rab93187290dc4526" /><Relationship Type="http://schemas.openxmlformats.org/officeDocument/2006/relationships/image" Target="/ppt/media/image16.png" Id="R6bd4707e4df54920" /><Relationship Type="http://schemas.openxmlformats.org/officeDocument/2006/relationships/image" Target="/ppt/media/image17.png" Id="R95189df3e7394f5b" /><Relationship Type="http://schemas.openxmlformats.org/officeDocument/2006/relationships/image" Target="/ppt/media/image5.jpeg" Id="Rcf3ee8080ba6476d" /><Relationship Type="http://schemas.openxmlformats.org/officeDocument/2006/relationships/notesSlide" Target="/ppt/notesSlides/notesSlide32.xml" Id="Rf0df191ee38544eb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98f041b9cf4cd3" /><Relationship Type="http://schemas.openxmlformats.org/officeDocument/2006/relationships/image" Target="/ppt/media/image8.png" Id="R181e66f852d54e0d" /><Relationship Type="http://schemas.openxmlformats.org/officeDocument/2006/relationships/image" Target="/ppt/media/image9.png" Id="Ra349eb4f745e45f1" /><Relationship Type="http://schemas.openxmlformats.org/officeDocument/2006/relationships/image" Target="/ppt/media/image10.png" Id="Rf83edb99889f41e4" /><Relationship Type="http://schemas.openxmlformats.org/officeDocument/2006/relationships/image" Target="/ppt/media/image11.png" Id="R9014b17c13954f4b" /><Relationship Type="http://schemas.openxmlformats.org/officeDocument/2006/relationships/image" Target="/ppt/media/image12.png" Id="Re4ffa990f5f7417c" /><Relationship Type="http://schemas.openxmlformats.org/officeDocument/2006/relationships/image" Target="/ppt/media/image13.png" Id="Rd4de16c236bd4277" /><Relationship Type="http://schemas.openxmlformats.org/officeDocument/2006/relationships/image" Target="/ppt/media/image14.png" Id="R53302fabdb7d4416" /><Relationship Type="http://schemas.openxmlformats.org/officeDocument/2006/relationships/image" Target="/ppt/media/image15.png" Id="Ra021ab46a12048af" /><Relationship Type="http://schemas.openxmlformats.org/officeDocument/2006/relationships/image" Target="/ppt/media/image16.png" Id="R60a255f7a8bf4138" /><Relationship Type="http://schemas.openxmlformats.org/officeDocument/2006/relationships/image" Target="/ppt/media/image17.png" Id="R06a11501f3f743e6" /><Relationship Type="http://schemas.openxmlformats.org/officeDocument/2006/relationships/notesSlide" Target="/ppt/notesSlides/notesSlide33.xml" Id="R0c54b01f93f24f93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5550748f7b4030" /><Relationship Type="http://schemas.openxmlformats.org/officeDocument/2006/relationships/image" Target="/ppt/media/image8.png" Id="Rc3293b9602cc4736" /><Relationship Type="http://schemas.openxmlformats.org/officeDocument/2006/relationships/image" Target="/ppt/media/image9.png" Id="Ra2405a701f9946f9" /><Relationship Type="http://schemas.openxmlformats.org/officeDocument/2006/relationships/image" Target="/ppt/media/image10.png" Id="R72e8b1a2f0674da1" /><Relationship Type="http://schemas.openxmlformats.org/officeDocument/2006/relationships/image" Target="/ppt/media/image11.png" Id="R26746b0ee16d4aae" /><Relationship Type="http://schemas.openxmlformats.org/officeDocument/2006/relationships/image" Target="/ppt/media/image12.png" Id="R9e5738025d274714" /><Relationship Type="http://schemas.openxmlformats.org/officeDocument/2006/relationships/image" Target="/ppt/media/image13.png" Id="Rc53a8d4a910942c2" /><Relationship Type="http://schemas.openxmlformats.org/officeDocument/2006/relationships/image" Target="/ppt/media/image14.png" Id="R9d26cb2e2067426b" /><Relationship Type="http://schemas.openxmlformats.org/officeDocument/2006/relationships/image" Target="/ppt/media/image15.png" Id="R6bcbda7358f6477b" /><Relationship Type="http://schemas.openxmlformats.org/officeDocument/2006/relationships/image" Target="/ppt/media/image16.png" Id="R3d6e6bfe4f6a46b8" /><Relationship Type="http://schemas.openxmlformats.org/officeDocument/2006/relationships/image" Target="/ppt/media/image17.png" Id="R0f17eb888671422a" /><Relationship Type="http://schemas.openxmlformats.org/officeDocument/2006/relationships/image" Target="/ppt/media/image6.jpeg" Id="R145e9b62f2f3416e" /><Relationship Type="http://schemas.openxmlformats.org/officeDocument/2006/relationships/notesSlide" Target="/ppt/notesSlides/notesSlide34.xml" Id="R7484cfda9a1a4bac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913cb83de848e6" /><Relationship Type="http://schemas.openxmlformats.org/officeDocument/2006/relationships/image" Target="/ppt/media/image18.png" Id="R17ebc336f6054588" /><Relationship Type="http://schemas.openxmlformats.org/officeDocument/2006/relationships/image" Target="/ppt/media/image19.png" Id="R739e4a8d54b24bb4" /><Relationship Type="http://schemas.openxmlformats.org/officeDocument/2006/relationships/image" Target="/ppt/media/image20.png" Id="Rafc9c4aef1f040d4" /><Relationship Type="http://schemas.openxmlformats.org/officeDocument/2006/relationships/image" Target="/ppt/media/image21.png" Id="R6aa91165e4404549" /><Relationship Type="http://schemas.openxmlformats.org/officeDocument/2006/relationships/image" Target="/ppt/media/image22.png" Id="Re0115aadbfbd445d" /><Relationship Type="http://schemas.openxmlformats.org/officeDocument/2006/relationships/image" Target="/ppt/media/image23.png" Id="Reb620ff63aee44a3" /><Relationship Type="http://schemas.openxmlformats.org/officeDocument/2006/relationships/image" Target="/ppt/media/image24.png" Id="Rd7aff5836a5246da" /><Relationship Type="http://schemas.openxmlformats.org/officeDocument/2006/relationships/image" Target="/ppt/media/image25.png" Id="R97a80b5ce4fe4c39" /><Relationship Type="http://schemas.openxmlformats.org/officeDocument/2006/relationships/image" Target="/ppt/media/image26.png" Id="Re68eb41727b94ac1" /><Relationship Type="http://schemas.openxmlformats.org/officeDocument/2006/relationships/image" Target="/ppt/media/image27.png" Id="R650610f551f54d65" /><Relationship Type="http://schemas.openxmlformats.org/officeDocument/2006/relationships/image" Target="/ppt/media/image28.png" Id="Rf51f1df66a374fd6" /><Relationship Type="http://schemas.openxmlformats.org/officeDocument/2006/relationships/image" Target="/ppt/media/image29.png" Id="R00d314a08bcd4b97" /><Relationship Type="http://schemas.openxmlformats.org/officeDocument/2006/relationships/image" Target="/ppt/media/image30.png" Id="R6a048c4388cd4758" /><Relationship Type="http://schemas.openxmlformats.org/officeDocument/2006/relationships/notesSlide" Target="/ppt/notesSlides/notesSlide35.xml" Id="Rb786f0cbae5e4e5b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556f1054c14333" /><Relationship Type="http://schemas.openxmlformats.org/officeDocument/2006/relationships/image" Target="/ppt/media/image31.png" Id="Rc2bc531f51314d32" /><Relationship Type="http://schemas.openxmlformats.org/officeDocument/2006/relationships/image" Target="/ppt/media/image32.png" Id="R2704fa7d98b649b9" /><Relationship Type="http://schemas.openxmlformats.org/officeDocument/2006/relationships/image" Target="/ppt/media/image33.png" Id="Rdf57d167bb774aaf" /><Relationship Type="http://schemas.openxmlformats.org/officeDocument/2006/relationships/image" Target="/ppt/media/image34.png" Id="R753b6738f852446b" /><Relationship Type="http://schemas.openxmlformats.org/officeDocument/2006/relationships/image" Target="/ppt/media/image35.png" Id="Rf8bbca7e47554d53" /><Relationship Type="http://schemas.openxmlformats.org/officeDocument/2006/relationships/image" Target="/ppt/media/image36.png" Id="R035e74e25ca14576" /><Relationship Type="http://schemas.openxmlformats.org/officeDocument/2006/relationships/notesSlide" Target="/ppt/notesSlides/notesSlide36.xml" Id="R2279bd489e874449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984daa81f74b55" /><Relationship Type="http://schemas.openxmlformats.org/officeDocument/2006/relationships/image" Target="/ppt/media/image8.png" Id="R9b890611f6804049" /><Relationship Type="http://schemas.openxmlformats.org/officeDocument/2006/relationships/image" Target="/ppt/media/image9.png" Id="R35651bfb447247f5" /><Relationship Type="http://schemas.openxmlformats.org/officeDocument/2006/relationships/image" Target="/ppt/media/image10.png" Id="Rc9b443e289a5445f" /><Relationship Type="http://schemas.openxmlformats.org/officeDocument/2006/relationships/image" Target="/ppt/media/image11.png" Id="R63302c94dd134a68" /><Relationship Type="http://schemas.openxmlformats.org/officeDocument/2006/relationships/image" Target="/ppt/media/image12.png" Id="Ref754fe32f3f4503" /><Relationship Type="http://schemas.openxmlformats.org/officeDocument/2006/relationships/image" Target="/ppt/media/image13.png" Id="R316e8468efa44e63" /><Relationship Type="http://schemas.openxmlformats.org/officeDocument/2006/relationships/image" Target="/ppt/media/image14.png" Id="Rc6285038e4ad498c" /><Relationship Type="http://schemas.openxmlformats.org/officeDocument/2006/relationships/image" Target="/ppt/media/image15.png" Id="R60be53954edd4b2c" /><Relationship Type="http://schemas.openxmlformats.org/officeDocument/2006/relationships/image" Target="/ppt/media/image16.png" Id="Rf99395c96e4349ec" /><Relationship Type="http://schemas.openxmlformats.org/officeDocument/2006/relationships/image" Target="/ppt/media/image17.png" Id="Rf375a61d4fcf4839" /><Relationship Type="http://schemas.openxmlformats.org/officeDocument/2006/relationships/notesSlide" Target="/ppt/notesSlides/notesSlide37.xml" Id="R77176b9f42ab4ac3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011221d052463c" /><Relationship Type="http://schemas.openxmlformats.org/officeDocument/2006/relationships/image" Target="/ppt/media/image8.png" Id="Ra13ef616ee084126" /><Relationship Type="http://schemas.openxmlformats.org/officeDocument/2006/relationships/image" Target="/ppt/media/image9.png" Id="R1ef8b8db498041c7" /><Relationship Type="http://schemas.openxmlformats.org/officeDocument/2006/relationships/image" Target="/ppt/media/image10.png" Id="R0de152ce5d7a425e" /><Relationship Type="http://schemas.openxmlformats.org/officeDocument/2006/relationships/image" Target="/ppt/media/image11.png" Id="Ra760938b38564f08" /><Relationship Type="http://schemas.openxmlformats.org/officeDocument/2006/relationships/image" Target="/ppt/media/image12.png" Id="R7b1faababaea497a" /><Relationship Type="http://schemas.openxmlformats.org/officeDocument/2006/relationships/image" Target="/ppt/media/image13.png" Id="R030ae71a0d894f4e" /><Relationship Type="http://schemas.openxmlformats.org/officeDocument/2006/relationships/image" Target="/ppt/media/image14.png" Id="Rad189c7297784530" /><Relationship Type="http://schemas.openxmlformats.org/officeDocument/2006/relationships/image" Target="/ppt/media/image15.png" Id="R4e33c157ad7f42b6" /><Relationship Type="http://schemas.openxmlformats.org/officeDocument/2006/relationships/image" Target="/ppt/media/image16.png" Id="R550d5c33f8a44788" /><Relationship Type="http://schemas.openxmlformats.org/officeDocument/2006/relationships/image" Target="/ppt/media/image17.png" Id="R95fbd95bf9bd4264" /><Relationship Type="http://schemas.openxmlformats.org/officeDocument/2006/relationships/image" Target="/ppt/media/image7.jpeg" Id="R4fb059ab6e71436d" /><Relationship Type="http://schemas.openxmlformats.org/officeDocument/2006/relationships/notesSlide" Target="/ppt/notesSlides/notesSlide38.xml" Id="R7f114b7dd8b34b4b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31455b4d344d80" /><Relationship Type="http://schemas.openxmlformats.org/officeDocument/2006/relationships/image" Target="/ppt/media/image8.png" Id="Rf76c2c4a2f3b444e" /><Relationship Type="http://schemas.openxmlformats.org/officeDocument/2006/relationships/image" Target="/ppt/media/image9.png" Id="R2b88161f3ee34653" /><Relationship Type="http://schemas.openxmlformats.org/officeDocument/2006/relationships/image" Target="/ppt/media/image10.png" Id="Ra72b87ef24a349e7" /><Relationship Type="http://schemas.openxmlformats.org/officeDocument/2006/relationships/image" Target="/ppt/media/image11.png" Id="R136985e319db4231" /><Relationship Type="http://schemas.openxmlformats.org/officeDocument/2006/relationships/image" Target="/ppt/media/image12.png" Id="R2127745dd3f84f3c" /><Relationship Type="http://schemas.openxmlformats.org/officeDocument/2006/relationships/image" Target="/ppt/media/image13.png" Id="R021ce3b870134754" /><Relationship Type="http://schemas.openxmlformats.org/officeDocument/2006/relationships/image" Target="/ppt/media/image14.png" Id="Rb82fdec791ee4208" /><Relationship Type="http://schemas.openxmlformats.org/officeDocument/2006/relationships/image" Target="/ppt/media/image15.png" Id="R2964ccf315d54c89" /><Relationship Type="http://schemas.openxmlformats.org/officeDocument/2006/relationships/image" Target="/ppt/media/image16.png" Id="R9767c45d78594ac8" /><Relationship Type="http://schemas.openxmlformats.org/officeDocument/2006/relationships/image" Target="/ppt/media/image17.png" Id="R3745461913dd4cb9" /><Relationship Type="http://schemas.openxmlformats.org/officeDocument/2006/relationships/image" Target="/ppt/media/image40.png" Id="R3473c38391bd4c29" /><Relationship Type="http://schemas.openxmlformats.org/officeDocument/2006/relationships/notesSlide" Target="/ppt/notesSlides/notesSlide39.xml" Id="R86e10a6cff9146a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HARMONYOS SDD · RALPH WORKSHOP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066800"/>
            <a:ext cx="5143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使用 AI 进阶能力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实现较为复杂的需求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324100"/>
            <a:ext cx="514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从需求拆解、开发、验证，到问题定位与协同闭环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" y="2857500"/>
            <a:ext cx="47625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不是提示词技巧课，也不是单纯的项目复盘。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用真实 MDM 与 FreeRDP GPU 问题，训练把复杂需求变成可信结果。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91250"/>
            <a:ext cx="1333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1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1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TRAINING FOCUS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需求闭合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最小实现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49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设备取证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6115050"/>
            <a:ext cx="114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独立反证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6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6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171950"/>
            <a:ext cx="4762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24350"/>
            <a:ext cx="3714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>核心标准</a:t>
            </a:r>
          </a:p>
          <a:p xmlns:a="http://schemas.openxmlformats.org/drawingml/2006/main">
            <a:pPr algn="l">
              <a:buNone/>
              <a:def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>代码不是终点，系统事实能够被追踪、复现和审阅才算交付。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8097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6860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5623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438650"/>
            <a:ext cx="495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61150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最终形成可审计证据包</a:t>
            </a:r>
          </a:p>
        </p:txBody>
      </p:sp>
      <p:pic>
        <p:nvPicPr>
          <p:cNvPr id="16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2eb3f6ea184e5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pic>
        <p:nvPicPr>
          <p:cNvPr id="1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4bb990e97746f2"/>
          <a:stretch xmlns:a="http://schemas.openxmlformats.org/drawingml/2006/main"/>
        </p:blipFill>
        <p:spPr>
          <a:xfrm xmlns:a="http://schemas.openxmlformats.org/drawingml/2006/main">
            <a:off x="4591050" y="4400550"/>
            <a:ext cx="419100" cy="419100"/>
          </a:xfrm>
          <a:prstGeom xmlns:a="http://schemas.openxmlformats.org/drawingml/2006/main" prst="rect">
            <a:avLst/>
          </a:prstGeom>
        </p:spPr>
      </p:pic>
      <p:sp>
        <p:nvSpPr>
          <p:cNvPr id="89" name="opening-flow-bg">
            <a:extLst xmlns:a="http://schemas.openxmlformats.org/drawingml/2006/main">
              <a:ext uri="{FF2B5EF4-FFF2-40B4-BE49-F238E27FC236}">
                <a16:creationId xmlns:a16="http://schemas.microsoft.com/office/drawing/2014/main" id="{88C66CEE-2542-4967-91D4-CD994705E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819150"/>
            <a:ext cx="5391150" cy="489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</p:sp>
      <p:sp>
        <p:nvSpPr>
          <p:cNvPr id="90" name="opening-flow-title">
            <a:extLst xmlns:a="http://schemas.openxmlformats.org/drawingml/2006/main">
              <a:ext uri="{FF2B5EF4-FFF2-40B4-BE49-F238E27FC236}">
                <a16:creationId xmlns:a16="http://schemas.microsoft.com/office/drawing/2014/main" id="{986AAEA5-C59C-44F8-94AD-B8C369505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066800"/>
            <a:ext cx="447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真实设备画面：它能证明什么？</a:t>
            </a:r>
          </a:p>
        </p:txBody>
      </p:sp>
      <p:sp>
        <p:nvSpPr>
          <p:cNvPr id="91" name="opening-accent-rule">
            <a:extLst xmlns:a="http://schemas.openxmlformats.org/drawingml/2006/main">
              <a:ext uri="{FF2B5EF4-FFF2-40B4-BE49-F238E27FC236}">
                <a16:creationId xmlns:a16="http://schemas.microsoft.com/office/drawing/2014/main" id="{18FDD30D-B366-4154-A033-C5BC7D02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04950"/>
            <a:ext cx="8001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92" name="opening-number-0">
            <a:extLst xmlns:a="http://schemas.openxmlformats.org/drawingml/2006/main">
              <a:ext uri="{FF2B5EF4-FFF2-40B4-BE49-F238E27FC236}">
                <a16:creationId xmlns:a16="http://schemas.microsoft.com/office/drawing/2014/main" id="{43CC2A9A-6520-4F89-BC9E-6D4118F90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18288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opening-title-0">
            <a:extLst xmlns:a="http://schemas.openxmlformats.org/drawingml/2006/main">
              <a:ext uri="{FF2B5EF4-FFF2-40B4-BE49-F238E27FC236}">
                <a16:creationId xmlns:a16="http://schemas.microsoft.com/office/drawing/2014/main" id="{8C7ABC11-0FA3-4F62-8514-6FFC90FD5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4" name="opening-body-0">
            <a:extLst xmlns:a="http://schemas.openxmlformats.org/drawingml/2006/main">
              <a:ext uri="{FF2B5EF4-FFF2-40B4-BE49-F238E27FC236}">
                <a16:creationId xmlns:a16="http://schemas.microsoft.com/office/drawing/2014/main" id="{CE3A2F8B-21E9-48EB-B802-09673EDEC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0955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7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3b699c6764bfd"/>
          <a:stretch xmlns:a="http://schemas.openxmlformats.org/drawingml/2006/main"/>
        </p:blipFill>
        <p:spPr>
          <a:xfrm xmlns:a="http://schemas.openxmlformats.org/drawingml/2006/main">
            <a:off x="6391275" y="19145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6" name="opening-step-line-0">
            <a:extLst xmlns:a="http://schemas.openxmlformats.org/drawingml/2006/main">
              <a:ext uri="{FF2B5EF4-FFF2-40B4-BE49-F238E27FC236}">
                <a16:creationId xmlns:a16="http://schemas.microsoft.com/office/drawing/2014/main" id="{0BD04792-A220-45EA-8866-2770B8781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241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97" name="opening-number-1">
            <a:extLst xmlns:a="http://schemas.openxmlformats.org/drawingml/2006/main">
              <a:ext uri="{FF2B5EF4-FFF2-40B4-BE49-F238E27FC236}">
                <a16:creationId xmlns:a16="http://schemas.microsoft.com/office/drawing/2014/main" id="{B85BCD21-9584-400D-A38F-4A0F559E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051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8" name="opening-title-1">
            <a:extLst xmlns:a="http://schemas.openxmlformats.org/drawingml/2006/main">
              <a:ext uri="{FF2B5EF4-FFF2-40B4-BE49-F238E27FC236}">
                <a16:creationId xmlns:a16="http://schemas.microsoft.com/office/drawing/2014/main" id="{F53F6573-E20B-4004-B049-EF1B3BA27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6670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9" name="opening-body-1">
            <a:extLst xmlns:a="http://schemas.openxmlformats.org/drawingml/2006/main">
              <a:ext uri="{FF2B5EF4-FFF2-40B4-BE49-F238E27FC236}">
                <a16:creationId xmlns:a16="http://schemas.microsoft.com/office/drawing/2014/main" id="{10CCFB48-8603-434B-ADA6-45333DDAA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9718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e670bae164466a"/>
          <a:stretch xmlns:a="http://schemas.openxmlformats.org/drawingml/2006/main"/>
        </p:blipFill>
        <p:spPr>
          <a:xfrm xmlns:a="http://schemas.openxmlformats.org/drawingml/2006/main">
            <a:off x="6391275" y="27908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1" name="opening-step-line-1">
            <a:extLst xmlns:a="http://schemas.openxmlformats.org/drawingml/2006/main">
              <a:ext uri="{FF2B5EF4-FFF2-40B4-BE49-F238E27FC236}">
                <a16:creationId xmlns:a16="http://schemas.microsoft.com/office/drawing/2014/main" id="{0BD99563-688F-4546-B7E5-5119F7076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32004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02" name="opening-number-2">
            <a:extLst xmlns:a="http://schemas.openxmlformats.org/drawingml/2006/main">
              <a:ext uri="{FF2B5EF4-FFF2-40B4-BE49-F238E27FC236}">
                <a16:creationId xmlns:a16="http://schemas.microsoft.com/office/drawing/2014/main" id="{9BBBD59E-536A-49B0-B977-FB286EE03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814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opening-title-2">
            <a:extLst xmlns:a="http://schemas.openxmlformats.org/drawingml/2006/main">
              <a:ext uri="{FF2B5EF4-FFF2-40B4-BE49-F238E27FC236}">
                <a16:creationId xmlns:a16="http://schemas.microsoft.com/office/drawing/2014/main" id="{AF0C7A6F-AD38-4CC2-B5E1-148B57F6E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5433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4" name="opening-body-2">
            <a:extLst xmlns:a="http://schemas.openxmlformats.org/drawingml/2006/main">
              <a:ext uri="{FF2B5EF4-FFF2-40B4-BE49-F238E27FC236}">
                <a16:creationId xmlns:a16="http://schemas.microsoft.com/office/drawing/2014/main" id="{780D0676-2702-49B7-A78A-915E07E16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8481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546a9c548495d"/>
          <a:stretch xmlns:a="http://schemas.openxmlformats.org/drawingml/2006/main"/>
        </p:blipFill>
        <p:spPr>
          <a:xfrm xmlns:a="http://schemas.openxmlformats.org/drawingml/2006/main">
            <a:off x="6391275" y="36671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6" name="opening-step-line-2">
            <a:extLst xmlns:a="http://schemas.openxmlformats.org/drawingml/2006/main">
              <a:ext uri="{FF2B5EF4-FFF2-40B4-BE49-F238E27FC236}">
                <a16:creationId xmlns:a16="http://schemas.microsoft.com/office/drawing/2014/main" id="{E65573F2-6E05-451D-ADEC-7F54232F7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4076700"/>
            <a:ext cx="190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07" name="opening-number-3">
            <a:extLst xmlns:a="http://schemas.openxmlformats.org/drawingml/2006/main">
              <a:ext uri="{FF2B5EF4-FFF2-40B4-BE49-F238E27FC236}">
                <a16:creationId xmlns:a16="http://schemas.microsoft.com/office/drawing/2014/main" id="{96D109A0-D91C-4374-935F-56B2C59C8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457700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opening-title-3">
            <a:extLst xmlns:a="http://schemas.openxmlformats.org/drawingml/2006/main">
              <a:ext uri="{FF2B5EF4-FFF2-40B4-BE49-F238E27FC236}">
                <a16:creationId xmlns:a16="http://schemas.microsoft.com/office/drawing/2014/main" id="{C35987CF-650B-4D56-945D-B63A24A5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19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opening-body-3">
            <a:extLst xmlns:a="http://schemas.openxmlformats.org/drawingml/2006/main">
              <a:ext uri="{FF2B5EF4-FFF2-40B4-BE49-F238E27FC236}">
                <a16:creationId xmlns:a16="http://schemas.microsoft.com/office/drawing/2014/main" id="{896E8181-B7E8-4432-AAF4-492DC6A51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4724400"/>
            <a:ext cx="3810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pic>
        <p:nvPicPr>
          <p:cNvPr id="18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12d6e6e077484e"/>
          <a:stretch xmlns:a="http://schemas.openxmlformats.org/drawingml/2006/main"/>
        </p:blipFill>
        <p:spPr>
          <a:xfrm xmlns:a="http://schemas.openxmlformats.org/drawingml/2006/main">
            <a:off x="6391275" y="4543425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11" name="opening-bottom-rule">
            <a:extLst xmlns:a="http://schemas.openxmlformats.org/drawingml/2006/main">
              <a:ext uri="{FF2B5EF4-FFF2-40B4-BE49-F238E27FC236}">
                <a16:creationId xmlns:a16="http://schemas.microsoft.com/office/drawing/2014/main" id="{C673C672-3712-43C4-A775-DADD795A1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19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e3fe9ed074d14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b6f51a13e54ebb"/>
          <a:stretch xmlns:a="http://schemas.openxmlformats.org/drawingml/2006/main"/>
        </p:blipFill>
        <p:spPr>
          <a:xfrm xmlns:a="http://schemas.openxmlformats.org/drawingml/2006/main">
            <a:off x="5943600" y="1470025"/>
            <a:ext cx="5391150" cy="35941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02 · COURSE MAP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两小时跑通一条主闭环，再做一次跨域迁移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MDM 冻结行为语义，GPU 建立同帧证据；两条主线共用一套工程控制法。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最终交付：spec · design · Task Card · patch · acceptance · progress · evidence · GPU diagnosis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3d4d117b154b9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b35df2d4004722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1a402c478d4b46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MDM 主闭环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FreeRDP GPU 迁移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FEATURE-FIRST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EVIDENCE-FIRST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切入点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多用户、状态与事务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切入点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AVC420 / AVC444 双路径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先冻结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行为矩阵与失败语义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先冻结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frameId 同帧证据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最小修改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先规格后实现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最小修改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先找最早异常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spec + patch + acceptance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交付物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GPU diagnosis + evidence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c168a4ac5143f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5309b70bb84897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00–26 需求闭合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03e1a8ae784513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26–70 设计与 Ralph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618e2d81b475f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70–88 平台验收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68939f321f491e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88–116 GPU 迁移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caf9136cfa4fa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116–120 评审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fdc486be3247f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03 · EVIDENCE LOOP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复杂任务每轮必须留下六类证据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失败日志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通过日志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构建记录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设备日志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每一轮只推进一个可验证问题，并让执行轨迹与最终系统状态同时成立。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运行状态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2571a9cfaf42f5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每轮只问三件事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失败是否与目标行为同源？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修改是否保持最小边界？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最终系统事实是否可回读？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MCP 负责取证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工程师负责判断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1fa3e9b13b4140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TASK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冻结本轮唯一结果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629cfcabdf4e0e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制造可解释失败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e7a8deab154c08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VERIFY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窄测、构建、设备回读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2e417dd4624686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LEARN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修正假设与下一任务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68ccd61dc24392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8a48b8c3444c43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991fedcd1f4d9a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91f83bac94491b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f2e28c519145bc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1c5a8ca9d84b04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SCREEN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截图证据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8161c1411f4ebe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不把“跑过一次”误判为“已经完成”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610f4972c94f6c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04 · DOMAIN MODEL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三个控制问题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当前覆盖谁？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 Set 来自 OS account API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先认识五个对象，再谈“防火墙开关”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Account、Policy、Intent、Deployment、systemRuleId 的真相来源不同，不能混成一个状态。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用户想要什么？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系统实际是什么？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Mode / Intent 来自业务输入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Policy / Rules 来自 MDM getter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eb0ad6dffd4270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目标：先分清对象与真相源，再定义“已应用”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71f1e032384447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L1 Account Set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账号快照与 signature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4e7a2733c24c9e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L2 Policy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isOpen 与默认动作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9f273b2260423e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L3 Intent / Deployment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业务规则与每用户落点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b42e52a3af449f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L4 systemRuleId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系统资源身份与回滚重映射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账号事实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用户意图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本地映射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系统策略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系统规则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资源身份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c059584644d1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05 · SESSION FACT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原始需求的问题不是长，而是决定被藏起来了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05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“先不要改”不是拖延，而是在实现前冻结事实源、失败语义和验收口径。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先找会改变状态、调用顺序、补偿或验收的歧义。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73c2eeb32d40f1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8b55227dd44f2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8c5110631e48bc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05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 Session 原话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必须冻结的四个分叉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READ-ONLY FIRST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OPEN DECISIONS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用户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先不要改，先看看怎么改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账号事实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事件参数 / 缓存 / OS 快照？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实时拿到账号信息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部分失败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保留成功 / 整体回滚？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本轮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只输出方案与验收点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已应用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mode / signature / system truth？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凭命名猜 API 或行为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跨进程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Extension 如何通知 UI？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25cde1127f4274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9c10ed9ebd4890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904252df24c3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0052edde854e2e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39cf740d5e5490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fe01069aa04524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2049ae204bd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06 · LIVE PRACTICE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实践：先让 AI 找分叉，人来冻结语义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06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AI 可以扩展选项，但业务语义、事务边界和最终事实必须由人明确决定。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现场产出：spec.md / Open Decisions；每项只有 OPEN 或明确答案。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000db31744df8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300b4fb4324d6f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b9886b80c84ca5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06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AI 允许做什么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人必须决定什么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EXPLORE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FREEZE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英雄任务 + 领域对象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事实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账号集合以谁为准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分析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列出互斥实现分叉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best-effort 或 rollback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影响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指出影响的代码与测试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唯一 commit point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Open Decisions 清单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展示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与系统的口径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96cec5adbf4ff6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76fcba0f544ad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9a698b94614b6b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560176282c4be9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456d6c0abb4a98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ca8aa8d04421a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2b48dd806b4fd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07 · EARS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EARS 让一句“自动同步”直接长出测试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把触发、前置状态、系统动作和超时语义写进一句规格，测试边界就自然出现。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规格一旦冻结，RED、GREEN、timeout 和日志字段都能被明确验收。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b97d8f21c2411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7effdae5124e3c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d9b65852cd4798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Before：模糊需求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After：可测试规格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ONE SENTENCE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EARS / FR-ACC-001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原话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新增账号后自动同步防火墙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WHEN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收到 account-added(123)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何时读取账号事实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WHILE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public 且 desiredEnabled=true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读不到 trigger 怎么办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SHALL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在包含 123 的快照上重放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缺失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是否允许旧快照 dispatch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IF / THEN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5 次仍缺失则不 dispatch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2edaa434c84aa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d4d81cabc8466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0e04377f65425f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e2c5b2d2a84b45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0f899b18ff4e1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24124fb84b4da3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6fb2f828b0421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08 · BEHAVIOR MATRIX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行为矩阵先冻结“什么时候回滚”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失败语义不是统一答案：总开关、模式切换、新增规则和编辑 DNS 的事务边界不同。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不是所有失败都必须回滚；事务边界先由规格决定。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bcbf6a85774ae3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19567bbc984857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36b875a9ac4f43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Best-effort 语义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All-or-nothing 语义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KEEP SUCCESSES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重复开启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no-op，不再写系统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public + 新账号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在最新快照上重放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总开关失败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成功账号保留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模式失败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尝试恢复旧快照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desiredEnabled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mode / signature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允许部分系统状态变化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重复 signature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幂等跳过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a66d658c894ad3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b2f6b6b5e74e09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2b9913a50437b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a7ea120b944dbb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e3f724a1734fc6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5654e286cd4274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3721ae87d429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09 · STATE MODEL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五类状态必须分开，才能定义“已应用”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09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Intent、local apply、system truth、UI projection 与 read error 不能互相替代。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currentMode=public 不等于 public 已覆盖最新账号集合。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55a9ec17cd494c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631e079c0240fa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ff7089d1a945b0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09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不能单独证明成功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最终事实与错误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PROJECTION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SYSTEM TRUTH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 intent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desiredEnabled=true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policy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每用户 isOpen / default action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Local apply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mode=public + signature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rules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每用户规则与数量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projection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开关与模式文案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Read error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读取失败必须保留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风险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页面正确可能只是投影正确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失败时降为 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33a36ca2af14736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69a1d2ba3b494d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5e8e9115b54f18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78393017434b82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419db69957437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2edb1348404202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62984f2e50423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10 · INVARIANTS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三个判断问题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写操作基于谁？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一个明确、已记录的账号快照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真相源决定不变量，也暴露当前 GAP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把不可破坏的条件写清楚，AI 才知道哪些局部修改看似成功、实际越界。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什么时候提交？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读取失败算什么？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系统操作全部成功后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不能当成系统确实为空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5ce34aecef403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CURRENT GAP：系统读取失败仍可能被 fallback 抹成空集合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dde802db5747b8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I1 快照一致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同一轮写操作使用同一账号集合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0f128247dc4a77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I2 保留 isOpen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模式切换不覆盖总开关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e8549e038424a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I3 恢复后重映射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deployment 指向新 systemRuleId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4897a5efe74e51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I4 唯一提交点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成功后写 mode + signature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快照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isOpen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规则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映射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提交点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69d53c2f674c8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11 · PROCESS BOUNDARY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三个边界问题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事件在哪里产生？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EnterpriseAdmin Extension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进程边界比类图更早决定设计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Extension 和 UI 不共享内存；事件、事务与页面刷新必须分成不同职责。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事务在哪里执行？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页面如何得知？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Firewall Handler / Repository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CommonEvent + 路由刷新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195abd15074b5c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CommonEvent 负责传递事实，不负责 policy / rule rollback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84432572544ff2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L1 Extension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接收账号变化事件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7dc5152ddf466a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L2 Coordinator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读取稳定快照并调度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1cc4d243ae45e4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L3 Handler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reconcile、补偿与提交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6b97a4dad240e8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L4 UIAbility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跨进程消费事实并刷新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事件接收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稳定快照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业务事务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事实发布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页面刷新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并发边界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666695b26d478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12 · TRACEABILITY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一行追踪关系，限制 AI 只改必要边界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需求、设计、实现锚点和验证证据必须连成一行，否则任务边界无法审计。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追踪矩阵不是文档装饰，它决定下一轮 AI 可以碰哪里。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0ee261dc2d4f80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381b1af4a244e0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6b4f6827cd49b5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账号稳定快照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事务与 identity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FR-ACC-001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FR-MODE-002 / FR-ID-001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设计决定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trigger 可见才有效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设计决定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失败整体补偿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实现锚点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loadStableSnapshot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实现锚点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rollbackToSnapshot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retry log + handler 次数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remapDeployments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允许修改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Coordinator + 对应测试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fault injection + getter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2a1cbd56a34d0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1f784efaff4a5f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7a199957944f13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5b172b2c164f7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f982f9bc54115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b8198f5c764903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7663e29c714fe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13 · READ-ONLY EXPLORATION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实践：先做只读勘察，不让 AI 猜代码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先找到入口、真相源、副作用和提交点，再给修改权限。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先澄清，再携带收敛后的上下文搜索、修改与测试。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47acfc31a4591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77f255e0c34e1f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b8b7a92ba342ba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T00 / 只读勘察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NO PRODUCTION EDIT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FR-ACC-001 + 仓库根目录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只允许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搜索调用链与历史提交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凭命名推断 API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入口 / 真相源 / commit / GAP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7718860d2473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8257bd9d3463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9c4869a7c949dd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d795c4302e43fe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8197a9d0a244d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27a761768f4629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a1c0d1a3ce43b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3e54f7bd3429e"/>
          <a:stretch xmlns:a="http://schemas.openxmlformats.org/drawingml/2006/main"/>
        </p:blipFill>
        <p:spPr>
          <a:xfrm xmlns:a="http://schemas.openxmlformats.org/drawingml/2006/main">
            <a:off x="6703176" y="1924050"/>
            <a:ext cx="4500648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14 · TASK CARD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任务卡只允许一个可观察结果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14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按可验证依赖切任务，而不是按页面、类或文件数量切。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任务卡限制的是 AI 的自由度，也定义了本轮何时必须停止。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a3adf8ddf64c83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d0e59989974c5f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5500521dcb445c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14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T01 / 允许边界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RED 与停止条件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ONE OUTCOME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STOP CONTRACT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Requirement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FR-ACC-001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[100,112] → [100,112,123]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Allowed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Coordinator + 对应测试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handler 参数包含 123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Forbidden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UI / Handler / Repository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回归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窄测 + 相关全模块测试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trigger 可见后只 dispatch 一次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STOP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diff 不越界 + progress 已写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5da5f747c1426f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17a42ef1143a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34e7ec4e0146cc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cb56a4f43f48f0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f2e2bae0240a3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0145202b7e4f8c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473221ca4e439e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15 · ROUND 1 / RED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1：先看见一个解释得通的 RED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VERIFIED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GREEN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PENDING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SUCCESS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EXIT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0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RED 失败在目标断言；BUILD SUCCESSFUL 与退出码 0 不能替测试做结论。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COVERAGE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GAP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e14c6fc4974667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真实用例级失败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ERROR: expect 1 equals 2</a:t>
            </a:r>
          </a:p>
          <a:p xmlns:a="http://schemas.openxmlformats.org/drawingml/2006/main">
            <a:r>
              <a:t>account-change-coordinator.test.ets:77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r>
              <a:t>BUILD SUCCESSFUL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HVIGOR_EXIT=0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最早异常：旧快照只读一次便提前 dispatch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85817a12c4ed3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READ #1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[100,112] → reject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0266b354584b5c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READ #2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[100,112] → reject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877592ada74a36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READ #3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[100,112,123] → dispatch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aad07f6454241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ASSERT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handler 只执行一次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4b5e02e4034797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e7574bf55d2429f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43dd2e3ee14ec7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66ae89126d4f72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292a07237438a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8bdb3911004128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VERDICT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01190998b4475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目标断言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构建横幅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退出码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RED 必须与目标行为同源，环境失败不能推动实现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ed0f6ff3654cf3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16 · MINIMAL IMPLEMENTATION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三个禁止动作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不要改 Handler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本轮只动快照稳定逻辑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1：AI 只补最小状态转换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实现只负责等待 trigger 可见；不改 Handler、不伪造账号、不吞掉读取失败。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 append trigger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不要吞失败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事件参数不是系统事实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读取失败与空集合分开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1e4fc4570e455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最小修改：只补一段可验证的状态转换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c8abda5448a4bc8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S1 EVENT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account-added(123)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e495322b464f05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S2 READ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最多 5 次读取系统账号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e98faaf4134c7c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S3 VALID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快照包含 123 才返回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260813f2ec4a02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S4 TIMEOUT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不 dispatch、不提交旧事实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retry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TIMEOUT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no dispatch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4707015dc04288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17 · CONTEXT ENGINEERING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长任务的记忆写在 progress，不在聊天记录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每轮只加载 spec、当前任务、progress 和 evidence 索引，避免上下文随会话膨胀。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任务进度是跨会话的工程事实，不是聊天摘要。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e5d29754e04843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f0686034974dcd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622b9c18940a8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progress.md 本轮记录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DURABLE MEMORY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假设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事件先于账号查询可见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前两读无 123，第三读出现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新事实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稳定是 trigger 可见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Next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进入故障注入与回滚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679e416afd4204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772f74aec74bff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6ba452045145a0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39ec4d39a045b6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5c041c022d4423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594ff3e8048d9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9c2b3f10954fd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f55c84483644d3"/>
          <a:stretch xmlns:a="http://schemas.openxmlformats.org/drawingml/2006/main"/>
        </p:blipFill>
        <p:spPr>
          <a:xfrm xmlns:a="http://schemas.openxmlformats.org/drawingml/2006/main">
            <a:off x="6572250" y="2145918"/>
            <a:ext cx="4762500" cy="2680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18 · DEBUG / SESSION FACT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DEBUG：先找最早异常，不从 UI 倒推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真实 Session 连续推翻三次猜测，最终把问题定位到跨进程传播和局部消费者。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最早异常：事实已产生，但没有按职责传播到所有依赖者。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ddece8d9c9422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13001400e54265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66deb18e5c426a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用户连续纠偏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新证据如何改写假设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STOP GUESSING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HYPOTHESIS LADDER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08:34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延迟 2S 还是拿不到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刷新慢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延迟 2 秒仍复现 → 推翻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08:47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加日志，看看到底什么原因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Provider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raw=[100,114] → 读取成立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08:59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两个进程，静态传递不行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静态状态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跨进程不可见 → 推翻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09:13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规则和记录仍不会刷新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CommonEvent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卡片绿、规则未绿 → PARTIAL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7ad073c24c486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e732210ada4d2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a3c5bfa3a4a54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c57bd555bd4371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447479f2584da8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754cfd5d1744c3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ff3cc672a74eb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19 · TRANSACTION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先由规格决定事务边界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19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总开关允许部分成功；模式切换、新增规则和 DNS 编辑需要不同的补偿策略。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同一个“失败”在不同操作中，可以拥有完全不同的业务语义。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94d69b2ee74d2c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3a2f2b409649fb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5aa5892ad94f88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19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允许部分成功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必须补偿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BEST-EFFORT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TRANSACTIONAL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操作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总开关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模式切换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失败后恢复旧快照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失败后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成功账号保持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新增规则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删除已成功 deployment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本地提交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不写 desired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DNS 编辑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重建旧 DNS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逐账号原始结果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保存恢复后的新 ID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001ae507aa428d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9460e6d5804ee8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36821e34e54951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ac028a65846495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e5674505a3b4688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9d605e1b414e5a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573170630041dd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20 · COMMIT POINT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成功路径先锁住唯一 commit point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VALID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ALL OK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RULES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ALL OK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FAILURES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EMPTY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只有系统 policy 与预置 rules 全部成功，目标 mode 和 signature 才能持久化。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COMMITTED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e33a494cac48f0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提交前必须同时成立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账号快照有效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所有系统写入成功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没有未处理失败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补偿路径可执行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绿色节点之前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禁止持久化目标 apply state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1511a07abc482d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读取有效账号集合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07172fefda4e4d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POLICY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写各用户 Policy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3f1c723d264f2a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RULES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下发预置 Rules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0dc42449ed4a85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COMMIT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写 mode + signature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2c2d275e54d20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4f58cb81e034d46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b625d33ff4634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7751c85a514c49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519154c4304917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f59e1cc3d14313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READBACK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c52711134c4f74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任何一个系统动作失败，都先补偿旧快照再判断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cf2c7a66a469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21 · ROUND 2 / FAULT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Round 2：在账号 123 的第 2 条规则注入失败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21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确定性故障注入用来验证事务语义，不伪装成历史 Session 的原始事件。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故障注入必须稳定、可重复，并与冻结的失败语义一一对应。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e376bcfffb545e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4e8ea4942c46d7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9aacce2e1e4780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21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故障注入场景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四个核心断言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TEACHING COMPOSITE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初始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public + enabled + [100,112]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提交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 mode/signature 不提交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目标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重放到 [100,112,123]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旧 policy/rules 被尝试恢复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注入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123 的第 2 次 addRule 失败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残留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目标规则不得残留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要求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留下可回读的补偿证据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mapping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指向恢复后新 systemRuleId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cea37d34046d7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acd08197974399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895d96edee4b3b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61b99c5224352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4cb08897fb497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8478cc62a3413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3d727c306244cc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22 · ROLLBACK IDENTITY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回滚最难的是 identity，不是把旧对象写回去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业务 intent 保持稳定，但系统资源重建后会获得新的 systemRuleId。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业务 identity 要稳定；系统 resource identity 允许在补偿后变化。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213aa64b6c43e8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0d1a3b92a346ca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c3e5bc2138434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失败前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回滚重建后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OLD RESOURCE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NEW RESOURCE ID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Intent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Rollback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old 8001 → add again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100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new ID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9417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systemRuleId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8001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Intent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仍然稳定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→ 100 → 8001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Deployment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R1 → 100 → 9417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1b6e91a5a940fc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4d7c9cf0fe4621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1b9fc96834a07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593d19d9bc4ab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f4624602ae4288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d97ef179fb4855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b3692bb6142b2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23 · PLATFORM GATES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代码正确之前，先过四道平台门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SDK、权限、管理员和设备条件失败时，结论是 BLOCKED 或 UNKNOWN，不要改业务代码。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平台预检失败时，业务 diff 再漂亮也不能形成 GREEN。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588ffa9cd84395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19bba564aa4a6d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cb0abfd32400d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开发环境预检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运行环境预检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SDK / PERMISSION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ADMIN / DEVICE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SDK / API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目标类型与 API level 存在？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Admin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企业管理员已激活？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Permission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权限与签名 ACL 匹配？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Device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账号、网络、包版本可确认？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BLOCKED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4839a26c74a51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70e372758a4e4b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8883c9b09a4ceb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c6cc290af4934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1582d7fbb146aa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eddbe9f3340cb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09bfc4b8bae4ec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24 · CROSS-PROCESS EVIDENCE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真实 Session 纠偏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两个进程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静态变量和回调不能传事实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跨进程事件传事实，业务事务仍留在 Handler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事件接收、系统读取、业务 reconcile、事实发布和 UI 刷新必须分别记录。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局部 GREEN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遥测缺口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卡片刷新，规则与记录未刷新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历史日志没有统一 eventId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c4d760a0da48a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79572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CommonEvent 解决传递，不自动完成规则重放、记录刷新或事务补偿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e3e09991b04d7d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P1 eventReceived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Extension 收到 account change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6e3598d88b44fc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P2 businessSucceeded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Handler 完成 reconcile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75c45287f4375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P3 factPublished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CommonEvent 发布稳定事实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bba2c57fd044a6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P4 uiRefreshed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所有依赖消费者完成刷新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event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snapshot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handler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publish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consumer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eventId GAP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e503140a5496e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25 · MCP EVIDENCE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MCP 是证据执行器，不是事实制造器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25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工具成功、业务成功和系统最终状态是三种不同结论，必须分层判定。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用 UI 证据证明 UI；没有系统回读时，不替系统层下 PASS。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4485b4705641ef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f158712b5b47b9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8e596bc72744d2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25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Protocol / Tool 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Business / System 层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EXECUTION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OUTCOME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Protocol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参数满足 Schema？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Internal getter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getPolicy/listRules PRESENT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Tool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调用返回、退出码、artifact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Acceptance bridge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get_runtime_state MISSING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action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toggle_firewall PASS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System readback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per-user policy/rules 缺失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UI tree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false → true PRESENT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Final verdict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cb43fc54b741ce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5f98bb58b14bd9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df0979a2d248e5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0fa13e1e2e4886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a6ccf4f8a54041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cf13d2ea2a49b9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335bbeb9224890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26 · ACCEPTANCE CONTRACT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实践：把验收写成可执行的系统契约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26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先冻结结构化回读 Schema 与 PASS 规则，再决定是否需要补只读 bridge。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课堂实操预留：先写契约和判定表，不在现场临时发明 PASS。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a8139c789140d2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fdabe24acc44d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9a1f96fbf04329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26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Readback Schema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判定规则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TARGET JSON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PASS / FAIL / UNKNOWN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result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PASS | FAIL | UNKNOWN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系统事实与目标全部一致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accounts + signature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FAIL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读到明确不一致或业务错误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users[]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id + isOpen + ruleCount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关键读取失败或证据缺失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device + commit + timestamp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操作链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build→install→trigger→getter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58f99d2f64f09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f300684f4e4270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d801541ac6459f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f1169f8a5947c0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3019053fb5444e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ff2a36e012460e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59487aa462482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27 · MDM CHECKPOINT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MDM Checkpoint：交付一条完整证据链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同伴 Reviewer 同时检查执行轨迹与系统 Outcome；Implementer 不能独自给自己打分。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Outcome 决定最终结论；Trace 用于解释可信度、复现过程和发现越界。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e11d8608f148c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1ca6286c784fb1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f9254b3baf421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同伴验收六问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INDEPENDENT REVIEW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规格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事实、失败语义、提交点冻结？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实现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T01/T02 是否真的 RED→GREEN？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设备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真机证据与 UNKNOWN 诚实？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边界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diff 完全落在允许范围？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75c714f19042fa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638ad7af63419a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9559ec27364a3f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ac85dac2234d2a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901b779564d9c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60903c6f7749af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140c0e2c20496c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a563a90da140ef"/>
          <a:stretch xmlns:a="http://schemas.openxmlformats.org/drawingml/2006/main"/>
        </p:blipFill>
        <p:spPr>
          <a:xfrm xmlns:a="http://schemas.openxmlformats.org/drawingml/2006/main">
            <a:off x="6572250" y="2494376"/>
            <a:ext cx="4762500" cy="198354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28 · GPU / EVIDENCE-FIRST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GPU 问题先走 Evidence-first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28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看到黑屏先冻结现象和缺失证据，不从症状直接跳到 decoder、shader 或线程。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Evidence-first 不是更慢，而是先缩小搜索空间。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3184dfdeee464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9d763c9fcd462f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e71b48a3b0445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28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两种复杂任务入口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METHOD TRANSFER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MDM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需求→规格→RED→系统回读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GPU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现象→帧证据→可证伪假设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禁止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从黑屏直接改 shader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现场选择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哪条证据能推翻你的第一判断？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0a66e87b276466d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8cb3f99d354f42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9617fd00644b49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a03fec788749fb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50102491d4af0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94cb5eb2ae4f70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197bebcbf5d47f5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ae010544314fc4"/>
          <a:stretch xmlns:a="http://schemas.openxmlformats.org/drawingml/2006/main"/>
        </p:blipFill>
        <p:spPr>
          <a:xfrm xmlns:a="http://schemas.openxmlformats.org/drawingml/2006/main">
            <a:off x="6572250" y="2493963"/>
            <a:ext cx="4762500" cy="198437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29 · TWO GPU PATHS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三个定位问题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命令走哪条 codec？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先证明 AVC420 或 AVC444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先分开两条真实数据路径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420 与 444 共用输出目标，但输入、retained state 和合成语义完全不同。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谁拥有输出？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最早异常在哪？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RenderOutputOwner 必须唯一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decode / queue / retained / present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67e587a9043d0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只加载当前 command 实际经过的 codec、consumer 与 owner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08427cb044753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decode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OH_AVCodec → opaque NativeBuffer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715fa66b44eb1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compose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EGLImage / OES → RGBA retained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5410d91a20418f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decode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单 Decoder → mapped NV12/NV21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2ff583705f451a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compose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LC 更新 → retained Y/U/V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frameId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codec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69a55f6cd34b12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30 · LIVE PRACTICE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实践：用同一个 frameId 还原一帧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30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本轮只补观测，不改 renderer、queue policy 或 fallback；先找 last-good 与 first-abnormal。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targetEpoch 是 TARGET telemetry：当前实现尚未完整闭环，必须明确标 GAP。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b4865b8f21477b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b9560c8e54413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dabb60e6af494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30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G01 / Instrument only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096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COMMON EVENT SCHEMA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Identity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runId / sessionId / frameId / seq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Timing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tsUs / pts / durationUs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depth / age / owner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链路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command→decode→retained→present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c74ca9469504685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d3b951e4544300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98c6cafd5c4f97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7fba2737824da2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e2e0461be71409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24c79d224c44aa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46ef2ff8b1471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1702c033cf459d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31 · METRICS ROUTING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指标只负责选择下一层，不替你下结论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31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decode、queue age、compose 和白屏现象只用于选择下一轮验证边界。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FPS 是结果指标；最早异常 + 分段耗时 + queue age 才能选择修改层。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f85beeafa341d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73ab7ffb9d4918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c6b0cb51b946af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31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证据组合 → 下一层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38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ROUTE THE INVESTIGATION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decode 高 / queue 低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codec 输入与 PTS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decode 低 / queue age 高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worker 与背压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compose 高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 import / shader / dirty rect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全段低但画面白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验证上游内容与 readiness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b4785f040c42d2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e5ecbb1b3e24fa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a9f207b544bb4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2153d2bf742d7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248fdab7c49f2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a4d6a0104d4a24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6dfc24345c486f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78c92b7fd4aeb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32 · LIFECYCLE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HarmonyOS 适配难在 Buffer 与 Surface 生命周期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32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GPU 送显必须同时冻结对象身份、所有权、生命周期和 resize 后的不变量。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retained 尺寸、target 尺寸和 surface generation 必须同步变化。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bcc13fadb494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b8ef7bf8bd46ce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ebdea276bc4166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32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四个移植边界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BUFFER / SURFACE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Codec 输出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callback / PTS / NativeBuffer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GPU 导入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format / stride / planes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输出目标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create / resize / destroy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失败回退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释放 owner，恢复 GDI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bbba6db0404884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4a2e0d3da4869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02ec46b385c42b4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e5e7a51b644cc5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b93187290dc4526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d4707e4df54920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189df3e7394f5b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3ee8080ba6476d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33 · CODE ANCHORS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项目里其实是两层、三套 OH_AVCodec 接入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33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先证明当前命令进入哪套接入，再获得修改对应文件的权限。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公共的是 codec 生命周期，不是 420/444 的实现假设。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1e66f852d54e0d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49eb4f745e45f1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3edb99889f41e4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33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FreeRDP codec subsystem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App compositor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NATIVE GDI / FALLBACK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420 + 444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接入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h264_ohos_decoder*.c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AVC420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opaque NativeBuffer → EGL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角色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原生 GDI decode / fallback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AVC444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mapped planes → LC 合成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公共生命周期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create→configure→start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公共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callbacks / input / output / reset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修改前提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命令确实经过该路径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不同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retained 与合成语义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014b17c13954f4b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ffa990f5f7417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de16c236bd4277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02fabdb7d4416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21ab46a12048af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a255f7a8bf413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a11501f3f743e6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34 · LIVE PRACTICE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实践：420 验证 import，444 验证 plane math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34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漂亮色块只能证明视觉一致；import 成功和 plane math 正确仍要结构化证据。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420 看 EGLImage/OES 日志；444 看 runtime planes 与边界检查。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293b9602cc473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405a701f9946f9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e8b1a2f0674da1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34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/ opaque output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IMPORT CONTRACT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EGLImage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OH_NativeBuffer 能否导入？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External OES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采样方向、裁剪、色彩？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dirty rect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外部像素由 retained 保留？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AVC444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offset / stride / U-V 顺序？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46b0ee16d4aae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738025d274714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3a8d4a910942c2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26cb2e2067426b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cbda7358f6477b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e6bfe4f6a46b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17eb888671422a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45e9b62f2f3416e"/>
          <a:stretch xmlns:a="http://schemas.openxmlformats.org/drawingml/2006/main"/>
        </p:blipFill>
        <p:spPr>
          <a:xfrm xmlns:a="http://schemas.openxmlformats.org/drawingml/2006/main">
            <a:off x="6610350" y="1924050"/>
            <a:ext cx="4686300" cy="31242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35 · AVC420 TAKEOVER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95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结论出口</a:t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先有可信背景，才能接管输出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924050"/>
            <a:ext cx="1809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EVIDENCE OUTPUT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2288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SURFACE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MATCH</a:t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8194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BASE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READY</a:t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34099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IMPORT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PASS</a:t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0005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  <a:p xmlns:a="http://schemas.openxmlformats.org/drawingml/2006/main">
            <a:pPr algn="l">
              <a:lnSpc>
                <a:spcPct val="100000"/>
              </a:lnSpc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COMPLETE</a:t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对象存在不等于内容 ready；首次 takeover 前必须证明完整 surface 或可信同尺寸 GDI base。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62150"/>
            <a:ext cx="272415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8478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438650"/>
            <a:ext cx="2266950" cy="971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669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8575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4480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0386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62915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59105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UNIQUE</a:t>
            </a:r>
          </a:p>
        </p:txBody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bc336f6054588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oncept-header-rule">
            <a:extLst xmlns:a="http://schemas.openxmlformats.org/drawingml/2006/main">
              <a:ext uri="{FF2B5EF4-FFF2-40B4-BE49-F238E27FC236}">
                <a16:creationId xmlns:a16="http://schemas.microsoft.com/office/drawing/2014/main" id="{DD7C09CC-1556-4B60-A092-1B1E8149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concept-key-title">
            <a:extLst xmlns:a="http://schemas.openxmlformats.org/drawingml/2006/main">
              <a:ext uri="{FF2B5EF4-FFF2-40B4-BE49-F238E27FC236}">
                <a16:creationId xmlns:a16="http://schemas.microsoft.com/office/drawing/2014/main" id="{20763748-8857-41C1-A46C-B729125A1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09800"/>
            <a:ext cx="2000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接管前的不变量</a:t>
            </a:r>
          </a:p>
        </p:txBody>
      </p:sp>
      <p:sp>
        <p:nvSpPr>
          <p:cNvPr id="90" name="concept-key-body">
            <a:extLst xmlns:a="http://schemas.openxmlformats.org/drawingml/2006/main">
              <a:ext uri="{FF2B5EF4-FFF2-40B4-BE49-F238E27FC236}">
                <a16:creationId xmlns:a16="http://schemas.microsoft.com/office/drawing/2014/main" id="{25B41D1C-66AA-42FB-918D-58E2A779D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24150"/>
            <a:ext cx="20955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覆盖完整 Surface？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有同尺寸可信 GDI snapshot？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retained state 是否 ready？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 xmlns:a="http://schemas.openxmlformats.org/drawingml/2006/main">
            <a:pPr algn="l"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当前 command 数据是否仍有效？</a:t>
            </a:r>
          </a:p>
        </p:txBody>
      </p:sp>
      <p:sp>
        <p:nvSpPr>
          <p:cNvPr id="91" name="concept-key-result">
            <a:extLst xmlns:a="http://schemas.openxmlformats.org/drawingml/2006/main">
              <a:ext uri="{FF2B5EF4-FFF2-40B4-BE49-F238E27FC236}">
                <a16:creationId xmlns:a16="http://schemas.microsoft.com/office/drawing/2014/main" id="{D555AA78-42B7-4C5C-9DFD-48DD14213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339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没有可信 base</a:t>
            </a:r>
          </a:p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就不 suppress GDI</a:t>
            </a:r>
          </a:p>
        </p:txBody>
      </p:sp>
      <p:sp>
        <p:nvSpPr>
          <p:cNvPr id="92" name="ralph-core">
            <a:extLst xmlns:a="http://schemas.openxmlformats.org/drawingml/2006/main">
              <a:ext uri="{FF2B5EF4-FFF2-40B4-BE49-F238E27FC236}">
                <a16:creationId xmlns:a16="http://schemas.microsoft.com/office/drawing/2014/main" id="{E51B9C1A-5DA6-438E-9F5F-C111D86EB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628900"/>
            <a:ext cx="1676400" cy="1676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28575">
            <a:solidFill>
              <a:srgbClr val="6D45C7"/>
            </a:solidFill>
            <a:prstDash val="solid"/>
          </a:ln>
        </p:spPr>
      </p:sp>
      <p:pic>
        <p:nvPicPr>
          <p:cNvPr id="19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9e4a8d54b24bb4"/>
          <a:stretch xmlns:a="http://schemas.openxmlformats.org/drawingml/2006/main"/>
        </p:blipFill>
        <p:spPr>
          <a:xfrm xmlns:a="http://schemas.openxmlformats.org/drawingml/2006/main">
            <a:off x="5924550" y="2914650"/>
            <a:ext cx="647700" cy="647700"/>
          </a:xfrm>
          <a:prstGeom xmlns:a="http://schemas.openxmlformats.org/drawingml/2006/main" prst="rect">
            <a:avLst/>
          </a:prstGeom>
        </p:spPr>
      </p:pic>
      <p:sp>
        <p:nvSpPr>
          <p:cNvPr id="94" name="ralph-core-title">
            <a:extLst xmlns:a="http://schemas.openxmlformats.org/drawingml/2006/main">
              <a:ext uri="{FF2B5EF4-FFF2-40B4-BE49-F238E27FC236}">
                <a16:creationId xmlns:a16="http://schemas.microsoft.com/office/drawing/2014/main" id="{F331D5CC-1CBB-42C1-A7D7-30ED70757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38550"/>
            <a:ext cx="1066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RALPH</a:t>
            </a:r>
          </a:p>
        </p:txBody>
      </p:sp>
      <p:sp>
        <p:nvSpPr>
          <p:cNvPr id="95" name="ralph-core-sub">
            <a:extLst xmlns:a="http://schemas.openxmlformats.org/drawingml/2006/main">
              <a:ext uri="{FF2B5EF4-FFF2-40B4-BE49-F238E27FC236}">
                <a16:creationId xmlns:a16="http://schemas.microsoft.com/office/drawing/2014/main" id="{4BB17387-D193-4637-AA15-6D61F04C8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9433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证据闭环</a:t>
            </a:r>
          </a:p>
        </p:txBody>
      </p:sp>
      <p:sp>
        <p:nvSpPr>
          <p:cNvPr id="96" name="loop-title-0">
            <a:extLst xmlns:a="http://schemas.openxmlformats.org/drawingml/2006/main">
              <a:ext uri="{FF2B5EF4-FFF2-40B4-BE49-F238E27FC236}">
                <a16:creationId xmlns:a16="http://schemas.microsoft.com/office/drawing/2014/main" id="{50F8C196-82D3-4733-A5E3-554229E7B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COMMAND</a:t>
            </a:r>
          </a:p>
        </p:txBody>
      </p:sp>
      <p:sp>
        <p:nvSpPr>
          <p:cNvPr id="97" name="loop-body-0">
            <a:extLst xmlns:a="http://schemas.openxmlformats.org/drawingml/2006/main">
              <a:ext uri="{FF2B5EF4-FFF2-40B4-BE49-F238E27FC236}">
                <a16:creationId xmlns:a16="http://schemas.microsoft.com/office/drawing/2014/main" id="{58A4AA6E-C932-44C0-82B4-8405B70A4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收到 AVC420 update</a:t>
            </a:r>
          </a:p>
        </p:txBody>
      </p:sp>
      <p:pic>
        <p:nvPicPr>
          <p:cNvPr id="19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fc9c4aef1f040d4"/>
          <a:stretch xmlns:a="http://schemas.openxmlformats.org/drawingml/2006/main"/>
        </p:blipFill>
        <p:spPr>
          <a:xfrm xmlns:a="http://schemas.openxmlformats.org/drawingml/2006/main">
            <a:off x="42672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99" name="loop-title-1">
            <a:extLst xmlns:a="http://schemas.openxmlformats.org/drawingml/2006/main">
              <a:ext uri="{FF2B5EF4-FFF2-40B4-BE49-F238E27FC236}">
                <a16:creationId xmlns:a16="http://schemas.microsoft.com/office/drawing/2014/main" id="{2CC6CAC9-7939-4337-96D7-CE7F99341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19907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BASE</a:t>
            </a:r>
          </a:p>
        </p:txBody>
      </p:sp>
      <p:sp>
        <p:nvSpPr>
          <p:cNvPr id="100" name="loop-body-1">
            <a:extLst xmlns:a="http://schemas.openxmlformats.org/drawingml/2006/main">
              <a:ext uri="{FF2B5EF4-FFF2-40B4-BE49-F238E27FC236}">
                <a16:creationId xmlns:a16="http://schemas.microsoft.com/office/drawing/2014/main" id="{CC460966-AD76-4793-BEC3-32EE2582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2574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full surface 或可信 snapshot</a:t>
            </a:r>
          </a:p>
        </p:txBody>
      </p:sp>
      <p:pic>
        <p:nvPicPr>
          <p:cNvPr id="19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a91165e4404549"/>
          <a:stretch xmlns:a="http://schemas.openxmlformats.org/drawingml/2006/main"/>
        </p:blipFill>
        <p:spPr>
          <a:xfrm xmlns:a="http://schemas.openxmlformats.org/drawingml/2006/main">
            <a:off x="7277100" y="21145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2" name="loop-title-2">
            <a:extLst xmlns:a="http://schemas.openxmlformats.org/drawingml/2006/main">
              <a:ext uri="{FF2B5EF4-FFF2-40B4-BE49-F238E27FC236}">
                <a16:creationId xmlns:a16="http://schemas.microsoft.com/office/drawing/2014/main" id="{45ADCC81-4724-489A-8095-A9A92A2EF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COMPOSE</a:t>
            </a:r>
          </a:p>
        </p:txBody>
      </p:sp>
      <p:sp>
        <p:nvSpPr>
          <p:cNvPr id="103" name="loop-body-2">
            <a:extLst xmlns:a="http://schemas.openxmlformats.org/drawingml/2006/main">
              <a:ext uri="{FF2B5EF4-FFF2-40B4-BE49-F238E27FC236}">
                <a16:creationId xmlns:a16="http://schemas.microsoft.com/office/drawing/2014/main" id="{8356D5D8-EE6E-4070-B635-7A07E2FFD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同步 decode / composite</a:t>
            </a:r>
          </a:p>
        </p:txBody>
      </p:sp>
      <p:pic>
        <p:nvPicPr>
          <p:cNvPr id="20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115aadbfbd445d"/>
          <a:stretch xmlns:a="http://schemas.openxmlformats.org/drawingml/2006/main"/>
        </p:blipFill>
        <p:spPr>
          <a:xfrm xmlns:a="http://schemas.openxmlformats.org/drawingml/2006/main">
            <a:off x="72771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5" name="loop-title-3">
            <a:extLst xmlns:a="http://schemas.openxmlformats.org/drawingml/2006/main">
              <a:ext uri="{FF2B5EF4-FFF2-40B4-BE49-F238E27FC236}">
                <a16:creationId xmlns:a16="http://schemas.microsoft.com/office/drawing/2014/main" id="{763B993D-4843-41EB-A60C-5738C40E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581525"/>
            <a:ext cx="1485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CLAIM</a:t>
            </a:r>
          </a:p>
        </p:txBody>
      </p:sp>
      <p:sp>
        <p:nvSpPr>
          <p:cNvPr id="106" name="loop-body-3">
            <a:extLst xmlns:a="http://schemas.openxmlformats.org/drawingml/2006/main">
              <a:ext uri="{FF2B5EF4-FFF2-40B4-BE49-F238E27FC236}">
                <a16:creationId xmlns:a16="http://schemas.microsoft.com/office/drawing/2014/main" id="{6F3CB7A9-8AC5-4218-83B8-C7F3172B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848225"/>
            <a:ext cx="14859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23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Avc420Gpu owner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620ff63aee44a3"/>
          <a:stretch xmlns:a="http://schemas.openxmlformats.org/drawingml/2006/main"/>
        </p:blipFill>
        <p:spPr>
          <a:xfrm xmlns:a="http://schemas.openxmlformats.org/drawingml/2006/main">
            <a:off x="4267200" y="4705350"/>
            <a:ext cx="285750" cy="285750"/>
          </a:xfrm>
          <a:prstGeom xmlns:a="http://schemas.openxmlformats.org/drawingml/2006/main" prst="rect">
            <a:avLst/>
          </a:prstGeom>
        </p:spPr>
      </p:pic>
      <p:sp>
        <p:nvSpPr>
          <p:cNvPr id="108" name="arrow-1">
            <a:extLst xmlns:a="http://schemas.openxmlformats.org/drawingml/2006/main">
              <a:ext uri="{FF2B5EF4-FFF2-40B4-BE49-F238E27FC236}">
                <a16:creationId xmlns:a16="http://schemas.microsoft.com/office/drawing/2014/main" id="{B640B3E9-5C2F-4120-AD7D-54B827C0B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07645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09" name="arrow-2">
            <a:extLst xmlns:a="http://schemas.openxmlformats.org/drawingml/2006/main">
              <a:ext uri="{FF2B5EF4-FFF2-40B4-BE49-F238E27FC236}">
                <a16:creationId xmlns:a16="http://schemas.microsoft.com/office/drawing/2014/main" id="{0B873460-8CD4-4BF5-A2BD-4E05145E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↓</a:t>
            </a:r>
          </a:p>
        </p:txBody>
      </p:sp>
      <p:sp>
        <p:nvSpPr>
          <p:cNvPr id="110" name="arrow-3">
            <a:extLst xmlns:a="http://schemas.openxmlformats.org/drawingml/2006/main">
              <a:ext uri="{FF2B5EF4-FFF2-40B4-BE49-F238E27FC236}">
                <a16:creationId xmlns:a16="http://schemas.microsoft.com/office/drawing/2014/main" id="{FB06EAB6-2154-4588-9371-D5B5BCA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876800"/>
            <a:ext cx="89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11" name="arrow-4">
            <a:extLst xmlns:a="http://schemas.openxmlformats.org/drawingml/2006/main">
              <a:ext uri="{FF2B5EF4-FFF2-40B4-BE49-F238E27FC236}">
                <a16:creationId xmlns:a16="http://schemas.microsoft.com/office/drawing/2014/main" id="{7B0704B7-ADBD-4E1B-8D46-791C6FD7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09950"/>
            <a:ext cx="3238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↑</a:t>
            </a:r>
          </a:p>
        </p:txBody>
      </p:sp>
      <p:pic>
        <p:nvPicPr>
          <p:cNvPr id="20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aff5836a5246da"/>
          <a:stretch xmlns:a="http://schemas.openxmlformats.org/drawingml/2006/main"/>
        </p:blipFill>
        <p:spPr>
          <a:xfrm xmlns:a="http://schemas.openxmlformats.org/drawingml/2006/main">
            <a:off x="9505950" y="23431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a80b5ce4fe4c39"/>
          <a:stretch xmlns:a="http://schemas.openxmlformats.org/drawingml/2006/main"/>
        </p:blipFill>
        <p:spPr>
          <a:xfrm xmlns:a="http://schemas.openxmlformats.org/drawingml/2006/main">
            <a:off x="9505950" y="29337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8eb41727b94ac1"/>
          <a:stretch xmlns:a="http://schemas.openxmlformats.org/drawingml/2006/main"/>
        </p:blipFill>
        <p:spPr>
          <a:xfrm xmlns:a="http://schemas.openxmlformats.org/drawingml/2006/main">
            <a:off x="9505950" y="352425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0610f551f54d65"/>
          <a:stretch xmlns:a="http://schemas.openxmlformats.org/drawingml/2006/main"/>
        </p:blipFill>
        <p:spPr>
          <a:xfrm xmlns:a="http://schemas.openxmlformats.org/drawingml/2006/main">
            <a:off x="9505950" y="4114800"/>
            <a:ext cx="228600" cy="228600"/>
          </a:xfrm>
          <a:prstGeom xmlns:a="http://schemas.openxmlformats.org/drawingml/2006/main" prst="rect">
            <a:avLst/>
          </a:prstGeom>
        </p:spPr>
      </p:pic>
      <p:pic>
        <p:nvPicPr>
          <p:cNvPr id="2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1f1df66a374fd6"/>
          <a:stretch xmlns:a="http://schemas.openxmlformats.org/drawingml/2006/main"/>
        </p:blipFill>
        <p:spPr>
          <a:xfrm xmlns:a="http://schemas.openxmlformats.org/drawingml/2006/main">
            <a:off x="9505950" y="47053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17" name="screen-bg">
            <a:extLst xmlns:a="http://schemas.openxmlformats.org/drawingml/2006/main">
              <a:ext uri="{FF2B5EF4-FFF2-40B4-BE49-F238E27FC236}">
                <a16:creationId xmlns:a16="http://schemas.microsoft.com/office/drawing/2014/main" id="{AC06BAEA-F0D0-4A97-BF98-6C48E3A9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219700"/>
            <a:ext cx="3810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screen-text">
            <a:extLst xmlns:a="http://schemas.openxmlformats.org/drawingml/2006/main">
              <a:ext uri="{FF2B5EF4-FFF2-40B4-BE49-F238E27FC236}">
                <a16:creationId xmlns:a16="http://schemas.microsoft.com/office/drawing/2014/main" id="{EC11C59F-9922-4EDC-AB7A-5DD6F0F4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5181600"/>
            <a:ext cx="123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  <a:p xmlns:a="http://schemas.openxmlformats.org/drawingml/2006/main">
            <a:pPr algn="l">
              <a:buNone/>
              <a:def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1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VISIBLE</a:t>
            </a:r>
          </a:p>
        </p:txBody>
      </p:sp>
      <p:pic>
        <p:nvPicPr>
          <p:cNvPr id="2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0d314a08bcd4b97"/>
          <a:stretch xmlns:a="http://schemas.openxmlformats.org/drawingml/2006/main"/>
        </p:blipFill>
        <p:spPr>
          <a:xfrm xmlns:a="http://schemas.openxmlformats.org/drawingml/2006/main">
            <a:off x="9505950" y="529590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20" name="concept-bottom-rule">
            <a:extLst xmlns:a="http://schemas.openxmlformats.org/drawingml/2006/main">
              <a:ext uri="{FF2B5EF4-FFF2-40B4-BE49-F238E27FC236}">
                <a16:creationId xmlns:a16="http://schemas.microsoft.com/office/drawing/2014/main" id="{7069223A-AE63-41B9-A196-C4389F67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1" name="concept-pass">
            <a:extLst xmlns:a="http://schemas.openxmlformats.org/drawingml/2006/main">
              <a:ext uri="{FF2B5EF4-FFF2-40B4-BE49-F238E27FC236}">
                <a16:creationId xmlns:a16="http://schemas.microsoft.com/office/drawing/2014/main" id="{2E7B22D5-F78E-4B0D-87DC-6ACB11CD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TAKEOVER</a:t>
            </a:r>
          </a:p>
        </p:txBody>
      </p:sp>
      <p:sp>
        <p:nvSpPr>
          <p:cNvPr id="122" name="concept-fail">
            <a:extLst xmlns:a="http://schemas.openxmlformats.org/drawingml/2006/main">
              <a:ext uri="{FF2B5EF4-FFF2-40B4-BE49-F238E27FC236}">
                <a16:creationId xmlns:a16="http://schemas.microsoft.com/office/drawing/2014/main" id="{E6D3007E-BDF5-4D7F-8707-5E38FB04E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6115050"/>
            <a:ext cx="95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KEEP GDI</a:t>
            </a:r>
          </a:p>
        </p:txBody>
      </p:sp>
      <p:sp>
        <p:nvSpPr>
          <p:cNvPr id="123" name="concept-unknown">
            <a:extLst xmlns:a="http://schemas.openxmlformats.org/drawingml/2006/main">
              <a:ext uri="{FF2B5EF4-FFF2-40B4-BE49-F238E27FC236}">
                <a16:creationId xmlns:a16="http://schemas.microsoft.com/office/drawing/2014/main" id="{1B11EEB4-67DD-4EF4-8C7D-946DD832B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6115050"/>
            <a:ext cx="1238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UNKNOWN</a:t>
            </a:r>
          </a:p>
        </p:txBody>
      </p:sp>
      <p:sp>
        <p:nvSpPr>
          <p:cNvPr id="124" name="concept-result">
            <a:extLst xmlns:a="http://schemas.openxmlformats.org/drawingml/2006/main">
              <a:ext uri="{FF2B5EF4-FFF2-40B4-BE49-F238E27FC236}">
                <a16:creationId xmlns:a16="http://schemas.microsoft.com/office/drawing/2014/main" id="{31A51CA8-3037-43BC-A1A5-C32A431E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6115050"/>
            <a:ext cx="4762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进入 Active 后才允许深拷贝 stream / rect 并异步入队</a:t>
            </a:r>
          </a:p>
        </p:txBody>
      </p:sp>
      <p:pic>
        <p:nvPicPr>
          <p:cNvPr id="2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048c4388cd4758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36 · STATE &amp; ORDER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81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三个审查问题</a:t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当前状态？</a:t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575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Detached / Active / TargetPaused / Failed</a:t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AVC420 的稳定性来自状态与顺序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5924550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本页控制点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队列、owner 与 fail-open 必须有明确状态和停止条件，不能靠清 cache 掩盖顺序问题。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6385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队列是否保序？</a:t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76250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fail-open 证明什么？</a:t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压缩 backlog 后仍可能同步越序</a:t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019800"/>
            <a:ext cx="27813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0">
            <a:solidFill>
              <a:srgbClr val="F6F6F6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5105400"/>
            <a:ext cx="2095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释放 owner，不等于同帧恢复</a:t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336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5760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781550"/>
            <a:ext cx="5143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752475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57350"/>
            <a:ext cx="5029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可控边界  →  可持续推进  →  可信结论</a:t>
            </a:r>
          </a:p>
        </p:txBody>
      </p:sp>
      <p:pic>
        <p:nvPicPr>
          <p:cNvPr id="1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bc531f51314d32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architecture-header-rule">
            <a:extLst xmlns:a="http://schemas.openxmlformats.org/drawingml/2006/main">
              <a:ext uri="{FF2B5EF4-FFF2-40B4-BE49-F238E27FC236}">
                <a16:creationId xmlns:a16="http://schemas.microsoft.com/office/drawing/2014/main" id="{8C8E1332-DB97-4F95-88E9-7ACDBC606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89" name="q-num-0">
            <a:extLst xmlns:a="http://schemas.openxmlformats.org/drawingml/2006/main">
              <a:ext uri="{FF2B5EF4-FFF2-40B4-BE49-F238E27FC236}">
                <a16:creationId xmlns:a16="http://schemas.microsoft.com/office/drawing/2014/main" id="{95D3E07F-72EE-48E8-BBF5-4D9CD972A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6670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0" name="q-num-1">
            <a:extLst xmlns:a="http://schemas.openxmlformats.org/drawingml/2006/main">
              <a:ext uri="{FF2B5EF4-FFF2-40B4-BE49-F238E27FC236}">
                <a16:creationId xmlns:a16="http://schemas.microsoft.com/office/drawing/2014/main" id="{C2EA1DC9-97B5-42F2-B7FB-2EBB9D9D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790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91" name="q-num-2">
            <a:extLst xmlns:a="http://schemas.openxmlformats.org/drawingml/2006/main">
              <a:ext uri="{FF2B5EF4-FFF2-40B4-BE49-F238E27FC236}">
                <a16:creationId xmlns:a16="http://schemas.microsoft.com/office/drawing/2014/main" id="{321C382E-32FD-40D8-91EF-ACD6CD4CB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14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92" name="architecture-target">
            <a:extLst xmlns:a="http://schemas.openxmlformats.org/drawingml/2006/main">
              <a:ext uri="{FF2B5EF4-FFF2-40B4-BE49-F238E27FC236}">
                <a16:creationId xmlns:a16="http://schemas.microsoft.com/office/drawing/2014/main" id="{12241DB1-113D-4F60-AE02-2E037D9D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115050"/>
            <a:ext cx="245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8717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累计计数不等于连续失败；顺序 GAP 必须单独验收</a:t>
            </a:r>
          </a:p>
        </p:txBody>
      </p:sp>
      <p:sp>
        <p:nvSpPr>
          <p:cNvPr id="93" name="layer-accent-0">
            <a:extLst xmlns:a="http://schemas.openxmlformats.org/drawingml/2006/main">
              <a:ext uri="{FF2B5EF4-FFF2-40B4-BE49-F238E27FC236}">
                <a16:creationId xmlns:a16="http://schemas.microsoft.com/office/drawing/2014/main" id="{C4D02609-394E-4CD4-B67E-CEDC234B4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19240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pic>
        <p:nvPicPr>
          <p:cNvPr id="18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04fa7d98b649b9"/>
          <a:stretch xmlns:a="http://schemas.openxmlformats.org/drawingml/2006/main"/>
        </p:blipFill>
        <p:spPr>
          <a:xfrm xmlns:a="http://schemas.openxmlformats.org/drawingml/2006/main">
            <a:off x="4114800" y="21621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5" name="layer-title-0">
            <a:extLst xmlns:a="http://schemas.openxmlformats.org/drawingml/2006/main">
              <a:ext uri="{FF2B5EF4-FFF2-40B4-BE49-F238E27FC236}">
                <a16:creationId xmlns:a16="http://schemas.microsoft.com/office/drawing/2014/main" id="{73692C3D-C3CC-44D2-8B66-24EA0321E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Detached</a:t>
            </a:r>
          </a:p>
        </p:txBody>
      </p:sp>
      <p:sp>
        <p:nvSpPr>
          <p:cNvPr id="96" name="layer-body-0">
            <a:extLst xmlns:a="http://schemas.openxmlformats.org/drawingml/2006/main">
              <a:ext uri="{FF2B5EF4-FFF2-40B4-BE49-F238E27FC236}">
                <a16:creationId xmlns:a16="http://schemas.microsoft.com/office/drawing/2014/main" id="{6270DFAF-8692-4203-B7DA-F946DA13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3717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尚未接管输出</a:t>
            </a:r>
          </a:p>
        </p:txBody>
      </p:sp>
      <p:sp>
        <p:nvSpPr>
          <p:cNvPr id="97" name="layer-accent-1">
            <a:extLst xmlns:a="http://schemas.openxmlformats.org/drawingml/2006/main">
              <a:ext uri="{FF2B5EF4-FFF2-40B4-BE49-F238E27FC236}">
                <a16:creationId xmlns:a16="http://schemas.microsoft.com/office/drawing/2014/main" id="{38476F31-F954-4946-9E80-79FC850AF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9146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AB"/>
          </a:solidFill>
          <a:ln xmlns:a="http://schemas.openxmlformats.org/drawingml/2006/main" w="0">
            <a:solidFill>
              <a:srgbClr val="2F6FAB"/>
            </a:solidFill>
            <a:prstDash val="solid"/>
          </a:ln>
        </p:spPr>
      </p:sp>
      <p:pic>
        <p:nvPicPr>
          <p:cNvPr id="18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f57d167bb774aaf"/>
          <a:stretch xmlns:a="http://schemas.openxmlformats.org/drawingml/2006/main"/>
        </p:blipFill>
        <p:spPr>
          <a:xfrm xmlns:a="http://schemas.openxmlformats.org/drawingml/2006/main">
            <a:off x="4114800" y="31527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99" name="layer-title-1">
            <a:extLst xmlns:a="http://schemas.openxmlformats.org/drawingml/2006/main">
              <a:ext uri="{FF2B5EF4-FFF2-40B4-BE49-F238E27FC236}">
                <a16:creationId xmlns:a16="http://schemas.microsoft.com/office/drawing/2014/main" id="{0758B4E0-34DD-4B59-B36F-42AE8019E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0480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Active</a:t>
            </a:r>
          </a:p>
        </p:txBody>
      </p:sp>
      <p:sp>
        <p:nvSpPr>
          <p:cNvPr id="100" name="layer-body-1">
            <a:extLst xmlns:a="http://schemas.openxmlformats.org/drawingml/2006/main">
              <a:ext uri="{FF2B5EF4-FFF2-40B4-BE49-F238E27FC236}">
                <a16:creationId xmlns:a16="http://schemas.microsoft.com/office/drawing/2014/main" id="{F16FC356-915C-4ACE-B046-75DBA07A5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GPU owner + 异步队列</a:t>
            </a:r>
          </a:p>
        </p:txBody>
      </p:sp>
      <p:sp>
        <p:nvSpPr>
          <p:cNvPr id="101" name="layer-accent-2">
            <a:extLst xmlns:a="http://schemas.openxmlformats.org/drawingml/2006/main">
              <a:ext uri="{FF2B5EF4-FFF2-40B4-BE49-F238E27FC236}">
                <a16:creationId xmlns:a16="http://schemas.microsoft.com/office/drawing/2014/main" id="{2A7A9663-4C9B-419A-9A7A-30A2B696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39052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pic>
        <p:nvPicPr>
          <p:cNvPr id="18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3b6738f852446b"/>
          <a:stretch xmlns:a="http://schemas.openxmlformats.org/drawingml/2006/main"/>
        </p:blipFill>
        <p:spPr>
          <a:xfrm xmlns:a="http://schemas.openxmlformats.org/drawingml/2006/main">
            <a:off x="4114800" y="41433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3" name="layer-title-2">
            <a:extLst xmlns:a="http://schemas.openxmlformats.org/drawingml/2006/main">
              <a:ext uri="{FF2B5EF4-FFF2-40B4-BE49-F238E27FC236}">
                <a16:creationId xmlns:a16="http://schemas.microsoft.com/office/drawing/2014/main" id="{1C142090-7102-4B20-A7AD-E8F3342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0386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TargetPaused</a:t>
            </a:r>
          </a:p>
        </p:txBody>
      </p:sp>
      <p:sp>
        <p:nvSpPr>
          <p:cNvPr id="104" name="layer-body-2">
            <a:extLst xmlns:a="http://schemas.openxmlformats.org/drawingml/2006/main">
              <a:ext uri="{FF2B5EF4-FFF2-40B4-BE49-F238E27FC236}">
                <a16:creationId xmlns:a16="http://schemas.microsoft.com/office/drawing/2014/main" id="{9AB0736D-B741-4F78-9B35-54480261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3529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surface 暂停或重建</a:t>
            </a:r>
          </a:p>
        </p:txBody>
      </p:sp>
      <p:sp>
        <p:nvSpPr>
          <p:cNvPr id="105" name="layer-accent-3">
            <a:extLst xmlns:a="http://schemas.openxmlformats.org/drawingml/2006/main">
              <a:ext uri="{FF2B5EF4-FFF2-40B4-BE49-F238E27FC236}">
                <a16:creationId xmlns:a16="http://schemas.microsoft.com/office/drawing/2014/main" id="{7B9EE8B6-61C7-4632-96AD-9023E98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4895850"/>
            <a:ext cx="66675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pic>
        <p:nvPicPr>
          <p:cNvPr id="19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bbca7e47554d53"/>
          <a:stretch xmlns:a="http://schemas.openxmlformats.org/drawingml/2006/main"/>
        </p:blipFill>
        <p:spPr>
          <a:xfrm xmlns:a="http://schemas.openxmlformats.org/drawingml/2006/main">
            <a:off x="4114800" y="5133975"/>
            <a:ext cx="342900" cy="342900"/>
          </a:xfrm>
          <a:prstGeom xmlns:a="http://schemas.openxmlformats.org/drawingml/2006/main" prst="rect">
            <a:avLst/>
          </a:prstGeom>
        </p:spPr>
      </p:pic>
      <p:sp>
        <p:nvSpPr>
          <p:cNvPr id="107" name="layer-title-3">
            <a:extLst xmlns:a="http://schemas.openxmlformats.org/drawingml/2006/main">
              <a:ext uri="{FF2B5EF4-FFF2-40B4-BE49-F238E27FC236}">
                <a16:creationId xmlns:a16="http://schemas.microsoft.com/office/drawing/2014/main" id="{88A99DE1-E22D-4207-AACB-C8BC242AE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029200"/>
            <a:ext cx="2571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13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Failed</a:t>
            </a:r>
          </a:p>
        </p:txBody>
      </p:sp>
      <p:sp>
        <p:nvSpPr>
          <p:cNvPr id="108" name="layer-body-3">
            <a:extLst xmlns:a="http://schemas.openxmlformats.org/drawingml/2006/main">
              <a:ext uri="{FF2B5EF4-FFF2-40B4-BE49-F238E27FC236}">
                <a16:creationId xmlns:a16="http://schemas.microsoft.com/office/drawing/2014/main" id="{BA330E66-C90C-4840-B93B-A552E2455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5343525"/>
            <a:ext cx="590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致命失败，后续可再次接管</a:t>
            </a:r>
          </a:p>
        </p:txBody>
      </p:sp>
      <p:sp>
        <p:nvSpPr>
          <p:cNvPr id="109" name="chip-bg-0">
            <a:extLst xmlns:a="http://schemas.openxmlformats.org/drawingml/2006/main">
              <a:ext uri="{FF2B5EF4-FFF2-40B4-BE49-F238E27FC236}">
                <a16:creationId xmlns:a16="http://schemas.microsoft.com/office/drawing/2014/main" id="{71D48416-ED97-466F-982F-A938B7CCD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0" name="chip-text-0">
            <a:extLst xmlns:a="http://schemas.openxmlformats.org/drawingml/2006/main">
              <a:ext uri="{FF2B5EF4-FFF2-40B4-BE49-F238E27FC236}">
                <a16:creationId xmlns:a16="http://schemas.microsoft.com/office/drawing/2014/main" id="{82123FD4-7C58-402C-AF80-432A473B2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state</a:t>
            </a:r>
          </a:p>
        </p:txBody>
      </p:sp>
      <p:sp>
        <p:nvSpPr>
          <p:cNvPr id="111" name="chip-bg-1">
            <a:extLst xmlns:a="http://schemas.openxmlformats.org/drawingml/2006/main">
              <a:ext uri="{FF2B5EF4-FFF2-40B4-BE49-F238E27FC236}">
                <a16:creationId xmlns:a16="http://schemas.microsoft.com/office/drawing/2014/main" id="{E0EB52C1-7F9C-4EE5-9820-1E0467F6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</p:sp>
      <p:sp>
        <p:nvSpPr>
          <p:cNvPr id="112" name="chip-text-1">
            <a:extLst xmlns:a="http://schemas.openxmlformats.org/drawingml/2006/main">
              <a:ext uri="{FF2B5EF4-FFF2-40B4-BE49-F238E27FC236}">
                <a16:creationId xmlns:a16="http://schemas.microsoft.com/office/drawing/2014/main" id="{59CCB1FF-670F-4D97-8118-28C74FF03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13" name="chip-bg-2">
            <a:extLst xmlns:a="http://schemas.openxmlformats.org/drawingml/2006/main">
              <a:ext uri="{FF2B5EF4-FFF2-40B4-BE49-F238E27FC236}">
                <a16:creationId xmlns:a16="http://schemas.microsoft.com/office/drawing/2014/main" id="{A060C2F7-7655-4EAB-891A-4CEF2DE5E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14" name="chip-text-2">
            <a:extLst xmlns:a="http://schemas.openxmlformats.org/drawingml/2006/main">
              <a:ext uri="{FF2B5EF4-FFF2-40B4-BE49-F238E27FC236}">
                <a16:creationId xmlns:a16="http://schemas.microsoft.com/office/drawing/2014/main" id="{5961A5BA-B64A-460E-86DF-8B93DD2D6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queue</a:t>
            </a:r>
          </a:p>
        </p:txBody>
      </p:sp>
      <p:sp>
        <p:nvSpPr>
          <p:cNvPr id="115" name="chip-bg-3">
            <a:extLst xmlns:a="http://schemas.openxmlformats.org/drawingml/2006/main">
              <a:ext uri="{FF2B5EF4-FFF2-40B4-BE49-F238E27FC236}">
                <a16:creationId xmlns:a16="http://schemas.microsoft.com/office/drawing/2014/main" id="{48CD9102-C72A-4AE6-A58C-D40684E4D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sp>
        <p:nvSpPr>
          <p:cNvPr id="116" name="chip-text-3">
            <a:extLst xmlns:a="http://schemas.openxmlformats.org/drawingml/2006/main">
              <a:ext uri="{FF2B5EF4-FFF2-40B4-BE49-F238E27FC236}">
                <a16:creationId xmlns:a16="http://schemas.microsoft.com/office/drawing/2014/main" id="{57E1BF08-1076-41DF-BD9B-B932FDFC1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EndFrame</a:t>
            </a:r>
          </a:p>
        </p:txBody>
      </p:sp>
      <p:sp>
        <p:nvSpPr>
          <p:cNvPr id="117" name="chip-bg-4">
            <a:extLst xmlns:a="http://schemas.openxmlformats.org/drawingml/2006/main">
              <a:ext uri="{FF2B5EF4-FFF2-40B4-BE49-F238E27FC236}">
                <a16:creationId xmlns:a16="http://schemas.microsoft.com/office/drawing/2014/main" id="{BF04FEDE-110C-425C-9C36-536012F0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sp>
        <p:nvSpPr>
          <p:cNvPr id="118" name="chip-text-4">
            <a:extLst xmlns:a="http://schemas.openxmlformats.org/drawingml/2006/main">
              <a:ext uri="{FF2B5EF4-FFF2-40B4-BE49-F238E27FC236}">
                <a16:creationId xmlns:a16="http://schemas.microsoft.com/office/drawing/2014/main" id="{5A5ADC84-38AC-4FBC-95CC-E2E737B1B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fail-open</a:t>
            </a:r>
          </a:p>
        </p:txBody>
      </p:sp>
      <p:sp>
        <p:nvSpPr>
          <p:cNvPr id="119" name="chip-bg-5">
            <a:extLst xmlns:a="http://schemas.openxmlformats.org/drawingml/2006/main">
              <a:ext uri="{FF2B5EF4-FFF2-40B4-BE49-F238E27FC236}">
                <a16:creationId xmlns:a16="http://schemas.microsoft.com/office/drawing/2014/main" id="{731D3DC7-788F-4FCD-87FB-859D9D9F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6172200"/>
            <a:ext cx="11049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sp>
        <p:nvSpPr>
          <p:cNvPr id="120" name="chip-text-5">
            <a:extLst xmlns:a="http://schemas.openxmlformats.org/drawingml/2006/main">
              <a:ext uri="{FF2B5EF4-FFF2-40B4-BE49-F238E27FC236}">
                <a16:creationId xmlns:a16="http://schemas.microsoft.com/office/drawing/2014/main" id="{08648007-8237-4261-9844-2F0380139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990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1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ordering GAP</a:t>
            </a:r>
          </a:p>
        </p:txBody>
      </p:sp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5e74e25ca14576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37 · AVC444 / LC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AVC444 的关键是 LC 与单 Decoder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37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LC 决定本次更新 luma、chroma 或两者；一个 decoder 顺序消费，保持参考状态。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先对齐 FreeRDP 帧语义，再决定 HarmonyOS 接口如何实现。</a:t>
            </a:r>
          </a:p>
        </p:txBody>
      </p:sp>
      <p:pic>
        <p:nvPicPr>
          <p:cNvPr id="20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890611f6804049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5651bfb447247f5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b443e289a5445f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37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CONTRAST</a:t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LC 对 retained 的影响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为什么是单 Decoder</a:t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FRAME SEMANTICS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REFERENCE STATE</a:t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LC=0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luma + chroma → Y + U/V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顺序</a:t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luma / chroma 依次消费</a:t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LC=1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只更新 Y，保留 base chroma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状态</a:t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共享参考与 SPS/PPS</a:t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LC=2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只更新 U/V，保留 Y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reset / resync 必须一致</a:t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前提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对应 retained readiness 已成立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反例</a:t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两个普通视频并行解码</a:t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02c94dd134a68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对照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54fe32f3f4503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6e8468efa44e63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285038e4ad498c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be53954edd4b2c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9395c96e4349ec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75a61d4fcf483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38 · COMMON OUTPUT CONTRACT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420 / 444 共守输出契约，但不能共用实现假设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38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两条路径分别验证，最终都要证明 owner、frame、target 与可见结果一致。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Case 420 查 queue age；Case 444 查 LC=2 与 luma readiness。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3ef616ee084126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8b8db498041c7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e152ce5d7a425e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38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公共输出契约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OUTCOME EVAL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Owner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任一时刻只有一个 writer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Retained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首次接管前完整可信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Present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匹配 real/synthetic EndFrame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targetEpoch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旧 task/callback 必须拒绝（GAP）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60938b38564f08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1faababaea497a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0ae71a0d894f4e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189c7297784530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e33c157ad7f42b6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0d5c33f8a4478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fbd95bf9bd4264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b059ab6e71436d"/>
          <a:stretch xmlns:a="http://schemas.openxmlformats.org/drawingml/2006/main"/>
        </p:blipFill>
        <p:spPr>
          <a:xfrm xmlns:a="http://schemas.openxmlformats.org/drawingml/2006/main">
            <a:off x="6572250" y="2990056"/>
            <a:ext cx="4762500" cy="9921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eyebrow">
            <a:extLst xmlns:a="http://schemas.openxmlformats.org/drawingml/2006/main">
              <a:ext uri="{FF2B5EF4-FFF2-40B4-BE49-F238E27FC236}">
                <a16:creationId xmlns:a16="http://schemas.microsoft.com/office/drawing/2014/main" id="{9937CBA2-7E4F-43F3-9EBA-CFD6BD1B5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3850"/>
            <a:ext cx="2857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39 · METHOD TRANSFER</a:t>
            </a:r>
          </a:p>
        </p:txBody>
      </p:sp>
      <p:sp>
        <p:nvSpPr>
          <p:cNvPr id="5" name="team-name">
            <a:extLst xmlns:a="http://schemas.openxmlformats.org/drawingml/2006/main">
              <a:ext uri="{FF2B5EF4-FFF2-40B4-BE49-F238E27FC236}">
                <a16:creationId xmlns:a16="http://schemas.microsoft.com/office/drawing/2014/main" id="{DF70FBB6-5F6E-4537-9090-0CBE67318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" name="business-direction">
            <a:extLst xmlns:a="http://schemas.openxmlformats.org/drawingml/2006/main">
              <a:ext uri="{FF2B5EF4-FFF2-40B4-BE49-F238E27FC236}">
                <a16:creationId xmlns:a16="http://schemas.microsoft.com/office/drawing/2014/main" id="{264209F6-E82F-4B7F-97F5-9E0C8215D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" name="storyline-lead">
            <a:extLst xmlns:a="http://schemas.openxmlformats.org/drawingml/2006/main">
              <a:ext uri="{FF2B5EF4-FFF2-40B4-BE49-F238E27FC236}">
                <a16:creationId xmlns:a16="http://schemas.microsoft.com/office/drawing/2014/main" id="{513D4A51-8337-4FB4-B56E-8172C046E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8" name="storyline-outcome">
            <a:extLst xmlns:a="http://schemas.openxmlformats.org/drawingml/2006/main">
              <a:ext uri="{FF2B5EF4-FFF2-40B4-BE49-F238E27FC236}">
                <a16:creationId xmlns:a16="http://schemas.microsoft.com/office/drawing/2014/main" id="{BB1932BF-7915-4685-850E-EE30D779E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60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" name="origin-story">
            <a:extLst xmlns:a="http://schemas.openxmlformats.org/drawingml/2006/main">
              <a:ext uri="{FF2B5EF4-FFF2-40B4-BE49-F238E27FC236}">
                <a16:creationId xmlns:a16="http://schemas.microsoft.com/office/drawing/2014/main" id="{4F383126-75F9-4A95-9DFA-12133DB4A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11049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2000"/>
              </a:lnSpc>
              <a:buNone/>
              <a:def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把方法带回项目，只保留七个问题</a:t>
            </a:r>
          </a:p>
        </p:txBody>
      </p:sp>
      <p:sp>
        <p:nvSpPr>
          <p:cNvPr id="10" name="capability-label">
            <a:extLst xmlns:a="http://schemas.openxmlformats.org/drawingml/2006/main">
              <a:ext uri="{FF2B5EF4-FFF2-40B4-BE49-F238E27FC236}">
                <a16:creationId xmlns:a16="http://schemas.microsoft.com/office/drawing/2014/main" id="{6618DDA6-5320-4544-A67A-4138E5DF0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3911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SLIDE 39 · WORKSHOP</a:t>
            </a:r>
          </a:p>
        </p:txBody>
      </p:sp>
      <p:sp>
        <p:nvSpPr>
          <p:cNvPr id="12" name="capability-goal-text">
            <a:extLst xmlns:a="http://schemas.openxmlformats.org/drawingml/2006/main">
              <a:ext uri="{FF2B5EF4-FFF2-40B4-BE49-F238E27FC236}">
                <a16:creationId xmlns:a16="http://schemas.microsoft.com/office/drawing/2014/main" id="{A9BB6ADF-6F5A-486E-9828-9BB90056D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4" name="capability-tech-text">
            <a:extLst xmlns:a="http://schemas.openxmlformats.org/drawingml/2006/main">
              <a:ext uri="{FF2B5EF4-FFF2-40B4-BE49-F238E27FC236}">
                <a16:creationId xmlns:a16="http://schemas.microsoft.com/office/drawing/2014/main" id="{A789BA83-BEE2-4D60-80BC-6239BCAB3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6" name="capability-collaboration-text">
            <a:extLst xmlns:a="http://schemas.openxmlformats.org/drawingml/2006/main">
              <a:ext uri="{FF2B5EF4-FFF2-40B4-BE49-F238E27FC236}">
                <a16:creationId xmlns:a16="http://schemas.microsoft.com/office/drawing/2014/main" id="{D085A46E-BB95-4E44-A140-3211DC950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capability-cohesion-text">
            <a:extLst xmlns:a="http://schemas.openxmlformats.org/drawingml/2006/main">
              <a:ext uri="{FF2B5EF4-FFF2-40B4-BE49-F238E27FC236}">
                <a16:creationId xmlns:a16="http://schemas.microsoft.com/office/drawing/2014/main" id="{31E7FE61-7CF7-4BF1-B351-6E8BC2AB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13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1" name="journey-top-rule">
            <a:extLst xmlns:a="http://schemas.openxmlformats.org/drawingml/2006/main">
              <a:ext uri="{FF2B5EF4-FFF2-40B4-BE49-F238E27FC236}">
                <a16:creationId xmlns:a16="http://schemas.microsoft.com/office/drawing/2014/main" id="{3F7D1C62-8DF5-4E48-9864-9C17DDEE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2" name="journey-label">
            <a:extLst xmlns:a="http://schemas.openxmlformats.org/drawingml/2006/main">
              <a:ext uri="{FF2B5EF4-FFF2-40B4-BE49-F238E27FC236}">
                <a16:creationId xmlns:a16="http://schemas.microsoft.com/office/drawing/2014/main" id="{8E7E41EF-B0E6-4678-B07F-0EBF826C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25730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66666"/>
                </a:solidFill>
                <a:latin typeface="Microsoft YaHei"/>
                <a:ea typeface="Microsoft YaHei"/>
                <a:cs typeface="Microsoft YaHei"/>
              </a:rPr>
              <a:t>下一次遇到复杂需求，先用七问建立边界、证据和停止条件，再允许 AI 修改。</a:t>
            </a:r>
          </a:p>
        </p:txBody>
      </p:sp>
      <p:sp>
        <p:nvSpPr>
          <p:cNvPr id="26" name="stage-01-number">
            <a:extLst xmlns:a="http://schemas.openxmlformats.org/drawingml/2006/main">
              <a:ext uri="{FF2B5EF4-FFF2-40B4-BE49-F238E27FC236}">
                <a16:creationId xmlns:a16="http://schemas.microsoft.com/office/drawing/2014/main" id="{4225D723-AF17-46CE-8F57-EF6385A30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7" name="stage-01-title">
            <a:extLst xmlns:a="http://schemas.openxmlformats.org/drawingml/2006/main">
              <a:ext uri="{FF2B5EF4-FFF2-40B4-BE49-F238E27FC236}">
                <a16:creationId xmlns:a16="http://schemas.microsoft.com/office/drawing/2014/main" id="{A080687F-349A-4D96-8B9B-B15D9284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stage-01-body">
            <a:extLst xmlns:a="http://schemas.openxmlformats.org/drawingml/2006/main">
              <a:ext uri="{FF2B5EF4-FFF2-40B4-BE49-F238E27FC236}">
                <a16:creationId xmlns:a16="http://schemas.microsoft.com/office/drawing/2014/main" id="{35DB16DD-F51B-49F2-B81F-24E50A16B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6" name="stage-03-number">
            <a:extLst xmlns:a="http://schemas.openxmlformats.org/drawingml/2006/main">
              <a:ext uri="{FF2B5EF4-FFF2-40B4-BE49-F238E27FC236}">
                <a16:creationId xmlns:a16="http://schemas.microsoft.com/office/drawing/2014/main" id="{C0286EEE-76D7-4C3D-959B-C1A40C2DE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7" name="stage-03-title">
            <a:extLst xmlns:a="http://schemas.openxmlformats.org/drawingml/2006/main">
              <a:ext uri="{FF2B5EF4-FFF2-40B4-BE49-F238E27FC236}">
                <a16:creationId xmlns:a16="http://schemas.microsoft.com/office/drawing/2014/main" id="{B27EC97C-4E04-4513-B0CF-9ED410CD8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38" name="stage-03-body">
            <a:extLst xmlns:a="http://schemas.openxmlformats.org/drawingml/2006/main">
              <a:ext uri="{FF2B5EF4-FFF2-40B4-BE49-F238E27FC236}">
                <a16:creationId xmlns:a16="http://schemas.microsoft.com/office/drawing/2014/main" id="{9E912F49-5FAE-4B6A-9826-0EE1EFB7F0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6" name="stage-05-number">
            <a:extLst xmlns:a="http://schemas.openxmlformats.org/drawingml/2006/main">
              <a:ext uri="{FF2B5EF4-FFF2-40B4-BE49-F238E27FC236}">
                <a16:creationId xmlns:a16="http://schemas.microsoft.com/office/drawing/2014/main" id="{AA36F8DB-73A8-47E8-A962-56FE8DE8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7" name="stage-05-title">
            <a:extLst xmlns:a="http://schemas.openxmlformats.org/drawingml/2006/main">
              <a:ext uri="{FF2B5EF4-FFF2-40B4-BE49-F238E27FC236}">
                <a16:creationId xmlns:a16="http://schemas.microsoft.com/office/drawing/2014/main" id="{E55E05DE-AFC6-4422-9A2F-AD9E27F89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48" name="stage-05-body">
            <a:extLst xmlns:a="http://schemas.openxmlformats.org/drawingml/2006/main">
              <a:ext uri="{FF2B5EF4-FFF2-40B4-BE49-F238E27FC236}">
                <a16:creationId xmlns:a16="http://schemas.microsoft.com/office/drawing/2014/main" id="{F938BB63-05FA-4699-B9B6-45CD5A0C9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10000"/>
              </a:lnSpc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0" name="rail-flow-label">
            <a:extLst xmlns:a="http://schemas.openxmlformats.org/drawingml/2006/main">
              <a:ext uri="{FF2B5EF4-FFF2-40B4-BE49-F238E27FC236}">
                <a16:creationId xmlns:a16="http://schemas.microsoft.com/office/drawing/2014/main" id="{FF5EAC43-B84B-4541-B2F4-61336FAA9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858585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1" name="rail-flow-line">
            <a:extLst xmlns:a="http://schemas.openxmlformats.org/drawingml/2006/main">
              <a:ext uri="{FF2B5EF4-FFF2-40B4-BE49-F238E27FC236}">
                <a16:creationId xmlns:a16="http://schemas.microsoft.com/office/drawing/2014/main" id="{AF9A8871-2B22-4386-A390-72752FB3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53" name="rail-flow-idea-label">
            <a:extLst xmlns:a="http://schemas.openxmlformats.org/drawingml/2006/main">
              <a:ext uri="{FF2B5EF4-FFF2-40B4-BE49-F238E27FC236}">
                <a16:creationId xmlns:a16="http://schemas.microsoft.com/office/drawing/2014/main" id="{72E1E745-7177-4B95-A3C2-46F9EE067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5" name="rail-flow-attack-label">
            <a:extLst xmlns:a="http://schemas.openxmlformats.org/drawingml/2006/main">
              <a:ext uri="{FF2B5EF4-FFF2-40B4-BE49-F238E27FC236}">
                <a16:creationId xmlns:a16="http://schemas.microsoft.com/office/drawing/2014/main" id="{1CD5E551-A644-4209-8B85-C43D55DAD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7" name="rail-flow-delivery-label">
            <a:extLst xmlns:a="http://schemas.openxmlformats.org/drawingml/2006/main">
              <a:ext uri="{FF2B5EF4-FFF2-40B4-BE49-F238E27FC236}">
                <a16:creationId xmlns:a16="http://schemas.microsoft.com/office/drawing/2014/main" id="{41242F25-AB1D-4FEC-AA44-0C6A2FA72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303030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58" name="rail-result-box">
            <a:extLst xmlns:a="http://schemas.openxmlformats.org/drawingml/2006/main">
              <a:ext uri="{FF2B5EF4-FFF2-40B4-BE49-F238E27FC236}">
                <a16:creationId xmlns:a16="http://schemas.microsoft.com/office/drawing/2014/main" id="{F7117D08-254C-4F26-B6DD-8B03EB047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0" name="rail-result-text">
            <a:extLst xmlns:a="http://schemas.openxmlformats.org/drawingml/2006/main">
              <a:ext uri="{FF2B5EF4-FFF2-40B4-BE49-F238E27FC236}">
                <a16:creationId xmlns:a16="http://schemas.microsoft.com/office/drawing/2014/main" id="{34A8EF6F-28E9-4F9F-8CFD-1BF6F2603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63" b="1">
                <a:solidFill>
                  <a:srgbClr val="9C000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61" name="grid-top-rule">
            <a:extLst xmlns:a="http://schemas.openxmlformats.org/drawingml/2006/main">
              <a:ext uri="{FF2B5EF4-FFF2-40B4-BE49-F238E27FC236}">
                <a16:creationId xmlns:a16="http://schemas.microsoft.com/office/drawing/2014/main" id="{0F39FBDF-9E3B-4D49-B005-6B5B93FED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2" name="grid-middle-rule">
            <a:extLst xmlns:a="http://schemas.openxmlformats.org/drawingml/2006/main">
              <a:ext uri="{FF2B5EF4-FFF2-40B4-BE49-F238E27FC236}">
                <a16:creationId xmlns:a16="http://schemas.microsoft.com/office/drawing/2014/main" id="{BBC7B45A-19EF-4696-97BA-CE5C123E4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3" name="grid-vertical-rule">
            <a:extLst xmlns:a="http://schemas.openxmlformats.org/drawingml/2006/main">
              <a:ext uri="{FF2B5EF4-FFF2-40B4-BE49-F238E27FC236}">
                <a16:creationId xmlns:a16="http://schemas.microsoft.com/office/drawing/2014/main" id="{9513784B-DF55-42B5-ACF2-4EF87CE54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4" name="capability-top-rule">
            <a:extLst xmlns:a="http://schemas.openxmlformats.org/drawingml/2006/main">
              <a:ext uri="{FF2B5EF4-FFF2-40B4-BE49-F238E27FC236}">
                <a16:creationId xmlns:a16="http://schemas.microsoft.com/office/drawing/2014/main" id="{9013330B-53F2-4C98-B459-B7BC45073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5" name="module-01-icon-background">
            <a:extLst xmlns:a="http://schemas.openxmlformats.org/drawingml/2006/main">
              <a:ext uri="{FF2B5EF4-FFF2-40B4-BE49-F238E27FC236}">
                <a16:creationId xmlns:a16="http://schemas.microsoft.com/office/drawing/2014/main" id="{6BB7565D-24EF-47D6-BBB0-E18B6DE76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B"/>
          </a:solidFill>
          <a:ln xmlns:a="http://schemas.openxmlformats.org/drawingml/2006/main" w="0">
            <a:solidFill>
              <a:srgbClr val="EAF2FB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7" name="module-02-icon-background">
            <a:extLst xmlns:a="http://schemas.openxmlformats.org/drawingml/2006/main">
              <a:ext uri="{FF2B5EF4-FFF2-40B4-BE49-F238E27FC236}">
                <a16:creationId xmlns:a16="http://schemas.microsoft.com/office/drawing/2014/main" id="{80C31D3C-F758-4BBC-A10E-E9C339D14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924050"/>
            <a:ext cx="4762500" cy="3124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69" name="module-03-icon-background">
            <a:extLst xmlns:a="http://schemas.openxmlformats.org/drawingml/2006/main">
              <a:ext uri="{FF2B5EF4-FFF2-40B4-BE49-F238E27FC236}">
                <a16:creationId xmlns:a16="http://schemas.microsoft.com/office/drawing/2014/main" id="{78E97F08-D68A-43EC-A2D0-7C3051E07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1" name="module-04-icon-background">
            <a:extLst xmlns:a="http://schemas.openxmlformats.org/drawingml/2006/main">
              <a:ext uri="{FF2B5EF4-FFF2-40B4-BE49-F238E27FC236}">
                <a16:creationId xmlns:a16="http://schemas.microsoft.com/office/drawing/2014/main" id="{C303905D-0287-4B86-92D4-33F0EB3B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3" name="module-04-number">
            <a:extLst xmlns:a="http://schemas.openxmlformats.org/drawingml/2006/main">
              <a:ext uri="{FF2B5EF4-FFF2-40B4-BE49-F238E27FC236}">
                <a16:creationId xmlns:a16="http://schemas.microsoft.com/office/drawing/2014/main" id="{644EFF2E-DC9B-4D41-84F4-10582B446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2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4" name="module-04-title">
            <a:extLst xmlns:a="http://schemas.openxmlformats.org/drawingml/2006/main">
              <a:ext uri="{FF2B5EF4-FFF2-40B4-BE49-F238E27FC236}">
                <a16:creationId xmlns:a16="http://schemas.microsoft.com/office/drawing/2014/main" id="{9C3B8801-0886-4C35-A421-9571B2595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81818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5" name="module-04-body">
            <a:extLst xmlns:a="http://schemas.openxmlformats.org/drawingml/2006/main">
              <a:ext uri="{FF2B5EF4-FFF2-40B4-BE49-F238E27FC236}">
                <a16:creationId xmlns:a16="http://schemas.microsoft.com/office/drawing/2014/main" id="{815AB31E-77DC-41EF-9FDD-2104B352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35" b="0">
                <a:solidFill>
                  <a:srgbClr val="5F5F5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76" name="capability-goal-icon-background">
            <a:extLst xmlns:a="http://schemas.openxmlformats.org/drawingml/2006/main">
              <a:ext uri="{FF2B5EF4-FFF2-40B4-BE49-F238E27FC236}">
                <a16:creationId xmlns:a16="http://schemas.microsoft.com/office/drawing/2014/main" id="{ACC8CF6A-83B8-4CA8-B500-7FCD1FE4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78" name="capability-tech-icon-background">
            <a:extLst xmlns:a="http://schemas.openxmlformats.org/drawingml/2006/main">
              <a:ext uri="{FF2B5EF4-FFF2-40B4-BE49-F238E27FC236}">
                <a16:creationId xmlns:a16="http://schemas.microsoft.com/office/drawing/2014/main" id="{1FBC427F-E57C-45DB-9CCE-FEBB0D899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0" name="capability-collaborat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E13DFB3-20F1-4890-9CA4-4556205A7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2" name="capability-cohesion-icon-background">
            <a:extLst xmlns:a="http://schemas.openxmlformats.org/drawingml/2006/main">
              <a:ext uri="{FF2B5EF4-FFF2-40B4-BE49-F238E27FC236}">
                <a16:creationId xmlns:a16="http://schemas.microsoft.com/office/drawing/2014/main" id="{6D6CB4E0-0BEB-4D63-8FF5-DCEBE4D95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4" name="competitiveness-result-box">
            <a:extLst xmlns:a="http://schemas.openxmlformats.org/drawingml/2006/main">
              <a:ext uri="{FF2B5EF4-FFF2-40B4-BE49-F238E27FC236}">
                <a16:creationId xmlns:a16="http://schemas.microsoft.com/office/drawing/2014/main" id="{F216EF67-2742-4E3A-81AE-9DA7A0133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" cy="9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86" name="competitiveness-result-text">
            <a:extLst xmlns:a="http://schemas.openxmlformats.org/drawingml/2006/main">
              <a:ext uri="{FF2B5EF4-FFF2-40B4-BE49-F238E27FC236}">
                <a16:creationId xmlns:a16="http://schemas.microsoft.com/office/drawing/2014/main" id="{5EF20348-951F-48D4-9F42-3FB89748A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276850"/>
            <a:ext cx="7334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迁移题：权限页首次为空、二次正常——禁止直接回答“加延迟”。</a:t>
            </a:r>
          </a:p>
        </p:txBody>
      </p:sp>
      <p:pic>
        <p:nvPicPr>
          <p:cNvPr id="20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6c2c4a2f3b444e"/>
          <a:stretch xmlns:a="http://schemas.openxmlformats.org/drawingml/2006/main"/>
        </p:blipFill>
        <p:spPr>
          <a:xfrm xmlns:a="http://schemas.openxmlformats.org/drawingml/2006/main">
            <a:off x="400050" y="257175"/>
            <a:ext cx="323850" cy="323850"/>
          </a:xfrm>
          <a:prstGeom xmlns:a="http://schemas.openxmlformats.org/drawingml/2006/main" prst="rect">
            <a:avLst/>
          </a:prstGeom>
        </p:spPr>
      </p:pic>
      <p:sp>
        <p:nvSpPr>
          <p:cNvPr id="88" name="case-header-rule">
            <a:extLst xmlns:a="http://schemas.openxmlformats.org/drawingml/2006/main">
              <a:ext uri="{FF2B5EF4-FFF2-40B4-BE49-F238E27FC236}">
                <a16:creationId xmlns:a16="http://schemas.microsoft.com/office/drawing/2014/main" id="{BAC1EAF4-B798-4F81-B3D8-E711C771E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00200"/>
            <a:ext cx="109347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pic>
        <p:nvPicPr>
          <p:cNvPr id="20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88161f3ee34653"/>
          <a:stretch xmlns:a="http://schemas.openxmlformats.org/drawingml/2006/main"/>
        </p:blipFill>
        <p:spPr>
          <a:xfrm xmlns:a="http://schemas.openxmlformats.org/drawingml/2006/main">
            <a:off x="666750" y="2190750"/>
            <a:ext cx="438150" cy="438150"/>
          </a:xfrm>
          <a:prstGeom xmlns:a="http://schemas.openxmlformats.org/drawingml/2006/main" prst="rect">
            <a:avLst/>
          </a:prstGeom>
        </p:spPr>
      </p:pic>
      <p:pic>
        <p:nvPicPr>
          <p:cNvPr id="20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b87ef24a349e7"/>
          <a:stretch xmlns:a="http://schemas.openxmlformats.org/drawingml/2006/main"/>
        </p:blipFill>
        <p:spPr>
          <a:xfrm xmlns:a="http://schemas.openxmlformats.org/drawingml/2006/main">
            <a:off x="6838950" y="2190750"/>
            <a:ext cx="438150" cy="438150"/>
          </a:xfrm>
          <a:prstGeom xmlns:a="http://schemas.openxmlformats.org/drawingml/2006/main" prst="rect">
            <a:avLst/>
          </a:prstGeom>
        </p:spPr>
      </p:pic>
      <p:sp>
        <p:nvSpPr>
          <p:cNvPr id="91" name="case-one-number">
            <a:extLst xmlns:a="http://schemas.openxmlformats.org/drawingml/2006/main">
              <a:ext uri="{FF2B5EF4-FFF2-40B4-BE49-F238E27FC236}">
                <a16:creationId xmlns:a16="http://schemas.microsoft.com/office/drawing/2014/main" id="{80F689AD-6F88-4A35-AE85-A26AC3B82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CASE 39</a:t>
            </a:r>
          </a:p>
        </p:txBody>
      </p:sp>
      <p:sp>
        <p:nvSpPr>
          <p:cNvPr id="92" name="case-two-number">
            <a:extLst xmlns:a="http://schemas.openxmlformats.org/drawingml/2006/main">
              <a:ext uri="{FF2B5EF4-FFF2-40B4-BE49-F238E27FC236}">
                <a16:creationId xmlns:a16="http://schemas.microsoft.com/office/drawing/2014/main" id="{0A6698CA-AC0B-41F4-85BA-082BCE6B8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52650"/>
            <a:ext cx="95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5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3" name="case-one-title">
            <a:extLst xmlns:a="http://schemas.openxmlformats.org/drawingml/2006/main">
              <a:ext uri="{FF2B5EF4-FFF2-40B4-BE49-F238E27FC236}">
                <a16:creationId xmlns:a16="http://schemas.microsoft.com/office/drawing/2014/main" id="{EE710BA8-D19C-4963-AFB4-4F3C1F99D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62200"/>
            <a:ext cx="304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>七问带回项目</a:t>
            </a:r>
          </a:p>
        </p:txBody>
      </p:sp>
      <p:sp>
        <p:nvSpPr>
          <p:cNvPr id="94" name="case-two-title">
            <a:extLst xmlns:a="http://schemas.openxmlformats.org/drawingml/2006/main">
              <a:ext uri="{FF2B5EF4-FFF2-40B4-BE49-F238E27FC236}">
                <a16:creationId xmlns:a16="http://schemas.microsoft.com/office/drawing/2014/main" id="{318AF84A-C84B-43B2-BA7D-1800772B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62200"/>
            <a:ext cx="342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D1D1F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5" name="case-one-method">
            <a:extLst xmlns:a="http://schemas.openxmlformats.org/drawingml/2006/main">
              <a:ext uri="{FF2B5EF4-FFF2-40B4-BE49-F238E27FC236}">
                <a16:creationId xmlns:a16="http://schemas.microsoft.com/office/drawing/2014/main" id="{D641B88F-BC38-42A3-A4BB-5C0A7856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2F6FAB"/>
                </a:solidFill>
                <a:latin typeface="Microsoft YaHei"/>
                <a:ea typeface="Microsoft YaHei"/>
                <a:cs typeface="Microsoft YaHei"/>
              </a:rPr>
              <a:t>TRANSFER CHECKLIST</a:t>
            </a:r>
          </a:p>
        </p:txBody>
      </p:sp>
      <p:sp>
        <p:nvSpPr>
          <p:cNvPr id="96" name="case-two-method">
            <a:extLst xmlns:a="http://schemas.openxmlformats.org/drawingml/2006/main">
              <a:ext uri="{FF2B5EF4-FFF2-40B4-BE49-F238E27FC236}">
                <a16:creationId xmlns:a16="http://schemas.microsoft.com/office/drawing/2014/main" id="{138671CA-C122-4895-8836-E45A6FC5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28575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97" name="case-left-rule-0">
            <a:extLst xmlns:a="http://schemas.openxmlformats.org/drawingml/2006/main">
              <a:ext uri="{FF2B5EF4-FFF2-40B4-BE49-F238E27FC236}">
                <a16:creationId xmlns:a16="http://schemas.microsoft.com/office/drawing/2014/main" id="{A9E0F7F1-556E-496E-816D-C112F965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8" name="case-right-rule-0">
            <a:extLst xmlns:a="http://schemas.openxmlformats.org/drawingml/2006/main">
              <a:ext uri="{FF2B5EF4-FFF2-40B4-BE49-F238E27FC236}">
                <a16:creationId xmlns:a16="http://schemas.microsoft.com/office/drawing/2014/main" id="{F698392D-CBD9-4BDB-A31B-B374CB00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813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99" name="case-label-left-0">
            <a:extLst xmlns:a="http://schemas.openxmlformats.org/drawingml/2006/main">
              <a:ext uri="{FF2B5EF4-FFF2-40B4-BE49-F238E27FC236}">
                <a16:creationId xmlns:a16="http://schemas.microsoft.com/office/drawing/2014/main" id="{1AFF2D59-C41A-4DA2-B654-8554618F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1–2</a:t>
            </a:r>
          </a:p>
        </p:txBody>
      </p:sp>
      <p:sp>
        <p:nvSpPr>
          <p:cNvPr id="100" name="case-value-left-0">
            <a:extLst xmlns:a="http://schemas.openxmlformats.org/drawingml/2006/main">
              <a:ext uri="{FF2B5EF4-FFF2-40B4-BE49-F238E27FC236}">
                <a16:creationId xmlns:a16="http://schemas.microsoft.com/office/drawing/2014/main" id="{17B95C37-E670-4E76-804D-E304F37CD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哪些词分叉？最终真相在哪？</a:t>
            </a:r>
          </a:p>
        </p:txBody>
      </p:sp>
      <p:sp>
        <p:nvSpPr>
          <p:cNvPr id="101" name="case-label-right-0">
            <a:extLst xmlns:a="http://schemas.openxmlformats.org/drawingml/2006/main">
              <a:ext uri="{FF2B5EF4-FFF2-40B4-BE49-F238E27FC236}">
                <a16:creationId xmlns:a16="http://schemas.microsoft.com/office/drawing/2014/main" id="{18A46C20-C188-49D9-98C2-BA5F1F298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2385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2" name="case-value-right-0">
            <a:extLst xmlns:a="http://schemas.openxmlformats.org/drawingml/2006/main">
              <a:ext uri="{FF2B5EF4-FFF2-40B4-BE49-F238E27FC236}">
                <a16:creationId xmlns:a16="http://schemas.microsoft.com/office/drawing/2014/main" id="{7B7E08BA-BD87-441F-B3DB-2BCCF3B9A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2385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3" name="case-left-rule-1">
            <a:extLst xmlns:a="http://schemas.openxmlformats.org/drawingml/2006/main">
              <a:ext uri="{FF2B5EF4-FFF2-40B4-BE49-F238E27FC236}">
                <a16:creationId xmlns:a16="http://schemas.microsoft.com/office/drawing/2014/main" id="{659D7CC2-4EC3-4F7C-BF89-3A07EE6C3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4" name="case-right-rule-1">
            <a:extLst xmlns:a="http://schemas.openxmlformats.org/drawingml/2006/main">
              <a:ext uri="{FF2B5EF4-FFF2-40B4-BE49-F238E27FC236}">
                <a16:creationId xmlns:a16="http://schemas.microsoft.com/office/drawing/2014/main" id="{B37D164D-5E44-46FA-ADF5-91601117C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004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05" name="case-label-left-1">
            <a:extLst xmlns:a="http://schemas.openxmlformats.org/drawingml/2006/main">
              <a:ext uri="{FF2B5EF4-FFF2-40B4-BE49-F238E27FC236}">
                <a16:creationId xmlns:a16="http://schemas.microsoft.com/office/drawing/2014/main" id="{796BAB44-29A4-4469-8C56-2DD29EAB6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3–4</a:t>
            </a:r>
          </a:p>
        </p:txBody>
      </p:sp>
      <p:sp>
        <p:nvSpPr>
          <p:cNvPr id="106" name="case-value-left-1">
            <a:extLst xmlns:a="http://schemas.openxmlformats.org/drawingml/2006/main">
              <a:ext uri="{FF2B5EF4-FFF2-40B4-BE49-F238E27FC236}">
                <a16:creationId xmlns:a16="http://schemas.microsoft.com/office/drawing/2014/main" id="{E2585E34-D692-44BF-BE1E-7329CBA4B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哪些不变量？AI 只改哪里？</a:t>
            </a:r>
          </a:p>
        </p:txBody>
      </p:sp>
      <p:sp>
        <p:nvSpPr>
          <p:cNvPr id="107" name="case-label-right-1">
            <a:extLst xmlns:a="http://schemas.openxmlformats.org/drawingml/2006/main">
              <a:ext uri="{FF2B5EF4-FFF2-40B4-BE49-F238E27FC236}">
                <a16:creationId xmlns:a16="http://schemas.microsoft.com/office/drawing/2014/main" id="{40591D54-6B8B-4336-9EA6-38AC4E705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6576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8" name="case-value-right-1">
            <a:extLst xmlns:a="http://schemas.openxmlformats.org/drawingml/2006/main">
              <a:ext uri="{FF2B5EF4-FFF2-40B4-BE49-F238E27FC236}">
                <a16:creationId xmlns:a16="http://schemas.microsoft.com/office/drawing/2014/main" id="{3E0F325A-0686-4039-ACBE-35AD57BC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6576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09" name="case-left-rule-2">
            <a:extLst xmlns:a="http://schemas.openxmlformats.org/drawingml/2006/main">
              <a:ext uri="{FF2B5EF4-FFF2-40B4-BE49-F238E27FC236}">
                <a16:creationId xmlns:a16="http://schemas.microsoft.com/office/drawing/2014/main" id="{B431DC1D-7996-47F7-B716-B4104C061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0" name="case-right-rule-2">
            <a:extLst xmlns:a="http://schemas.openxmlformats.org/drawingml/2006/main">
              <a:ext uri="{FF2B5EF4-FFF2-40B4-BE49-F238E27FC236}">
                <a16:creationId xmlns:a16="http://schemas.microsoft.com/office/drawing/2014/main" id="{8A9990CB-8F45-4A02-86D6-E10EE0E9F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195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1" name="case-label-left-2">
            <a:extLst xmlns:a="http://schemas.openxmlformats.org/drawingml/2006/main">
              <a:ext uri="{FF2B5EF4-FFF2-40B4-BE49-F238E27FC236}">
                <a16:creationId xmlns:a16="http://schemas.microsoft.com/office/drawing/2014/main" id="{2BEDC775-5045-4471-AF1B-C0AD0148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5–6</a:t>
            </a:r>
          </a:p>
        </p:txBody>
      </p:sp>
      <p:sp>
        <p:nvSpPr>
          <p:cNvPr id="112" name="case-value-left-2">
            <a:extLst xmlns:a="http://schemas.openxmlformats.org/drawingml/2006/main">
              <a:ext uri="{FF2B5EF4-FFF2-40B4-BE49-F238E27FC236}">
                <a16:creationId xmlns:a16="http://schemas.microsoft.com/office/drawing/2014/main" id="{EA218FAD-D644-4FFB-BE95-C64F04C7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怎样制造 RED？最早异常在哪？</a:t>
            </a:r>
          </a:p>
        </p:txBody>
      </p:sp>
      <p:sp>
        <p:nvSpPr>
          <p:cNvPr id="113" name="case-label-right-2">
            <a:extLst xmlns:a="http://schemas.openxmlformats.org/drawingml/2006/main">
              <a:ext uri="{FF2B5EF4-FFF2-40B4-BE49-F238E27FC236}">
                <a16:creationId xmlns:a16="http://schemas.microsoft.com/office/drawing/2014/main" id="{577C7B67-0F67-44A6-9DDD-559EFF9DC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767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4" name="case-value-right-2">
            <a:extLst xmlns:a="http://schemas.openxmlformats.org/drawingml/2006/main">
              <a:ext uri="{FF2B5EF4-FFF2-40B4-BE49-F238E27FC236}">
                <a16:creationId xmlns:a16="http://schemas.microsoft.com/office/drawing/2014/main" id="{563E56E8-30B3-435F-846A-BBF723B44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767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15" name="case-left-rule-3">
            <a:extLst xmlns:a="http://schemas.openxmlformats.org/drawingml/2006/main">
              <a:ext uri="{FF2B5EF4-FFF2-40B4-BE49-F238E27FC236}">
                <a16:creationId xmlns:a16="http://schemas.microsoft.com/office/drawing/2014/main" id="{73F1F4EA-AE10-4C4D-BA07-7CC8DAE70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6" name="case-right-rule-3">
            <a:extLst xmlns:a="http://schemas.openxmlformats.org/drawingml/2006/main">
              <a:ext uri="{FF2B5EF4-FFF2-40B4-BE49-F238E27FC236}">
                <a16:creationId xmlns:a16="http://schemas.microsoft.com/office/drawing/2014/main" id="{54F3B591-F56B-4DB3-A065-BC6E7BCF2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38650"/>
            <a:ext cx="42291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FFFFFF"/>
            </a:solidFill>
            <a:prstDash val="solid"/>
          </a:ln>
        </p:spPr>
      </p:sp>
      <p:sp>
        <p:nvSpPr>
          <p:cNvPr id="117" name="case-label-left-3">
            <a:extLst xmlns:a="http://schemas.openxmlformats.org/drawingml/2006/main">
              <a:ext uri="{FF2B5EF4-FFF2-40B4-BE49-F238E27FC236}">
                <a16:creationId xmlns:a16="http://schemas.microsoft.com/office/drawing/2014/main" id="{678E3CF7-1438-4AC3-A0C1-5353F3F2F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>7</a:t>
            </a:r>
          </a:p>
        </p:txBody>
      </p:sp>
      <p:sp>
        <p:nvSpPr>
          <p:cNvPr id="118" name="case-value-left-3">
            <a:extLst xmlns:a="http://schemas.openxmlformats.org/drawingml/2006/main">
              <a:ext uri="{FF2B5EF4-FFF2-40B4-BE49-F238E27FC236}">
                <a16:creationId xmlns:a16="http://schemas.microsoft.com/office/drawing/2014/main" id="{63677797-5DC0-45FD-9D3E-4D98A65D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>什么证据满足后必须停止？</a:t>
            </a:r>
          </a:p>
        </p:txBody>
      </p:sp>
      <p:sp>
        <p:nvSpPr>
          <p:cNvPr id="119" name="case-label-right-3">
            <a:extLst xmlns:a="http://schemas.openxmlformats.org/drawingml/2006/main">
              <a:ext uri="{FF2B5EF4-FFF2-40B4-BE49-F238E27FC236}">
                <a16:creationId xmlns:a16="http://schemas.microsoft.com/office/drawing/2014/main" id="{796CDBCF-DEAC-47B8-9C7D-BBC794C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495800"/>
            <a:ext cx="723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63" b="1">
                <a:solidFill>
                  <a:srgbClr val="8A8A8A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0" name="case-value-right-3">
            <a:extLst xmlns:a="http://schemas.openxmlformats.org/drawingml/2006/main">
              <a:ext uri="{FF2B5EF4-FFF2-40B4-BE49-F238E27FC236}">
                <a16:creationId xmlns:a16="http://schemas.microsoft.com/office/drawing/2014/main" id="{1212E204-1B9F-477E-80DD-961E203DC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495800"/>
            <a:ext cx="3333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38" b="0">
                <a:solidFill>
                  <a:srgbClr val="333333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21" name="case-transfer-circle">
            <a:extLst xmlns:a="http://schemas.openxmlformats.org/drawingml/2006/main">
              <a:ext uri="{FF2B5EF4-FFF2-40B4-BE49-F238E27FC236}">
                <a16:creationId xmlns:a16="http://schemas.microsoft.com/office/drawing/2014/main" id="{FF6A693F-DADF-434A-A7E7-B5831EE8E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2952750"/>
            <a:ext cx="876300" cy="876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C7000B"/>
            </a:solidFill>
            <a:prstDash val="solid"/>
          </a:ln>
        </p:spPr>
      </p:sp>
      <p:pic>
        <p:nvPicPr>
          <p:cNvPr id="2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36985e319db4231"/>
          <a:stretch xmlns:a="http://schemas.openxmlformats.org/drawingml/2006/main"/>
        </p:blipFill>
        <p:spPr>
          <a:xfrm xmlns:a="http://schemas.openxmlformats.org/drawingml/2006/main">
            <a:off x="5667375" y="3105150"/>
            <a:ext cx="400050" cy="400050"/>
          </a:xfrm>
          <a:prstGeom xmlns:a="http://schemas.openxmlformats.org/drawingml/2006/main" prst="rect">
            <a:avLst/>
          </a:prstGeom>
        </p:spPr>
      </p:pic>
      <p:sp>
        <p:nvSpPr>
          <p:cNvPr id="123" name="case-transfer-text">
            <a:extLst xmlns:a="http://schemas.openxmlformats.org/drawingml/2006/main">
              <a:ext uri="{FF2B5EF4-FFF2-40B4-BE49-F238E27FC236}">
                <a16:creationId xmlns:a16="http://schemas.microsoft.com/office/drawing/2014/main" id="{48A38601-6EA4-43E6-9D6F-38C449733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524250"/>
            <a:ext cx="7239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88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证据</a:t>
            </a:r>
          </a:p>
        </p:txBody>
      </p:sp>
      <p:sp>
        <p:nvSpPr>
          <p:cNvPr id="124" name="case-left-arrow">
            <a:extLst xmlns:a="http://schemas.openxmlformats.org/drawingml/2006/main">
              <a:ext uri="{FF2B5EF4-FFF2-40B4-BE49-F238E27FC236}">
                <a16:creationId xmlns:a16="http://schemas.microsoft.com/office/drawing/2014/main" id="{03A1806C-B519-4A4A-9980-2434DFAF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←</a:t>
            </a:r>
          </a:p>
        </p:txBody>
      </p:sp>
      <p:sp>
        <p:nvSpPr>
          <p:cNvPr id="125" name="case-right-arrow">
            <a:extLst xmlns:a="http://schemas.openxmlformats.org/drawingml/2006/main">
              <a:ext uri="{FF2B5EF4-FFF2-40B4-BE49-F238E27FC236}">
                <a16:creationId xmlns:a16="http://schemas.microsoft.com/office/drawing/2014/main" id="{E8FB34F1-A4F6-406E-85FD-21A5A0934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219450"/>
            <a:ext cx="3619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97222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26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6F26517-8D14-4ED8-B91E-154EEEC9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981700"/>
            <a:ext cx="109347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D7D7"/>
          </a:solidFill>
          <a:ln xmlns:a="http://schemas.openxmlformats.org/drawingml/2006/main" w="0">
            <a:solidFill>
              <a:srgbClr val="D7D7D7"/>
            </a:solidFill>
            <a:prstDash val="solid"/>
          </a:ln>
        </p:spPr>
      </p:sp>
      <p:sp>
        <p:nvSpPr>
          <p:cNvPr id="127" name="timeline-dot-0">
            <a:extLst xmlns:a="http://schemas.openxmlformats.org/drawingml/2006/main">
              <a:ext uri="{FF2B5EF4-FFF2-40B4-BE49-F238E27FC236}">
                <a16:creationId xmlns:a16="http://schemas.microsoft.com/office/drawing/2014/main" id="{B1B2265D-D326-40FF-A60F-C0FBE9741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28" name="timeline-card-0">
            <a:extLst xmlns:a="http://schemas.openxmlformats.org/drawingml/2006/main">
              <a:ext uri="{FF2B5EF4-FFF2-40B4-BE49-F238E27FC236}">
                <a16:creationId xmlns:a16="http://schemas.microsoft.com/office/drawing/2014/main" id="{E06F85EB-4FA9-4043-8BE1-A3CF40B5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172200"/>
            <a:ext cx="2000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7745dd3f84f3c"/>
          <a:stretch xmlns:a="http://schemas.openxmlformats.org/drawingml/2006/main"/>
        </p:blipFill>
        <p:spPr>
          <a:xfrm xmlns:a="http://schemas.openxmlformats.org/drawingml/2006/main">
            <a:off x="5143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0" name="timeline-text-0">
            <a:extLst xmlns:a="http://schemas.openxmlformats.org/drawingml/2006/main">
              <a:ext uri="{FF2B5EF4-FFF2-40B4-BE49-F238E27FC236}">
                <a16:creationId xmlns:a16="http://schemas.microsoft.com/office/drawing/2014/main" id="{3B912A19-9FE5-4187-98C5-1F80D3054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6210300"/>
            <a:ext cx="15430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需求 / 事实</a:t>
            </a:r>
          </a:p>
        </p:txBody>
      </p:sp>
      <p:sp>
        <p:nvSpPr>
          <p:cNvPr id="131" name="timeline-dot-1">
            <a:extLst xmlns:a="http://schemas.openxmlformats.org/drawingml/2006/main">
              <a:ext uri="{FF2B5EF4-FFF2-40B4-BE49-F238E27FC236}">
                <a16:creationId xmlns:a16="http://schemas.microsoft.com/office/drawing/2014/main" id="{7D872788-C8C9-4D53-BCFB-3EE338664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32" name="timeline-card-1">
            <a:extLst xmlns:a="http://schemas.openxmlformats.org/drawingml/2006/main">
              <a:ext uri="{FF2B5EF4-FFF2-40B4-BE49-F238E27FC236}">
                <a16:creationId xmlns:a16="http://schemas.microsoft.com/office/drawing/2014/main" id="{07574872-6C46-4DCB-998F-DE9FCE105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6172200"/>
            <a:ext cx="3048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1ce3b870134754"/>
          <a:stretch xmlns:a="http://schemas.openxmlformats.org/drawingml/2006/main"/>
        </p:blipFill>
        <p:spPr>
          <a:xfrm xmlns:a="http://schemas.openxmlformats.org/drawingml/2006/main">
            <a:off x="270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4" name="timeline-text-1">
            <a:extLst xmlns:a="http://schemas.openxmlformats.org/drawingml/2006/main">
              <a:ext uri="{FF2B5EF4-FFF2-40B4-BE49-F238E27FC236}">
                <a16:creationId xmlns:a16="http://schemas.microsoft.com/office/drawing/2014/main" id="{4A727200-EA29-4361-9862-418A0DE95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6210300"/>
            <a:ext cx="2590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设计 / 任务</a:t>
            </a:r>
          </a:p>
        </p:txBody>
      </p:sp>
      <p:sp>
        <p:nvSpPr>
          <p:cNvPr id="135" name="timeline-dot-2">
            <a:extLst xmlns:a="http://schemas.openxmlformats.org/drawingml/2006/main">
              <a:ext uri="{FF2B5EF4-FFF2-40B4-BE49-F238E27FC236}">
                <a16:creationId xmlns:a16="http://schemas.microsoft.com/office/drawing/2014/main" id="{3F1EC896-E46F-4384-894B-3DDEC4776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7000B"/>
          </a:solidFill>
          <a:ln xmlns:a="http://schemas.openxmlformats.org/drawingml/2006/main" w="0">
            <a:solidFill>
              <a:srgbClr val="C7000B"/>
            </a:solidFill>
            <a:prstDash val="solid"/>
          </a:ln>
        </p:spPr>
      </p:sp>
      <p:sp>
        <p:nvSpPr>
          <p:cNvPr id="136" name="timeline-card-2">
            <a:extLst xmlns:a="http://schemas.openxmlformats.org/drawingml/2006/main">
              <a:ext uri="{FF2B5EF4-FFF2-40B4-BE49-F238E27FC236}">
                <a16:creationId xmlns:a16="http://schemas.microsoft.com/office/drawing/2014/main" id="{F4FEA41C-C58A-4D35-9F21-95E1FD4E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6172200"/>
            <a:ext cx="1428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AEC"/>
          </a:solidFill>
          <a:ln xmlns:a="http://schemas.openxmlformats.org/drawingml/2006/main" w="0">
            <a:solidFill>
              <a:srgbClr val="FBEAEC"/>
            </a:solidFill>
            <a:prstDash val="solid"/>
          </a:ln>
        </p:spPr>
      </p:sp>
      <p:pic>
        <p:nvPicPr>
          <p:cNvPr id="25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2fdec791ee4208"/>
          <a:stretch xmlns:a="http://schemas.openxmlformats.org/drawingml/2006/main"/>
        </p:blipFill>
        <p:spPr>
          <a:xfrm xmlns:a="http://schemas.openxmlformats.org/drawingml/2006/main">
            <a:off x="59436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38" name="timeline-text-2">
            <a:extLst xmlns:a="http://schemas.openxmlformats.org/drawingml/2006/main">
              <a:ext uri="{FF2B5EF4-FFF2-40B4-BE49-F238E27FC236}">
                <a16:creationId xmlns:a16="http://schemas.microsoft.com/office/drawing/2014/main" id="{75A6DFD3-381A-4508-A88C-74D03EE6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6210300"/>
            <a:ext cx="971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RED / GREEN</a:t>
            </a:r>
          </a:p>
        </p:txBody>
      </p:sp>
      <p:sp>
        <p:nvSpPr>
          <p:cNvPr id="139" name="timeline-dot-3">
            <a:extLst xmlns:a="http://schemas.openxmlformats.org/drawingml/2006/main">
              <a:ext uri="{FF2B5EF4-FFF2-40B4-BE49-F238E27FC236}">
                <a16:creationId xmlns:a16="http://schemas.microsoft.com/office/drawing/2014/main" id="{EE23DBD8-AF98-46BF-B5EA-9A5764E71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D45C7"/>
          </a:solidFill>
          <a:ln xmlns:a="http://schemas.openxmlformats.org/drawingml/2006/main" w="0">
            <a:solidFill>
              <a:srgbClr val="6D45C7"/>
            </a:solidFill>
            <a:prstDash val="solid"/>
          </a:ln>
        </p:spPr>
      </p:sp>
      <p:sp>
        <p:nvSpPr>
          <p:cNvPr id="140" name="timeline-card-3">
            <a:extLst xmlns:a="http://schemas.openxmlformats.org/drawingml/2006/main">
              <a:ext uri="{FF2B5EF4-FFF2-40B4-BE49-F238E27FC236}">
                <a16:creationId xmlns:a16="http://schemas.microsoft.com/office/drawing/2014/main" id="{705D6FCE-1ACC-445B-943D-DD93AE12E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6172200"/>
            <a:ext cx="2571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CFA"/>
          </a:solidFill>
          <a:ln xmlns:a="http://schemas.openxmlformats.org/drawingml/2006/main" w="0">
            <a:solidFill>
              <a:srgbClr val="F1ECFA"/>
            </a:solidFill>
            <a:prstDash val="solid"/>
          </a:ln>
        </p:spPr>
      </p:sp>
      <p:pic>
        <p:nvPicPr>
          <p:cNvPr id="25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64ccf315d54c89"/>
          <a:stretch xmlns:a="http://schemas.openxmlformats.org/drawingml/2006/main"/>
        </p:blipFill>
        <p:spPr>
          <a:xfrm xmlns:a="http://schemas.openxmlformats.org/drawingml/2006/main">
            <a:off x="756285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2" name="timeline-text-3">
            <a:extLst xmlns:a="http://schemas.openxmlformats.org/drawingml/2006/main">
              <a:ext uri="{FF2B5EF4-FFF2-40B4-BE49-F238E27FC236}">
                <a16:creationId xmlns:a16="http://schemas.microsoft.com/office/drawing/2014/main" id="{D8BB6B58-07F6-42CB-AD15-5ADC5CB98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6210300"/>
            <a:ext cx="2114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6D45C7"/>
                </a:solidFill>
                <a:latin typeface="Microsoft YaHei"/>
                <a:ea typeface="Microsoft YaHei"/>
                <a:cs typeface="Microsoft YaHei"/>
              </a:rPr>
              <a:t>系统取证</a:t>
            </a:r>
          </a:p>
        </p:txBody>
      </p:sp>
      <p:sp>
        <p:nvSpPr>
          <p:cNvPr id="143" name="timeline-dot-4">
            <a:extLst xmlns:a="http://schemas.openxmlformats.org/drawingml/2006/main">
              <a:ext uri="{FF2B5EF4-FFF2-40B4-BE49-F238E27FC236}">
                <a16:creationId xmlns:a16="http://schemas.microsoft.com/office/drawing/2014/main" id="{42256876-971C-44C3-B36A-A2A5DC337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5867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8F5B"/>
          </a:solidFill>
          <a:ln xmlns:a="http://schemas.openxmlformats.org/drawingml/2006/main" w="0">
            <a:solidFill>
              <a:srgbClr val="2F8F5B"/>
            </a:solidFill>
            <a:prstDash val="solid"/>
          </a:ln>
        </p:spPr>
      </p:sp>
      <p:sp>
        <p:nvSpPr>
          <p:cNvPr id="144" name="timeline-card-4">
            <a:extLst xmlns:a="http://schemas.openxmlformats.org/drawingml/2006/main">
              <a:ext uri="{FF2B5EF4-FFF2-40B4-BE49-F238E27FC236}">
                <a16:creationId xmlns:a16="http://schemas.microsoft.com/office/drawing/2014/main" id="{B406802C-BB49-4241-9BAC-E9752EDB4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0" y="6172200"/>
            <a:ext cx="1028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5EE"/>
          </a:solidFill>
          <a:ln xmlns:a="http://schemas.openxmlformats.org/drawingml/2006/main" w="0">
            <a:solidFill>
              <a:srgbClr val="EAF5EE"/>
            </a:solidFill>
            <a:prstDash val="solid"/>
          </a:ln>
        </p:spPr>
      </p:sp>
      <p:pic>
        <p:nvPicPr>
          <p:cNvPr id="26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767c45d78594ac8"/>
          <a:stretch xmlns:a="http://schemas.openxmlformats.org/drawingml/2006/main"/>
        </p:blipFill>
        <p:spPr>
          <a:xfrm xmlns:a="http://schemas.openxmlformats.org/drawingml/2006/main">
            <a:off x="10325100" y="6305550"/>
            <a:ext cx="228600" cy="228600"/>
          </a:xfrm>
          <a:prstGeom xmlns:a="http://schemas.openxmlformats.org/drawingml/2006/main" prst="rect">
            <a:avLst/>
          </a:prstGeom>
        </p:spPr>
      </p:pic>
      <p:sp>
        <p:nvSpPr>
          <p:cNvPr id="146" name="timeline-text-4">
            <a:extLst xmlns:a="http://schemas.openxmlformats.org/drawingml/2006/main">
              <a:ext uri="{FF2B5EF4-FFF2-40B4-BE49-F238E27FC236}">
                <a16:creationId xmlns:a16="http://schemas.microsoft.com/office/drawing/2014/main" id="{B28B3A76-07CD-44BF-8BCF-942072BDE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9900" y="6210300"/>
            <a:ext cx="57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885" b="1">
                <a:solidFill>
                  <a:srgbClr val="2F8F5B"/>
                </a:solidFill>
                <a:latin typeface="Microsoft YaHei"/>
                <a:ea typeface="Microsoft YaHei"/>
                <a:cs typeface="Microsoft YaHei"/>
              </a:rPr>
              <a:t>同伴审阅</a:t>
            </a:r>
          </a:p>
        </p:txBody>
      </p:sp>
      <p:pic>
        <p:nvPicPr>
          <p:cNvPr id="26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45461913dd4cb9"/>
          <a:stretch xmlns:a="http://schemas.openxmlformats.org/drawingml/2006/main"/>
        </p:blipFill>
        <p:spPr>
          <a:xfrm xmlns:a="http://schemas.openxmlformats.org/drawingml/2006/main">
            <a:off x="10382250" y="268813"/>
            <a:ext cx="952500" cy="214850"/>
          </a:xfrm>
          <a:prstGeom xmlns:a="http://schemas.openxmlformats.org/drawingml/2006/main" prst="rect">
            <a:avLst/>
          </a:prstGeom>
        </p:spPr>
      </p:pic>
      <p:pic>
        <p:nvPicPr>
          <p:cNvPr id="26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73c38391bd4c29"/>
          <a:stretch xmlns:a="http://schemas.openxmlformats.org/drawingml/2006/main"/>
        </p:blipFill>
        <p:spPr>
          <a:xfrm xmlns:a="http://schemas.openxmlformats.org/drawingml/2006/main">
            <a:off x="6572250" y="2145918"/>
            <a:ext cx="4762500" cy="268046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8059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2026-08-31T12:19:32.2320000Z</dcterms:created>
  <dcterms:modified xsi:type="dcterms:W3CDTF">2026-08-31T12:19:32.2320000Z</dcterms:modified>
</coreProperties>
</file>