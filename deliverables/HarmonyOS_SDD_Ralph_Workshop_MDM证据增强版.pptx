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869a04b4fa4069" /><Relationship Type="http://schemas.openxmlformats.org/officeDocument/2006/relationships/extended-properties" Target="/docProps/app.xml" Id="R94d030239b7f4161" /><Relationship Type="http://schemas.openxmlformats.org/officeDocument/2006/relationships/officeDocument" Target="/ppt/presentation.xml" Id="R9e6188787bb342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08b1e7e46c410d"/>
  </p:sldMasterIdLst>
  <p:notesMasterIdLst>
    <p:notesMasterId xmlns:r="http://schemas.openxmlformats.org/officeDocument/2006/relationships" r:id="R40fe3828e979486f"/>
  </p:notesMasterIdLst>
  <p:sldIdLst>
    <p:sldId xmlns:r="http://schemas.openxmlformats.org/officeDocument/2006/relationships" id="256" r:id="R3009d54d5eba43f6"/>
    <p:sldId xmlns:r="http://schemas.openxmlformats.org/officeDocument/2006/relationships" id="257" r:id="R0231fa51cb0e4759"/>
    <p:sldId xmlns:r="http://schemas.openxmlformats.org/officeDocument/2006/relationships" id="258" r:id="Rbce391eec46547ac"/>
    <p:sldId xmlns:r="http://schemas.openxmlformats.org/officeDocument/2006/relationships" id="259" r:id="R9147e2af8b4e4e52"/>
    <p:sldId xmlns:r="http://schemas.openxmlformats.org/officeDocument/2006/relationships" id="260" r:id="R0ceff76efc1b4a24"/>
    <p:sldId xmlns:r="http://schemas.openxmlformats.org/officeDocument/2006/relationships" id="261" r:id="Ra7976a8d3d1040dc"/>
    <p:sldId xmlns:r="http://schemas.openxmlformats.org/officeDocument/2006/relationships" id="262" r:id="Rea632c5548d44c4e"/>
    <p:sldId xmlns:r="http://schemas.openxmlformats.org/officeDocument/2006/relationships" id="263" r:id="R7fc15724bdb54dec"/>
    <p:sldId xmlns:r="http://schemas.openxmlformats.org/officeDocument/2006/relationships" id="264" r:id="Rf89751ac048441ff"/>
    <p:sldId xmlns:r="http://schemas.openxmlformats.org/officeDocument/2006/relationships" id="265" r:id="R783edbc5b8c946f0"/>
    <p:sldId xmlns:r="http://schemas.openxmlformats.org/officeDocument/2006/relationships" id="266" r:id="R811982fd4a114386"/>
    <p:sldId xmlns:r="http://schemas.openxmlformats.org/officeDocument/2006/relationships" id="267" r:id="R9d132f64fb004aac"/>
    <p:sldId xmlns:r="http://schemas.openxmlformats.org/officeDocument/2006/relationships" id="268" r:id="R8196f9ff7eb049d6"/>
    <p:sldId xmlns:r="http://schemas.openxmlformats.org/officeDocument/2006/relationships" id="269" r:id="R684ca09fad844e07"/>
    <p:sldId xmlns:r="http://schemas.openxmlformats.org/officeDocument/2006/relationships" id="270" r:id="R395bda8ce60f4f9d"/>
    <p:sldId xmlns:r="http://schemas.openxmlformats.org/officeDocument/2006/relationships" id="271" r:id="Rebebb9fb7254460b"/>
    <p:sldId xmlns:r="http://schemas.openxmlformats.org/officeDocument/2006/relationships" id="272" r:id="Red3692edf15f4734"/>
    <p:sldId xmlns:r="http://schemas.openxmlformats.org/officeDocument/2006/relationships" id="273" r:id="R02ef6f5b853240cf"/>
    <p:sldId xmlns:r="http://schemas.openxmlformats.org/officeDocument/2006/relationships" id="274" r:id="R92b7b578d1e64e63"/>
    <p:sldId xmlns:r="http://schemas.openxmlformats.org/officeDocument/2006/relationships" id="275" r:id="R104772e87e4c4962"/>
    <p:sldId xmlns:r="http://schemas.openxmlformats.org/officeDocument/2006/relationships" id="276" r:id="R87bc5fb104c54d9c"/>
    <p:sldId xmlns:r="http://schemas.openxmlformats.org/officeDocument/2006/relationships" id="277" r:id="R219819833b7045a7"/>
    <p:sldId xmlns:r="http://schemas.openxmlformats.org/officeDocument/2006/relationships" id="278" r:id="R6e6c00efe7584b5a"/>
    <p:sldId xmlns:r="http://schemas.openxmlformats.org/officeDocument/2006/relationships" id="279" r:id="Ra81e67ede0e248a5"/>
    <p:sldId xmlns:r="http://schemas.openxmlformats.org/officeDocument/2006/relationships" id="280" r:id="R05d76c35ec5240cd"/>
    <p:sldId xmlns:r="http://schemas.openxmlformats.org/officeDocument/2006/relationships" id="281" r:id="R836717d532c14bdb"/>
    <p:sldId xmlns:r="http://schemas.openxmlformats.org/officeDocument/2006/relationships" id="282" r:id="R3cb49b4773c04005"/>
    <p:sldId xmlns:r="http://schemas.openxmlformats.org/officeDocument/2006/relationships" id="283" r:id="Rd64ae0f30eaa42d6"/>
    <p:sldId xmlns:r="http://schemas.openxmlformats.org/officeDocument/2006/relationships" id="284" r:id="R0223001630e64085"/>
    <p:sldId xmlns:r="http://schemas.openxmlformats.org/officeDocument/2006/relationships" id="285" r:id="R37cbb60aac354f32"/>
    <p:sldId xmlns:r="http://schemas.openxmlformats.org/officeDocument/2006/relationships" id="286" r:id="Rf584fd38922b42f4"/>
    <p:sldId xmlns:r="http://schemas.openxmlformats.org/officeDocument/2006/relationships" id="287" r:id="Rf3fb665ed7af4d4c"/>
    <p:sldId xmlns:r="http://schemas.openxmlformats.org/officeDocument/2006/relationships" id="288" r:id="R40b89f43806e4df9"/>
    <p:sldId xmlns:r="http://schemas.openxmlformats.org/officeDocument/2006/relationships" id="289" r:id="R7b68134c78fe4713"/>
    <p:sldId xmlns:r="http://schemas.openxmlformats.org/officeDocument/2006/relationships" id="290" r:id="Rae7f6e7dad8f4a45"/>
    <p:sldId xmlns:r="http://schemas.openxmlformats.org/officeDocument/2006/relationships" id="291" r:id="R2917b5c7807a4f39"/>
    <p:sldId xmlns:r="http://schemas.openxmlformats.org/officeDocument/2006/relationships" id="292" r:id="R29abcf12581b424d"/>
    <p:sldId xmlns:r="http://schemas.openxmlformats.org/officeDocument/2006/relationships" id="293" r:id="R8184c67bc4f24217"/>
    <p:sldId xmlns:r="http://schemas.openxmlformats.org/officeDocument/2006/relationships" id="294" r:id="R23430a22c8a048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ca79edaf1f4635" /><Relationship Type="http://schemas.openxmlformats.org/officeDocument/2006/relationships/slideMaster" Target="/ppt/slideMasters/slideMaster1.xml" Id="R4b08b1e7e46c410d" /><Relationship Type="http://schemas.openxmlformats.org/officeDocument/2006/relationships/notesMaster" Target="/ppt/notesMasters/notesMaster1.xml" Id="R40fe3828e979486f" /><Relationship Type="http://schemas.openxmlformats.org/officeDocument/2006/relationships/presProps" Target="/ppt/presProps.xml" Id="R42946bea145c4492" /><Relationship Type="http://schemas.openxmlformats.org/officeDocument/2006/relationships/tableStyles" Target="/ppt/tableStyles.xml" Id="R72166efcbae343b5" /><Relationship Type="http://schemas.openxmlformats.org/officeDocument/2006/relationships/slide" Target="/ppt/slides/slide1.xml" Id="R3009d54d5eba43f6" /><Relationship Type="http://schemas.openxmlformats.org/officeDocument/2006/relationships/slide" Target="/ppt/slides/slide2.xml" Id="R0231fa51cb0e4759" /><Relationship Type="http://schemas.openxmlformats.org/officeDocument/2006/relationships/slide" Target="/ppt/slides/slide3.xml" Id="Rbce391eec46547ac" /><Relationship Type="http://schemas.openxmlformats.org/officeDocument/2006/relationships/slide" Target="/ppt/slides/slide4.xml" Id="R9147e2af8b4e4e52" /><Relationship Type="http://schemas.openxmlformats.org/officeDocument/2006/relationships/slide" Target="/ppt/slides/slide5.xml" Id="R0ceff76efc1b4a24" /><Relationship Type="http://schemas.openxmlformats.org/officeDocument/2006/relationships/slide" Target="/ppt/slides/slide6.xml" Id="Ra7976a8d3d1040dc" /><Relationship Type="http://schemas.openxmlformats.org/officeDocument/2006/relationships/slide" Target="/ppt/slides/slide7.xml" Id="Rea632c5548d44c4e" /><Relationship Type="http://schemas.openxmlformats.org/officeDocument/2006/relationships/slide" Target="/ppt/slides/slide8.xml" Id="R7fc15724bdb54dec" /><Relationship Type="http://schemas.openxmlformats.org/officeDocument/2006/relationships/slide" Target="/ppt/slides/slide9.xml" Id="Rf89751ac048441ff" /><Relationship Type="http://schemas.openxmlformats.org/officeDocument/2006/relationships/slide" Target="/ppt/slides/slide10.xml" Id="R783edbc5b8c946f0" /><Relationship Type="http://schemas.openxmlformats.org/officeDocument/2006/relationships/slide" Target="/ppt/slides/slide11.xml" Id="R811982fd4a114386" /><Relationship Type="http://schemas.openxmlformats.org/officeDocument/2006/relationships/slide" Target="/ppt/slides/slide12.xml" Id="R9d132f64fb004aac" /><Relationship Type="http://schemas.openxmlformats.org/officeDocument/2006/relationships/slide" Target="/ppt/slides/slide13.xml" Id="R8196f9ff7eb049d6" /><Relationship Type="http://schemas.openxmlformats.org/officeDocument/2006/relationships/slide" Target="/ppt/slides/slide14.xml" Id="R684ca09fad844e07" /><Relationship Type="http://schemas.openxmlformats.org/officeDocument/2006/relationships/slide" Target="/ppt/slides/slide15.xml" Id="R395bda8ce60f4f9d" /><Relationship Type="http://schemas.openxmlformats.org/officeDocument/2006/relationships/slide" Target="/ppt/slides/slide16.xml" Id="Rebebb9fb7254460b" /><Relationship Type="http://schemas.openxmlformats.org/officeDocument/2006/relationships/slide" Target="/ppt/slides/slide17.xml" Id="Red3692edf15f4734" /><Relationship Type="http://schemas.openxmlformats.org/officeDocument/2006/relationships/slide" Target="/ppt/slides/slide18.xml" Id="R02ef6f5b853240cf" /><Relationship Type="http://schemas.openxmlformats.org/officeDocument/2006/relationships/slide" Target="/ppt/slides/slide19.xml" Id="R92b7b578d1e64e63" /><Relationship Type="http://schemas.openxmlformats.org/officeDocument/2006/relationships/slide" Target="/ppt/slides/slide20.xml" Id="R104772e87e4c4962" /><Relationship Type="http://schemas.openxmlformats.org/officeDocument/2006/relationships/slide" Target="/ppt/slides/slide21.xml" Id="R87bc5fb104c54d9c" /><Relationship Type="http://schemas.openxmlformats.org/officeDocument/2006/relationships/slide" Target="/ppt/slides/slide22.xml" Id="R219819833b7045a7" /><Relationship Type="http://schemas.openxmlformats.org/officeDocument/2006/relationships/slide" Target="/ppt/slides/slide23.xml" Id="R6e6c00efe7584b5a" /><Relationship Type="http://schemas.openxmlformats.org/officeDocument/2006/relationships/slide" Target="/ppt/slides/slide24.xml" Id="Ra81e67ede0e248a5" /><Relationship Type="http://schemas.openxmlformats.org/officeDocument/2006/relationships/slide" Target="/ppt/slides/slide25.xml" Id="R05d76c35ec5240cd" /><Relationship Type="http://schemas.openxmlformats.org/officeDocument/2006/relationships/slide" Target="/ppt/slides/slide26.xml" Id="R836717d532c14bdb" /><Relationship Type="http://schemas.openxmlformats.org/officeDocument/2006/relationships/slide" Target="/ppt/slides/slide27.xml" Id="R3cb49b4773c04005" /><Relationship Type="http://schemas.openxmlformats.org/officeDocument/2006/relationships/slide" Target="/ppt/slides/slide28.xml" Id="Rd64ae0f30eaa42d6" /><Relationship Type="http://schemas.openxmlformats.org/officeDocument/2006/relationships/slide" Target="/ppt/slides/slide29.xml" Id="R0223001630e64085" /><Relationship Type="http://schemas.openxmlformats.org/officeDocument/2006/relationships/slide" Target="/ppt/slides/slide30.xml" Id="R37cbb60aac354f32" /><Relationship Type="http://schemas.openxmlformats.org/officeDocument/2006/relationships/slide" Target="/ppt/slides/slide31.xml" Id="Rf584fd38922b42f4" /><Relationship Type="http://schemas.openxmlformats.org/officeDocument/2006/relationships/slide" Target="/ppt/slides/slide32.xml" Id="Rf3fb665ed7af4d4c" /><Relationship Type="http://schemas.openxmlformats.org/officeDocument/2006/relationships/slide" Target="/ppt/slides/slide33.xml" Id="R40b89f43806e4df9" /><Relationship Type="http://schemas.openxmlformats.org/officeDocument/2006/relationships/slide" Target="/ppt/slides/slide34.xml" Id="R7b68134c78fe4713" /><Relationship Type="http://schemas.openxmlformats.org/officeDocument/2006/relationships/slide" Target="/ppt/slides/slide35.xml" Id="Rae7f6e7dad8f4a45" /><Relationship Type="http://schemas.openxmlformats.org/officeDocument/2006/relationships/slide" Target="/ppt/slides/slide36.xml" Id="R2917b5c7807a4f39" /><Relationship Type="http://schemas.openxmlformats.org/officeDocument/2006/relationships/slide" Target="/ppt/slides/slide37.xml" Id="R29abcf12581b424d" /><Relationship Type="http://schemas.openxmlformats.org/officeDocument/2006/relationships/slide" Target="/ppt/slides/slide38.xml" Id="R8184c67bc4f24217" /><Relationship Type="http://schemas.openxmlformats.org/officeDocument/2006/relationships/slide" Target="/ppt/slides/slide39.xml" Id="R23430a22c8a048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7bb798731f4c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ec6f3d9f024a1e" /><Relationship Type="http://schemas.openxmlformats.org/officeDocument/2006/relationships/notesMaster" Target="/ppt/notesMasters/notesMaster1.xml" Id="R99cb92149d6945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dfaeafe4394082" /><Relationship Type="http://schemas.openxmlformats.org/officeDocument/2006/relationships/notesMaster" Target="/ppt/notesMasters/notesMaster1.xml" Id="R320d7027c7a24d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669b0bcd11424b" /><Relationship Type="http://schemas.openxmlformats.org/officeDocument/2006/relationships/notesMaster" Target="/ppt/notesMasters/notesMaster1.xml" Id="R336b9a6cf99e4a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419a1f7b584a86" /><Relationship Type="http://schemas.openxmlformats.org/officeDocument/2006/relationships/notesMaster" Target="/ppt/notesMasters/notesMaster1.xml" Id="R8f693357bbbe45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fb5b9fa7f04fb8" /><Relationship Type="http://schemas.openxmlformats.org/officeDocument/2006/relationships/notesMaster" Target="/ppt/notesMasters/notesMaster1.xml" Id="R2cdc866ab1c242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3b85f4249a4d50" /><Relationship Type="http://schemas.openxmlformats.org/officeDocument/2006/relationships/notesMaster" Target="/ppt/notesMasters/notesMaster1.xml" Id="R0199f5c9e19c485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541193e0274581" /><Relationship Type="http://schemas.openxmlformats.org/officeDocument/2006/relationships/notesMaster" Target="/ppt/notesMasters/notesMaster1.xml" Id="R531246c410f34b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a584eb2bf04d66" /><Relationship Type="http://schemas.openxmlformats.org/officeDocument/2006/relationships/notesMaster" Target="/ppt/notesMasters/notesMaster1.xml" Id="R0f83cbf048bd4f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59e70c0f2f14393" /><Relationship Type="http://schemas.openxmlformats.org/officeDocument/2006/relationships/notesMaster" Target="/ppt/notesMasters/notesMaster1.xml" Id="Rd507f7e0a09e4fd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5a0bfdeb204611" /><Relationship Type="http://schemas.openxmlformats.org/officeDocument/2006/relationships/notesMaster" Target="/ppt/notesMasters/notesMaster1.xml" Id="R5d0582307aac450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ddf91540bd4344" /><Relationship Type="http://schemas.openxmlformats.org/officeDocument/2006/relationships/notesMaster" Target="/ppt/notesMasters/notesMaster1.xml" Id="R8a5fbdc89cf146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9e12a749dec471f" /><Relationship Type="http://schemas.openxmlformats.org/officeDocument/2006/relationships/notesMaster" Target="/ppt/notesMasters/notesMaster1.xml" Id="R7b15880e74c34d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c02c067797d44fd" /><Relationship Type="http://schemas.openxmlformats.org/officeDocument/2006/relationships/notesMaster" Target="/ppt/notesMasters/notesMaster1.xml" Id="R55085626bb03446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a13e0a18da64fd1" /><Relationship Type="http://schemas.openxmlformats.org/officeDocument/2006/relationships/notesMaster" Target="/ppt/notesMasters/notesMaster1.xml" Id="R4238e3cc7f244dd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b9057b818e14949" /><Relationship Type="http://schemas.openxmlformats.org/officeDocument/2006/relationships/notesMaster" Target="/ppt/notesMasters/notesMaster1.xml" Id="Rf8db25dfe0334c2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996c633bde4491f" /><Relationship Type="http://schemas.openxmlformats.org/officeDocument/2006/relationships/notesMaster" Target="/ppt/notesMasters/notesMaster1.xml" Id="R327726aad568412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5a7d2a3fa5f4f44" /><Relationship Type="http://schemas.openxmlformats.org/officeDocument/2006/relationships/notesMaster" Target="/ppt/notesMasters/notesMaster1.xml" Id="R3dc11eaafe00427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c7314b9d7e842c8" /><Relationship Type="http://schemas.openxmlformats.org/officeDocument/2006/relationships/notesMaster" Target="/ppt/notesMasters/notesMaster1.xml" Id="Rcf2cc7a200334e7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70ede5f625c406c" /><Relationship Type="http://schemas.openxmlformats.org/officeDocument/2006/relationships/notesMaster" Target="/ppt/notesMasters/notesMaster1.xml" Id="R7ae59df5dda249f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cff78092b4f4388" /><Relationship Type="http://schemas.openxmlformats.org/officeDocument/2006/relationships/notesMaster" Target="/ppt/notesMasters/notesMaster1.xml" Id="R304f26168292469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f882e91231948c8" /><Relationship Type="http://schemas.openxmlformats.org/officeDocument/2006/relationships/notesMaster" Target="/ppt/notesMasters/notesMaster1.xml" Id="Rdb757c7e8cdd4b5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7df47ee20aa4ab2" /><Relationship Type="http://schemas.openxmlformats.org/officeDocument/2006/relationships/notesMaster" Target="/ppt/notesMasters/notesMaster1.xml" Id="R7b7c4a02bcc84a1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3283e2535cf41f7" /><Relationship Type="http://schemas.openxmlformats.org/officeDocument/2006/relationships/notesMaster" Target="/ppt/notesMasters/notesMaster1.xml" Id="R9eebf18ac8a4464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de95e8693ec4543" /><Relationship Type="http://schemas.openxmlformats.org/officeDocument/2006/relationships/notesMaster" Target="/ppt/notesMasters/notesMaster1.xml" Id="R2423d160cb2445b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00f4ed46a5b4a51" /><Relationship Type="http://schemas.openxmlformats.org/officeDocument/2006/relationships/notesMaster" Target="/ppt/notesMasters/notesMaster1.xml" Id="Rf0916386cc62457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044000a7e124d88" /><Relationship Type="http://schemas.openxmlformats.org/officeDocument/2006/relationships/notesMaster" Target="/ppt/notesMasters/notesMaster1.xml" Id="Radedd5a17cfa470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125f452401c4525" /><Relationship Type="http://schemas.openxmlformats.org/officeDocument/2006/relationships/notesMaster" Target="/ppt/notesMasters/notesMaster1.xml" Id="R95f0964c3b45410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e2ed8c41b3242e1" /><Relationship Type="http://schemas.openxmlformats.org/officeDocument/2006/relationships/notesMaster" Target="/ppt/notesMasters/notesMaster1.xml" Id="R5d931f45f5554be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3d0d75832714cfb" /><Relationship Type="http://schemas.openxmlformats.org/officeDocument/2006/relationships/notesMaster" Target="/ppt/notesMasters/notesMaster1.xml" Id="Rf34cab2965ec48c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71418fcece94dd9" /><Relationship Type="http://schemas.openxmlformats.org/officeDocument/2006/relationships/notesMaster" Target="/ppt/notesMasters/notesMaster1.xml" Id="Rd7e44c549235495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822f43d4f0b45b8" /><Relationship Type="http://schemas.openxmlformats.org/officeDocument/2006/relationships/notesMaster" Target="/ppt/notesMasters/notesMaster1.xml" Id="R0ad6680cff5247b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1ddcd6c746144a0" /><Relationship Type="http://schemas.openxmlformats.org/officeDocument/2006/relationships/notesMaster" Target="/ppt/notesMasters/notesMaster1.xml" Id="R871c491052fe4ea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7f162bba0d14013" /><Relationship Type="http://schemas.openxmlformats.org/officeDocument/2006/relationships/notesMaster" Target="/ppt/notesMasters/notesMaster1.xml" Id="R7d15fd0e9f3f47a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78911e75ec9d47fa" /><Relationship Type="http://schemas.openxmlformats.org/officeDocument/2006/relationships/notesMaster" Target="/ppt/notesMasters/notesMaster1.xml" Id="R8cb0510645bb44e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a937696e1044d16" /><Relationship Type="http://schemas.openxmlformats.org/officeDocument/2006/relationships/notesMaster" Target="/ppt/notesMasters/notesMaster1.xml" Id="Rcd65458a2d4f4e0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2479dc4836b4cc5" /><Relationship Type="http://schemas.openxmlformats.org/officeDocument/2006/relationships/notesMaster" Target="/ppt/notesMasters/notesMaster1.xml" Id="Rd58df9a08a924d1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061ff686e2b4536" /><Relationship Type="http://schemas.openxmlformats.org/officeDocument/2006/relationships/notesMaster" Target="/ppt/notesMasters/notesMaster1.xml" Id="R4f355120d9644c0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5d16f2d20f34914" /><Relationship Type="http://schemas.openxmlformats.org/officeDocument/2006/relationships/notesMaster" Target="/ppt/notesMasters/notesMaster1.xml" Id="Rabbd478c0a45411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2f8c5dc52184c6f" /><Relationship Type="http://schemas.openxmlformats.org/officeDocument/2006/relationships/notesMaster" Target="/ppt/notesMasters/notesMaster1.xml" Id="Rf46ac7ffbe1d4f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这页必须真的打开目录，不只念六个阶段。</a:t>
            </a:r>
          </a:p>
          <a:p xmlns:a="http://schemas.openxmlformats.org/drawingml/2006/main">
            <a:r>
              <a:t>强调每个阶段都有输入、生成文件和出口门；文档是下一次 AI Session 的外部记忆。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这页先纠正旧版路径：PeripheralPage 位于 views/peripheral/overview，三个可见区域位于 components/peripheral。</a:t>
            </a:r>
          </a:p>
          <a:p xmlns:a="http://schemas.openxmlformats.org/drawingml/2006/main">
            <a:r>
              <a:t>代码组织的目标不是迁就 AI，而是让人和 AI 都能从业务能力快速定位责任边界。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security_tool/entry/src/main/ets</a:t>
            </a:r>
          </a:p>
          <a:p xmlns:a="http://schemas.openxmlformats.org/drawingml/2006/main">
            <a:r>
              <a:t>- case-materials/mdm/14-文档先行与模块提交协议.md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本页修复旧版编号错位：S2 是默认策略，S3 是首次连接，S6 是存储冲突，S7 才是还原。</a:t>
            </a:r>
          </a:p>
          <a:p xmlns:a="http://schemas.openxmlformats.org/drawingml/2006/main">
            <a:r>
              <a:t>现场随机抽一个 Story，要求学员说出 RED、主要修改面和独立验收点。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伪代码评审看三个点：失败时什么不提交、成功写到哪个真源、系统结果用什么 Oracle 判断。</a:t>
            </a:r>
          </a:p>
          <a:p xmlns:a="http://schemas.openxmlformats.org/drawingml/2006/main">
            <a:r>
              <a:t>如果 Worker Session 需要改 View 或默认名单语义，应停止并重开 Story，而不是扩大 Diff。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security_tool/entry/src/main/ets/services/peripheral/interface-control/UsbGlobalPolicyService.ets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这页要求现场展示一次 docs commit 在 code commit 之前，并在 Ledger 中填入两个 hash。</a:t>
            </a:r>
          </a:p>
          <a:p xmlns:a="http://schemas.openxmlformats.org/drawingml/2006/main">
            <a:r>
              <a:t>模块记录不是提交列表：它必须包含设计来源、allowed paths、测试、系统/实物证据和未关闭风险。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case-materials/mdm/14-文档先行与模块提交协议.md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
素材责任说明：U01–U08 由用户提供真机/实物原始材料；E01–E03 是工程开放项；L01–L05 由本地仓库生成。
[Sources]
- case-materials/mdm/16-用户补充素材清单.md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C:/Users/mu/Desktop/code/harmonyos-sdd-ralph-workshop/case-materials/gpu/01-问题与基线.md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本页只讲背景。CASE FACT：当前视频走 CPU/软件路径，用户感知卡顿。before 视频和 CPU/FPS 尚未绑定同一场景，因此性能结论保持 PENDING。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C:/Users/mu/Desktop/code/harmonyos-sdd-ralph-workshop/case-materials/gpu/02-大代码库认知地图.md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主画面只讲“收视频—解码—显示”的时序。具体函数名留在讲师材料中，避免听众先被符号淹没。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C:/Users/mu/Desktop/code/harmonyos-sdd-ralph-workshop/case-materials/gpu/03-跨平台实现调研.md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这页回答两个问题：为什么看其他平台，以及看完之后如何落到 HarmonyOS。共同步骤可以复用，平台 API 和线程/内存细节不能照抄。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C:/Users/mu/Desktop/code/harmonyos-sdd-ralph-workshop/case-materials/gpu/04-ADR-GPU-001-HarmonyOS硬解方案.md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主画面只讲检查、硬解、显示和失败回退。具体 owner、present 与释放契约保留在 ADR 和讲师备注中。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穿刺只证明硬解能否在 HarmonyOS 上跑通一次，并验证失败时还能回旧方案。它不等于性能优化完成。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C:/Users/mu/Desktop/code/harmonyos-sdd-ralph-workshop/harmonyos-sdd-workshop-media/gpu-validation-video-playback-contact.jpg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现有媒体只能证明远控画面与交互可见，不能单独证明硬解选择、失败回退或性能改善。硬解日志和回退证据未到齐时保持 PENDING。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穿刺让团队知道哪些边界已证实、哪些仍未知。AI 据此重排完整计划，人再冻结阶段目标和完成标志。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C:/Users/mu/Desktop/code/harmonyos-sdd-ralph-workshop/case-materials/gpu/13-GPU-Ralph-Story拆分与伪代码验收.md</a:t>
            </a:r>
          </a:p>
          <a:p xmlns:a="http://schemas.openxmlformats.org/drawingml/2006/main">
            <a:r>
              <a:t>- C:/Users/mu/Desktop/code/harmonyos-sdd-ralph-workshop/case-materials/mdm/04-Feature与Story拆解.md</a:t>
            </a:r>
          </a:p>
          <a:p xmlns:a="http://schemas.openxmlformats.org/drawingml/2006/main">
            <a:r>
              <a:t>- C:/Users/mu/Desktop/code/harmonyos-sdd-ralph-workshop/harmonyos-sdd-workshop-media/gpu-docs/doc-35-ralph-story.png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Plan 只管阶段顺序；Story 冻结一个可独立验收行为；Ralph Worker Packet 再限定一次 Session 的源码范围、Verify、Stop 和 Exit Gate。S0–S7 均已在文档中写到伪代码与逐条 AC。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C:/Users/mu/Desktop/code/harmonyos-sdd-ralph-workshop/case-materials/gpu/13-GPU-Ralph-Story拆分与伪代码验收.md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Story 的伪代码先冻结输入、分支、成功提交和失败不提交，再让 AI 映射真实类和函数。每条 AC 都必须包含场景、通过标准、证据和失败结论。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本页不是证明项目已全部成功，而是明确区分 READY、PENDING、UNKNOWN 和 NOT YET。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左：before 视频槽位（`PENDING`；当前为空）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中：硬解路径待填证据链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commit:</a:t>
            </a:r>
          </a:p>
          <a:p xmlns:a="http://schemas.openxmlformats.org/drawingml/2006/main">
            <a:r>
              <a:t>runId:</a:t>
            </a:r>
          </a:p>
          <a:p xmlns:a="http://schemas.openxmlformats.org/drawingml/2006/main">
            <a:r>
              <a:t>candidate path:</a:t>
            </a:r>
          </a:p>
          <a:p xmlns:a="http://schemas.openxmlformats.org/drawingml/2006/main">
            <a:r>
              <a:t>decoder identity:</a:t>
            </a:r>
          </a:p>
          <a:p xmlns:a="http://schemas.openxmlformats.org/drawingml/2006/main">
            <a:r>
              <a:t>frameId / output:</a:t>
            </a:r>
          </a:p>
          <a:p xmlns:a="http://schemas.openxmlformats.org/drawingml/2006/main">
            <a:r>
              <a:t>owner / matched EndFrame:</a:t>
            </a:r>
          </a:p>
          <a:p xmlns:a="http://schemas.openxmlformats.org/drawingml/2006/main">
            <a:r>
              <a:t>present: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右：现有可见媒体与验收矩阵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结论 | 当前证据 | 判定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源码存在 bridge→compositor→EndFrame 路径 | 源码锚点与调用链 | `REPO FACT` |</a:t>
            </a:r>
          </a:p>
          <a:p xmlns:a="http://schemas.openxmlformats.org/drawingml/2006/main">
            <a:r>
              <a:t>| 当前 arm64/HAP 构建通过 |  | `PENDING` |</a:t>
            </a:r>
          </a:p>
          <a:p xmlns:a="http://schemas.openxmlformats.org/drawingml/2006/main">
            <a:r>
              <a:t>| 真机实际选择 OHOS hardware decoder |  | `PENDING` |</a:t>
            </a:r>
          </a:p>
          <a:p xmlns:a="http://schemas.openxmlformats.org/drawingml/2006/main">
            <a:r>
              <a:t>| 某次运行可见播放与部分交互 | `gpu-validation-video-playback-16s.mp4` | `MEDIA FACT / UNBOUND` |</a:t>
            </a:r>
          </a:p>
          <a:p xmlns:a="http://schemas.openxmlformats.org/drawingml/2006/main">
            <a:r>
              <a:t>| 某次运行出现黑屏 | `gpu-failure-black-screen-13s.mp4` | `MEDIA FACT / UNBOUND` |</a:t>
            </a:r>
          </a:p>
          <a:p xmlns:a="http://schemas.openxmlformats.org/drawingml/2006/main">
            <a:r>
              <a:t>| CPU/FPS 与卡顿改善 |  | `UNKNOWN` |</a:t>
            </a:r>
          </a:p>
          <a:p xmlns:a="http://schemas.openxmlformats.org/drawingml/2006/main">
            <a:r>
              <a:t>| resize/后台/重连长稳 |  | `UNKNOWN`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harmonyos-sdd-workshop-media/gpu-hwdecode-after.mp4 --&gt;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![现有可见播放与交互关键帧](harmonyos-sdd-workshop-media/gpu-validation-video-playback-contact.jpg)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31a11836ad4b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c429aced2c43e2" /><Relationship Type="http://schemas.openxmlformats.org/officeDocument/2006/relationships/slideLayout" Target="/ppt/slideLayouts/slideLayout1.xml" Id="R195ffa56b7cd4c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5ffa56b7cd4c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18881ea6f43d1" /><Relationship Type="http://schemas.openxmlformats.org/officeDocument/2006/relationships/image" Target="/ppt/media/image.png" Id="R054e73da3fab4a9a" /><Relationship Type="http://schemas.openxmlformats.org/officeDocument/2006/relationships/notesSlide" Target="/ppt/notesSlides/notesSlide1.xml" Id="R0deae25be7f947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1c570db0014fe6" /><Relationship Type="http://schemas.openxmlformats.org/officeDocument/2006/relationships/notesSlide" Target="/ppt/notesSlides/notesSlide2.xml" Id="Raa5b13a4237b462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fe08ab4cbd4891" /><Relationship Type="http://schemas.openxmlformats.org/officeDocument/2006/relationships/image" Target="/ppt/media/image2.png" Id="R11f22879dff544ad" /><Relationship Type="http://schemas.openxmlformats.org/officeDocument/2006/relationships/notesSlide" Target="/ppt/notesSlides/notesSlide3.xml" Id="R82b724121d3147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add9463e2d483f" /><Relationship Type="http://schemas.openxmlformats.org/officeDocument/2006/relationships/notesSlide" Target="/ppt/notesSlides/notesSlide4.xml" Id="R9345f3b2258e47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95f8ac7a74cdb" /><Relationship Type="http://schemas.openxmlformats.org/officeDocument/2006/relationships/notesSlide" Target="/ppt/notesSlides/notesSlide5.xml" Id="R95cf79b781aa43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68261adb243bc" /><Relationship Type="http://schemas.openxmlformats.org/officeDocument/2006/relationships/notesSlide" Target="/ppt/notesSlides/notesSlide6.xml" Id="R4ca71ee81c1844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42080f61d443d" /><Relationship Type="http://schemas.openxmlformats.org/officeDocument/2006/relationships/notesSlide" Target="/ppt/notesSlides/notesSlide7.xml" Id="R19e778980ba74e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47afdce78421e" /><Relationship Type="http://schemas.openxmlformats.org/officeDocument/2006/relationships/notesSlide" Target="/ppt/notesSlides/notesSlide8.xml" Id="R32111d6b5c8d42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50a11e4de4fac" /><Relationship Type="http://schemas.openxmlformats.org/officeDocument/2006/relationships/notesSlide" Target="/ppt/notesSlides/notesSlide9.xml" Id="R99bbb51f9e814e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7e5e05d6a34e72" /><Relationship Type="http://schemas.openxmlformats.org/officeDocument/2006/relationships/notesSlide" Target="/ppt/notesSlides/notesSlide10.xml" Id="R49caada228ed44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2b19f027c4db1" /><Relationship Type="http://schemas.openxmlformats.org/officeDocument/2006/relationships/notesSlide" Target="/ppt/notesSlides/notesSlide11.xml" Id="R17c16897e24a43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6ae540b7a401b" /><Relationship Type="http://schemas.openxmlformats.org/officeDocument/2006/relationships/notesSlide" Target="/ppt/notesSlides/notesSlide12.xml" Id="R79da6cf424404a1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79d9a5c8494ef7" /><Relationship Type="http://schemas.openxmlformats.org/officeDocument/2006/relationships/notesSlide" Target="/ppt/notesSlides/notesSlide13.xml" Id="R1611ee3c8db547c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15c4bb1e4b4ce5" /><Relationship Type="http://schemas.openxmlformats.org/officeDocument/2006/relationships/notesSlide" Target="/ppt/notesSlides/notesSlide14.xml" Id="Re815714c63b24fc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5f50046d94e6d" /><Relationship Type="http://schemas.openxmlformats.org/officeDocument/2006/relationships/notesSlide" Target="/ppt/notesSlides/notesSlide15.xml" Id="Rc3fdca2cc8db4f9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e43fb7c1d44ef" /><Relationship Type="http://schemas.openxmlformats.org/officeDocument/2006/relationships/notesSlide" Target="/ppt/notesSlides/notesSlide16.xml" Id="R0ab5f5c918f74f8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909628eda47e4" /><Relationship Type="http://schemas.openxmlformats.org/officeDocument/2006/relationships/notesSlide" Target="/ppt/notesSlides/notesSlide17.xml" Id="R10af2f64059642b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930c95db04620" /><Relationship Type="http://schemas.openxmlformats.org/officeDocument/2006/relationships/notesSlide" Target="/ppt/notesSlides/notesSlide18.xml" Id="R7fe259c46d354d3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79c10c6ba74791" /><Relationship Type="http://schemas.openxmlformats.org/officeDocument/2006/relationships/notesSlide" Target="/ppt/notesSlides/notesSlide19.xml" Id="R455cca799936477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f50ac3b9124154" /><Relationship Type="http://schemas.openxmlformats.org/officeDocument/2006/relationships/notesSlide" Target="/ppt/notesSlides/notesSlide20.xml" Id="R836c059d9c0c401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6e5db822d94089" /><Relationship Type="http://schemas.openxmlformats.org/officeDocument/2006/relationships/notesSlide" Target="/ppt/notesSlides/notesSlide21.xml" Id="R8bd8e513cb11440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788cd81084cb3" /><Relationship Type="http://schemas.openxmlformats.org/officeDocument/2006/relationships/notesSlide" Target="/ppt/notesSlides/notesSlide22.xml" Id="Rc9a33c25f6d44cb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b7a77908704da2" /><Relationship Type="http://schemas.openxmlformats.org/officeDocument/2006/relationships/notesSlide" Target="/ppt/notesSlides/notesSlide23.xml" Id="R2c1daa472d9d443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07c55e2474192" /><Relationship Type="http://schemas.openxmlformats.org/officeDocument/2006/relationships/notesSlide" Target="/ppt/notesSlides/notesSlide24.xml" Id="R33b5ead543f84da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b0cd2b016464a" /><Relationship Type="http://schemas.openxmlformats.org/officeDocument/2006/relationships/image" Target="/ppt/media/image.jpeg" Id="Rfc8a54fe3c4e4da8" /><Relationship Type="http://schemas.openxmlformats.org/officeDocument/2006/relationships/notesSlide" Target="/ppt/notesSlides/notesSlide25.xml" Id="Raa2521f201c6403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9cb2a6b52a4ab6" /><Relationship Type="http://schemas.openxmlformats.org/officeDocument/2006/relationships/image" Target="/ppt/media/image2.jpeg" Id="Ra694aa01748d4b6b" /><Relationship Type="http://schemas.openxmlformats.org/officeDocument/2006/relationships/notesSlide" Target="/ppt/notesSlides/notesSlide26.xml" Id="R2789060a520f45e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cfec858e804de4" /><Relationship Type="http://schemas.openxmlformats.org/officeDocument/2006/relationships/notesSlide" Target="/ppt/notesSlides/notesSlide27.xml" Id="Rf20e42ce54fa448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49702a5d9b406b" /><Relationship Type="http://schemas.openxmlformats.org/officeDocument/2006/relationships/image" Target="/ppt/media/image3.jpeg" Id="R6aff4d5c62354afe" /><Relationship Type="http://schemas.openxmlformats.org/officeDocument/2006/relationships/notesSlide" Target="/ppt/notesSlides/notesSlide28.xml" Id="R8d0670e67e884fa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43b975ef148cb" /><Relationship Type="http://schemas.openxmlformats.org/officeDocument/2006/relationships/image" Target="/ppt/media/image3.png" Id="R1eb197172c784f6c" /><Relationship Type="http://schemas.openxmlformats.org/officeDocument/2006/relationships/notesSlide" Target="/ppt/notesSlides/notesSlide29.xml" Id="Rf533074b64fa464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93768278f34218" /><Relationship Type="http://schemas.openxmlformats.org/officeDocument/2006/relationships/image" Target="/ppt/media/image4.png" Id="R05aeb699b2504da4" /><Relationship Type="http://schemas.openxmlformats.org/officeDocument/2006/relationships/notesSlide" Target="/ppt/notesSlides/notesSlide30.xml" Id="Rf7a4a64633374b9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ccee22f304595" /><Relationship Type="http://schemas.openxmlformats.org/officeDocument/2006/relationships/notesSlide" Target="/ppt/notesSlides/notesSlide31.xml" Id="Rc28af0d6d2a744a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97a8d6cbf048e4" /><Relationship Type="http://schemas.openxmlformats.org/officeDocument/2006/relationships/image" Target="/ppt/media/image5.png" Id="Reeb321aad1e94613" /><Relationship Type="http://schemas.openxmlformats.org/officeDocument/2006/relationships/notesSlide" Target="/ppt/notesSlides/notesSlide32.xml" Id="R633e1f2586df4df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ec2d9c3d84f86" /><Relationship Type="http://schemas.openxmlformats.org/officeDocument/2006/relationships/image" Target="/ppt/media/image4.jpeg" Id="R1a720c6314a74cc4" /><Relationship Type="http://schemas.openxmlformats.org/officeDocument/2006/relationships/notesSlide" Target="/ppt/notesSlides/notesSlide33.xml" Id="R1639ffb7102f476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deebcbb9524c2c" /><Relationship Type="http://schemas.openxmlformats.org/officeDocument/2006/relationships/notesSlide" Target="/ppt/notesSlides/notesSlide34.xml" Id="R04891a9fb2eb423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ee55ca33c4425a" /><Relationship Type="http://schemas.openxmlformats.org/officeDocument/2006/relationships/image" Target="/ppt/media/image6.png" Id="Refb75564c8554976" /><Relationship Type="http://schemas.openxmlformats.org/officeDocument/2006/relationships/notesSlide" Target="/ppt/notesSlides/notesSlide35.xml" Id="R59bb0787854f49c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8dcdc674fc4d23" /><Relationship Type="http://schemas.openxmlformats.org/officeDocument/2006/relationships/notesSlide" Target="/ppt/notesSlides/notesSlide36.xml" Id="Re137b28d638343d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41b7edb1fa49af" /><Relationship Type="http://schemas.openxmlformats.org/officeDocument/2006/relationships/notesSlide" Target="/ppt/notesSlides/notesSlide37.xml" Id="R4362b77d0b35419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1397a9ecb4e04" /><Relationship Type="http://schemas.openxmlformats.org/officeDocument/2006/relationships/image" Target="/ppt/media/image5.jpeg" Id="Rc5a66b7b60194d4a" /><Relationship Type="http://schemas.openxmlformats.org/officeDocument/2006/relationships/notesSlide" Target="/ppt/notesSlides/notesSlide38.xml" Id="Readd799d58464fb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1369205944f0e" /><Relationship Type="http://schemas.openxmlformats.org/officeDocument/2006/relationships/image" Target="/ppt/media/image7.png" Id="R2065f3c6e9f3418c" /><Relationship Type="http://schemas.openxmlformats.org/officeDocument/2006/relationships/notesSlide" Target="/ppt/notesSlides/notesSlide39.xml" Id="Re83271bdc67240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4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e73da3fab4a9a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42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51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1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1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1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40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09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10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11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414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415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4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f22879dff544ad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36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4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E0BD3-2319-4077-BAB2-AB22A53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51B3-91D4-4CE8-8E72-A2CBE51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26465-7450-41B0-973E-2836FD9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202B9-A61C-442A-995A-6EE00C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2F8A4-84E4-4731-9465-AD31257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9DD74-46AC-4C3C-B1A1-67751A9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FC61-FBC7-4DBF-B0CC-3384EDC0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AD43-F792-4264-861D-D1BABE0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43B72-CB56-4C24-AAF8-20B196A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2E1C1-819A-4F72-A775-F28BB25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49059-36FD-4DD9-9EBF-95FF234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053BA-14DD-4FDC-8994-D7A003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9F90-FBA7-48CF-8064-2FD8E16C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EDE25-91CC-420D-A0DE-FD1EBE2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EAB94-221D-48BF-BD7F-DAC80479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3331-572F-4847-95E4-5699D68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500C2-C705-421C-B634-846986D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3EEF4-D977-44E8-AFED-3BD0F5B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DB611-AEED-462C-91FC-D64AABF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633F0-CCC2-4ECB-AF6D-B3387BF8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25E70-765C-4BD3-B05F-CAF93FFA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3D205-07A8-4D5B-B0C1-82D892BD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413DE-1E2B-4950-897A-233139A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A404-5D2B-4C1D-8EF2-620A95BC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CFDB1-D2EC-4168-A821-13236E5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5F52-5AE9-4EB8-AFFD-5B8FF81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8483D-94A0-4996-8476-AABBA81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5A026B-ADA3-4420-914E-2EBEE256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F54D0-1385-45DD-A15C-FBD0551B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9341B-CF10-455D-A5A0-6EE9D01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1E35E-55DE-456F-9FF6-85BA355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EE248-CA64-406E-ACAB-F5B073F1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C5542-F398-498E-8FA9-E0C9A6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F96B2-427B-4C9C-A4A0-38D7CF5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DEE0E-B3A7-45AE-8C8D-0F1F74DC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12F701-B58C-4E69-86EF-EA9D456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F3921-86DE-44C3-8FF8-BAC1239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A5AE86-A488-4957-8EB6-AE93B36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D781E4-7580-4E6D-AA5A-A0C3B96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0B542-5422-42ED-B3CD-19DAF14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4944E-1525-431A-99F2-CC456C53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DC9D52-BBA1-42A8-9594-E6A85A8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585AF-1E08-47FE-9167-DC3C5DA2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9F6CF-450B-411F-BC75-2BC499E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6E21F-392B-420C-86CD-043D9506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BA4FCD-FA6B-48A7-93E5-67F2FA1F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72CF4-90D1-4FF3-956E-142EC849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D5A068-AA97-49C4-ABD4-F289B51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402D4-D75D-4EDC-98C7-8E2F45D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F891B2-41E1-4FAD-B7AA-A7F3DE2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081FF5-27D4-4200-A567-A8D5CB87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2F277-114C-47C6-BD15-296D6A06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D6309-7711-44C7-8338-4B124F8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这不是一段 Prompt：六个阶段各生成一份可复查文档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2389D-DE08-4499-958E-D84E1D1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下一阶段只能引用已经冻结的事实；没有文档出口门，就不允许继续写代码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8245-926F-49F4-BBE9-A0C75CA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14EE2-50C8-4696-B598-3C66292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7C7C-6B5C-453A-B210-D8F55BC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94B64-19B5-4D67-BA95-78C6586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A528-C648-40E8-AEB3-487ECE4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C97B9-860E-46C8-83A1-2E945CB3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生成：来源坐标 / 术语 / 冲突 / 未知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8FEE1-3071-454A-A9B2-0CA8732B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67879-955E-4E91-B70E-00E4398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Gate：关键需求可追到原图、设计、代码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1CCA-B332-40EB-8564-F6590CD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DCDA-84A7-4916-9723-BAF351F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9A576-41B2-4CBA-8950-22A9EC6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4A76A-B8C1-4794-BC5C-E6D4DE8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1FE60-F7BD-40FD-B9F1-03A55F0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95A7F-491B-467D-BF8E-301FE112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4E38C-7892-44A8-92C8-B3F6C4D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Gate：优先级、真相源、失败语义冻结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7E786-5B32-40E9-9E15-A20A3A6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F8E7A-68F2-464B-A73D-502F5B1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CE033-10F8-4651-8208-E89C1F6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631C-F2C1-4183-80E4-D4A1622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877B6-CD9C-4B2D-9EEB-3B9415AB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生成：状态模型 / 服务边界 / 时序 /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1A1C-980A-412E-B4CE-8187E0B9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C24CD-41B9-48F0-8898-609A6D4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不再重新猜系统结构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DEAB0-824A-4479-ADAD-B6E3883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EA07D-44E5-4045-9094-F9C5F9C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E9802-B6B1-4929-B275-5420D97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3D4BB-0099-4523-96FF-1279ED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519A-3C0A-48AE-8140-807B202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生成：8 个 Story / Worker Packet / 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0C6334-F923-4E3C-942F-9E353D4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9FF69-DA1E-446A-8F6C-AC7D5D27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Gate：每个任务可单独制造 RED 和验收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E9130-20EA-4FC7-BFD4-E8110A3C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59CEDE-9F38-46FF-9541-C766192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0C46D2-FF94-47C2-87B0-05630DCD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AB5A3E-5D59-4EA5-BEB4-0D25F99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78674-CB58-42E6-92A5-142A425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生成：15 轮问题 / 假设 / 修正 / oracle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20BEE-A1C6-4CAA-8475-5390B4C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644760-E39C-4523-A573-228C92C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Gate：每个反例固化为新不变量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A16266-06D8-4AAE-83F0-DFA9AE7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B5C585-68B6-4F5B-9166-49E6BF85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32987-232A-476C-89F2-86CD149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C662F-B44B-44DE-A775-EC0D4431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B46A6D-E6DA-4011-A991-C38E796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生成：UT / E2E / 系统回读 / 实物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059B-F9AA-4BD5-AAC1-0A2CAE9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A9EBF0-CC61-4A73-9EEF-6AEA0B0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PARTIAL / FAIL / UNKNOWN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F9C088-F65A-406B-AC3E-CD981921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C8647-D9F3-4313-BC0B-E41B3C2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88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71442-A114-434D-889F-037570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245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→ 02 → 03 → 04 → 05 → 06；所有问题证据汇总到 00，Session 反例汇总到 13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F0ADFA-CCE9-4EB0-BEA2-CF3EA6C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A47E72-2FED-4A66-A64E-2738B03A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DEF042-B797-4FE8-BF7D-C685F95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C7254-362B-4A20-ACED-1C5614E8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90CC-23E2-40B0-950A-32F0842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46627-5C8C-4A72-BDE7-67A0A77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资产同步要少读但读到真源：五轮扫描把需求追到系统调用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947D-35B0-4587-9B6D-4E6F3C6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不是把整个工程塞进上下文，而是每轮只回答一个问题并生成索引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6C06D-7784-4F2C-8675-0EA69C5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E6322-273A-4659-BA1B-3D04AD4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3FC-B4AC-4526-96E3-47EDE3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 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F09A7-1689-4DD2-B4FA-25B3073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PeripheralPage.ets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页面有哪些 Tab、按钮和可见状态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355AA-7B97-4932-BEA3-CC545F0B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E8E19-DCF2-4FF0-8465-F3A8908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A936B-06B0-4227-B6C9-E61B79A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R2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9D9BF-FA54-417B-9F8A-9824900E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PeripheralViewModel.ets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谁协调接口、记录、名单刷新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8F9F-FD05-4146-9401-34EB046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4BB8C-958B-41C3-B966-15716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1543-2D2E-46B8-972F-E45E9D9A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 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01BFC-27D8-41B2-898E-87D0355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全局禁用/恢复如何补偿与重放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8CE3F-27A4-47C0-AA7B-81E9FC15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E744-E64E-4E19-ADC0-5EE67A1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E499-5ADB-49D1-A88C-382F3AE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R4 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3AEEE-D4D2-41D8-8D3B-46F5531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DispatchService.ets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实际按 baseClass 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1E67-C41A-4707-AAD0-155173C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683CA-EBC2-45EB-88E3-3E4A1AE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5507-14B8-4A8B-B72A-1DB88068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R5 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206BE-C5DB-478C-BA63-8652D20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test/peripheral + e2e/cases/peripheral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 oracle 与仍缺真机证据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E2DF6-9DF8-475E-89B5-8EC82560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四条真实数据链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537CB-116D-4655-BD95-3CCB28A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81E4F-59B8-4BDD-BC51-2345C81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275EF-AFF9-4F68-BCBA-7DBC4D9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接口总控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5E4DA-CD41-4F71-89E2-A8ACF8E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337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 → Interface VM → UsbGlobalPolicyService → restrictions usb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1E24-94F5-445F-8BE4-E6861FE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9AE0-EC76-48C3-AD85-DF02710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全局门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4A55A-3126-450A-AAFC-6166A82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4C0CB-1067-4763-8B45-9704C89F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默认规则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AD90D-6381-4CB4-BBC1-4CDEE1A0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→ handleConnect → allow/deny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F60D3A-3373-41FD-A9C1-57D7FD3D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3677C-DAE8-4740-8B37-64869430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861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首次兜底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6BD51-AF45-4FB0-8A6D-06E7D388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E947-B2EA-45BE-B6F1-5E6592B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单设备规则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6EAA38-8285-45DA-9EF6-3992223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386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 → Policy State → Dispatch → baseClass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914EAB-135D-4EBA-AC4E-5385AC8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2291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0559F-823E-4A28-82BC-CB9FE6B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386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显式意图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18CC88-8111-45A7-A7FE-F47F555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1A727-7A10-4BD5-8104-0FCDED7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连接记录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79341-D2E4-4F57-A891-F1B04C5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ATTACHED/DETACHED → Pipeline → Trace RDB → notify → UI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49C3-0025-4018-B21B-5B93677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815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A62203-9F6F-4B38-A885-5A475DF0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7910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事实时间线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53DEF-F5A4-4BB4-8ABB-8190914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4FA895-1B89-40D8-995C-DB7C45F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本阶段生成 5 个文件对象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AE98FD-3F28-4F9C-AF4A-9CF0841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435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scope-map · requirement-card · conflicts · evidence-index · unknowns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E02DF-0A64-4653-BD44-C670C5C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Exit：关键链路都有代码锚点；系统能力不确定项进入最小穿刺，不让 AI 靠猜。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11E29-8863-4CA5-B1B2-8E8848CB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A2363-46D8-4276-99C8-3B41612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5B8559-8473-448D-880B-CA0DDBCE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7B13CDA-F3B7-4FBF-8EE2-29F633D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5C28-4903-45A8-98A2-7601B65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AED9E-F39D-493E-A4DC-03BA81A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BF96A-2527-4F6C-897D-5B3F1F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125F-0EFF-411C-A9CB-57E80EC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209C-FDC6-4929-BD4C-2783D41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2C52-460E-4207-AA6B-526B149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0D994-F056-4D4C-9589-2371EF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E17BC-840B-4837-A034-C03FE0F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9F6A0-D084-4F42-A5AD-80814FD0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63BB-2E53-42E1-90AE-0072785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5EE58-302D-4529-B5D4-3FCE721A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C0B80-05E7-41A3-9210-3C23C29F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4E17C-FA35-49B0-A257-22133C8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A8D18-9E37-48C5-8EDC-517CDBD0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28E0-5847-4906-B6C1-6D47578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9B1F4-C445-489D-B2D0-DE4AF81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15BC3-F4CD-447A-92AC-7A3D0B2B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ABE0-06E9-4ED7-B4C1-33299CF7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3F81F-8745-42B6-B6DC-3337579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B5747-B7F5-4070-A7FA-D33CAB6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5EBF5-46A0-4DED-8376-7B6BDC10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34F1E-0340-4D26-8B70-C2FE3C5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99306-D354-4AF4-9C1B-DE2EF091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FC039-60DE-4B4C-B3F3-680810D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3CCFA-7D1F-4802-9E65-26B6C1D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C7A31-70B0-4557-B44D-AA6D411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672AB-31ED-40B2-89DD-0916D71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41B7A-F423-4B04-A269-5E9C601D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B03D48-E830-4E9C-85E8-9047744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788A1-5456-4BF7-A9F1-1CEC35ED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F9D22-975A-4474-A533-DB067EF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B7536-4D47-40EA-A1DA-1E24CFE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31365C-7377-4BC4-AE85-C37708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A11BB8-6DDC-4891-A2FC-DA837F5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07A56-29AE-4CDA-A477-1034587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47086D-C6A2-4763-892D-C0B7F0F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C19A0-3811-4D36-9B98-EA9A834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D2AA-A94E-4740-9D15-91EDD524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2AF32-610B-434A-98AD-D2D5F80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F581E7-0D07-4781-ABF4-55440EF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07FF50-1084-4EFF-88B7-49AE4CEA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C3CB77-DA90-4DB7-9391-4165EC9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D54C92-B28D-49A1-AB3A-EF9B374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97319C-3B13-4563-BBB7-54972C01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E0EA3D-025F-40BF-BDD6-BE3B300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843FA-F1CA-48F0-8F57-670E2E62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920B3F-944B-4816-A568-743CF35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D71ADC-6A32-4260-8369-71CBCBF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34537-C890-43CD-A55B-46BD234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F5764C-89C2-45E5-9284-2C89CA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74E910-05B0-4371-AD75-DC0E07EA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BE7E27-740C-4CCC-8F60-95F72C67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ECD452-573D-46D2-B061-107CF2D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27DEC0-A647-48D2-B5FA-AA7C44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785D5-7146-4D6A-96B1-12C136BD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68969-3BC3-4280-AE28-F32EC12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5998A-5544-4382-8045-A3A4FD0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F4824-7E84-4AA2-B336-624195FB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方案推导先比较失败模式：为什么不能把所有规则塞进一个 ViewModel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F532-8944-44B8-A6A6-EEE9DDBA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最终选择分层状态 + 编排服务，因为它能表达优先级、补偿和可验证边界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5FCB2-A4D4-4E73-9C53-EB63E347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533C-83DC-46A7-A946-63C941B7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D0384-45BC-498F-9D75-47A023C8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页面直接调 MDM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E34B1-2E15-45E6-AFF5-4F1FCC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状态和副作用耦合；切页后难回放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2E08F-CEDD-45F2-9D58-A02A07E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004E1-3CBA-434B-95B4-2410FDB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252D3-EC49-48D0-8A22-5443572C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3554-99BF-45DB-B4C1-63BC3F39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只存最终 allow/deny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04391-D7D7-48B7-9BDF-187C12E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丢失 desired/active/present，无法恢复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396C-5E67-402A-9D1B-11F901D4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491A0-9D15-4A87-9F21-F51E056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BED71-CFFD-41ED-8169-94AA0B31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6AD18-31A5-49F9-9B9B-6E0435B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默认策略覆盖一切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F533-4132-42BA-B6C6-36704B3B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显式设备规则失效；历史配置漂移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59A88-2538-4AED-ABDB-B7F402E5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451C-F5DE-4D44-BF94-D75C361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0CD96-055B-405F-9797-74E95A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E7354-061C-481D-85FC-49FA2B2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状态服务 + 全局编排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77E9A-02C8-48C9-B18B-98BF68C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可分层、可补偿、可独立测试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5C28-6195-437A-A855-AAD9336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AAAE9-049D-4569-906C-3F1B085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4D520-FC44-465A-AAC6-AC835B7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决策后的判定函数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D5F47-4303-4C72-B138-3A21EFF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4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2020-0F05-4FFD-9723-E0DF2A7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6007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98A8F-B42C-4676-9607-1584AAD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ADR-PER-USB-001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AF342-6A64-4038-BBA1-46E386EA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E470-D4DD-4A83-86B2-8D2C334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334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96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(globalUsbDisabled) return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explicit = policyState.find(fingerprint)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(explicit) return explicit.desiredPolicy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defaultUsbPolicy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parallel override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(device.isStorage &amp;&amp; storagePolicy ===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DENY_STORAGE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activePolicy is execution fact,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desiredPolicy is long-lived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400FB1-2151-432D-B07F-C4AA696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51244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CF799F-16F3-4A0A-8111-232030F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四个设计决策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2A328-E06D-4BE7-90D5-C7F5C94B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9309D0-0BAB-4B2F-BE0A-E922534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43111A-4C38-491A-B78D-26E65C12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004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真相源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12D1D-015B-482D-A61A-303A376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intent 在 Policy State；执行结果看 EDM/readback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035A7-E709-420E-A791-CF03C27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87BC5-3FB2-4532-8F79-964FEC81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76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E192BF-45C4-48C6-A713-78078A05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编排总控；State Service 管设备意图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F2DC4-1D08-4845-B047-0C9A5528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03FEB1-1314-46CB-A2B3-635E38A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148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失败语义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4435F6-9BDE-4B64-A5BE-03057312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24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/ 部分生效 / 失败 / 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BAE095-FC86-4F23-B035-9A3C37C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5C728D-1566-4D4B-A6C5-3F7DE98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C6C242-CC5C-4EE8-B897-DAFC1AB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系统粒度不足时升级产品口径，不继续猜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5AD1F-70B0-45D4-949A-344F8A31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186-304A-4DCB-8295-3A23E9F7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1CA95-63F5-4273-83D4-E8BB9F1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F2FAB-C02E-413E-991B-2B54AD3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CDC24-2572-4F59-B309-9F294DC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47F3E-6906-4736-98D6-5370B1F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D7C63-F906-47D6-9585-208D2A5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95E3D-7F71-4C37-8EA1-C4814D5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F76E-2EDC-46CE-A68A-805CFB1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3B45-C569-4C89-A72D-FB39438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BCBED-3140-4E1F-82E7-545F333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899F2-5796-41F2-B958-107071D6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F835E-DFAB-4AF7-AED3-1A4D622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656F9-F573-47BC-BD36-BB065A9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2B60B-677D-43D3-9A86-0376FC6F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5974E-7999-47EE-82BB-42004E6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CA2A-0649-49AA-8252-B81D2B9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E033E-0CEC-40E4-8C05-BC4E16F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7682D-4361-487F-9C8B-9F89E2A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E15C8-5738-4C7D-8A3C-32F8754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CDAE5-9865-41EB-AB41-4941EACA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A648-7712-4CC9-8D2E-1F2B7F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57A23-713A-47C4-B6DA-DB45CB0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B34DA-93AB-4BDB-BE20-F06D456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D868F-04E0-4F82-8FBE-2A62063B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91342-501B-449C-9311-90C94CC7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E980D-9913-47F6-A77F-F5E685D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14371-CC8E-45DC-94CB-D92B99C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31448-0A0B-4929-B6E3-91CFA44C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F4DE8B-2091-4028-9CE4-5F966FC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2A635-7F12-4155-8577-69753A27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E9D4A-A077-4F9F-BD9F-E85E91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D3D5D-E867-4D33-AEE3-7D103EF2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48029-24CB-4C03-B78C-8991CB2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88CAE-81CB-4974-8033-DDB582C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B771C-6FF4-435C-B074-FB5B432C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AA2C54-A5D6-4E3D-94A4-1BF0EA21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36540-78A7-4E2B-A3EB-49AF789F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00F09-1ED4-43F2-B2FB-67E7F2E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123808-7FEF-4AA1-A2C6-0B6F6720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43B188-1D22-4DE4-9EDD-FFAEB92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6C94A-F080-4979-B4AF-0CB9452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E498A7-55EF-4A41-800A-C5B8653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53816-A06D-4431-B0CF-AD1BE22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32F60-6459-426C-8464-17668D7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FEBD2-D76F-4FF1-8B9A-6CB49E6E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4F76-C32F-4466-AB03-BC67E42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81AB-86E5-4C0F-8990-9E416BD7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B4008-C2F8-4402-9B32-16430C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9AFA0-3DF3-4207-9003-FD484CE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8AB25-5624-4A71-8965-3A22C63B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64D8-259D-4E86-89F8-84233F4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0EA8B-6093-4B0B-821C-F91961B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48E2-82D5-4859-9B0D-B7E06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51D2-3D6B-458F-85D6-CD3B280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E511C-C513-480C-8698-956FAF15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5CB55-2F1F-4842-B8D6-EC06BFF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E820E-012F-44B7-A6CA-CCC3C35F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894A1-A1D1-4841-922B-2FBA9ECF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FC6F-093B-4101-BA69-65B8BE8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D8C63-A533-4418-9A8C-006FDA5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7BE-0855-4A76-8D61-12E3D85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2D6A-D7A0-4438-9106-0B5AF52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70BF6-9C10-4E3D-AC67-3C9BACA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CA3-F5C1-44B7-80BB-E55863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5A774-5A3F-41D8-ABEE-2AFE8E14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745F9-1437-4F29-8728-FFA5071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129DF-6492-47CD-97A1-192A13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72F9F-8D46-42E4-8A3F-EAAD7A2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3A08-5608-4A02-AEE2-47683F1F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655F2D-3A86-4C42-B881-9C25730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30C62-9423-44E1-9390-6CCA57B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24D26-4E50-4A43-9393-997C62B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588A-85B5-43E0-AB96-708BD69A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4E66D2-8743-497A-B87B-E702F1D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4C6EB1-ED00-4B98-ABAD-3F94EA5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A094E-EA53-483F-8384-0769594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596C3-EBB3-44CE-BED4-3A67565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CB15A-AD7A-462C-A84E-7EFB98B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EC0EBA-C010-4FA4-B5AC-414E376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003745-D833-4E0B-807E-FD14902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4F6795-3F53-4857-8E5B-B114494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5CF58-82BC-443B-8BB5-173511D8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9D096-7348-446F-913E-156A90D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5431-7FAE-4371-A565-F6E7708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268D8-8AE2-446A-A6F2-0AF364E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BFA6EB-5298-4E96-AD1A-207EBF3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C4BBE-C5D5-4B46-8461-B2BD6109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6C79D-ADB3-4531-A039-889C67F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2B50E3-6373-406B-9A82-D3AB2B0F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0A9C5-BC8D-4794-8495-11C17233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3EDD4-2A05-4DC7-8587-2808BF5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代码组织要让 Story、目录、类名和测试说同一种语言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1EF1A-88B2-4A4A-A879-7F347FE4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下面是 security_tool 当前真实路径；AI 先读责任骨架，再进入局部实现，避免把整个模块塞进上下文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E3B7A-ADD9-4F08-AD58-0CD41B92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41942-7A68-4772-9D51-CF5E577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真实代码树（已核对）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ADC2E-82D8-4D08-A20E-D3A889FE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86046-5ED8-49F4-A624-F017D156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810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B83BF-084B-44F0-BE69-CDFA13B3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554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security_tool/entry/src/main/ets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99B1A-4BF1-47C3-8274-1FEB582F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6197F-AFC7-435C-A463-6404DD77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5543550" cy="373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views/peripheral/overview/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components/peripheral/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interface-control/InterfaceControlTab.ets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device-policy/PolicyList.ets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connection-record/DeviceRecordList.ets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viewmodels/peripheral/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overview/PeripheralViewModel.ets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device-policy/PeripheralPolicyViewModel.ets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connection-record/PeripheralRecordViewModel.ets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device-policy/PeripheralDevicePolicyDispatchService.ets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device-policy/UsbDevicePolicyStateRepository.ets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connection-record/PeripheralConnectionRecordPipeline.ets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connection-record/PeripheralTraceMaintenanceService.ets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connection-record/PeripheralTraceEntryRepository.ets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E8E6F-BCD7-481B-ACC3-6FD3A889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AI 的阅读与修改顺序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77D0D5-F009-4B6A-A015-4ABE158D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CF0726-370C-4772-9DCF-96B6952E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52F75-F33F-4128-B384-23133BCB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24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E601E-6491-41A1-806C-17624D8C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1AD1D-2116-454E-879B-16A16D1A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F0DEA-ABE9-4056-B755-AD8C6038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7914C5-CAD7-4375-84EC-21F05046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02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模块设计 + RFC + Story 伪代码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D3D6A-6DBD-4763-8E43-F25A668D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288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先知道不可改变的语义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CC4ECB-2194-4EB7-8CC2-452C0E0F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670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2ACBF-EB9C-472C-93D2-97783A6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2D0820-9A81-4785-9082-C53E4C65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D45FD-A7AC-4D24-AB9B-0C0FEF98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7C3F48-6311-4C34-A9CC-2B3F185B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入口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B574D-7F22-4E80-8ACA-BE31D170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812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 → Parent VM → Child VM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AE7FAD-2832-472E-826A-DD546DB2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98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只找公开用例，不先钻工具类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24E20-7817-4F4B-9FFF-71B57089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481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E5F797-BFE9-40D9-84F6-8435D547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079909-1655-4D0B-9070-FA23DE2F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7CDF0E-972C-42AE-9B97-536EEB3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2B896A-08F3-48D8-8E44-7102631C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480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能力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ED67A3-5DAB-47D8-9BB5-EE50BDF2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623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interface-control / device-policy / connection-record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3F52BD-8005-448A-BD0F-86D08E81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909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一次只进入一个能力目录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22E4EE-BA1F-42D5-91D3-C825B52C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291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2CC878-E12F-47D9-88A2-186FC641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67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AF40F7-334B-4682-8B44-31DCA864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37D42B-5826-4113-9E7C-76E284D1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BBD19A-D269-465C-B4D4-525190C9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副作用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2403F5-7FFB-4856-99AA-4C84B794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433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 → Dispatch → Repository / MDM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20AE05-E164-448E-90A9-A958BEF1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719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事务、系统适配、持久化分责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250972-976C-4BE2-A2F7-E5481D2B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F104E4-A9A8-4062-A0FF-E6A973DB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565D29-DCA1-4ED6-8FDB-A8D49A27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101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证据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04C000-FB52-442A-8A34-C3CCC3E5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244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同名 test + E2E + readback / device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EDC59B-74FD-4A73-811A-658A582C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530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改动必须回到独立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B551EC-6509-4DD5-A7F8-42659AB4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753100"/>
            <a:ext cx="489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1BFD85-0118-40F4-87CF-697FC015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78167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检查：Story 术语 = 目录名 = 类职责 = 测试入口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114BCB-08AA-4024-B7DC-88277479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路径核对：security_tool/entry/src/main/ets；协议：case-materials/mdm/14-文档先行与模块提交协议.md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3B266-CA41-4846-9954-700BA646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66490B-0644-4CA0-A575-A9CB2119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53D893-3DFA-424F-994C-19F5DC8E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620-B9F5-480E-A6EC-111ED96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82737-CD1B-48F4-9788-8008D10E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9E9A6-1386-4104-9AC2-AAA08BC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1467-D9F7-4025-A84B-11DFC40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DD1D0-C069-4E7B-A8A7-206FAA60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3844-AB57-49EA-9591-75E76D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DB31D-9818-43B3-89C2-F712AA2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D0CA-0B80-4919-B127-585BDDA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E3E2E-3201-4135-A850-E0E33F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E458B-6DB3-48A5-8BBF-A827F78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FDF18-9736-41A7-980B-E06AA414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7F2A-C65F-4DC0-B32D-4C12D6A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03450-8285-45D0-90DE-4EFA4A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92F97-0E71-435C-9529-EA73B5D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322D8-8592-49A3-80F7-9C057DC1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239C3-3DA7-443A-847D-C3A8C83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BF56-F526-4F6D-96B7-10175AA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A0FCE-3087-44EC-9CBC-3960F348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5A6E3-AEB9-4D2C-B97F-21BF4BB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C591-3925-4F6A-94ED-AD2F8F2C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2599B-6DDA-43B8-9709-31D3464B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7F6B4-FDBF-473F-A9BD-334C7D2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05D477-6943-4C64-81F2-1970D8E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E6A7F-6E6E-40F0-A930-D6CFD7C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D96AEC-0295-47BC-995D-7795E21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93FCA-25A0-4D5F-97F1-284D4F4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A39DB-10D5-402D-9FA1-AF47BCF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98517-8012-4E66-82E1-4F7C12F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A9134-7688-400D-B73D-01046E8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08C03-A8FA-4A84-93CC-B2DF3C97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93501-69D1-47AD-8B5C-E53AC95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C1E12-3E15-4FFA-A606-DB3D501C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BADDC-2C6F-4299-919D-F521104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1B16E-2AA3-4B52-B40B-B2D3CFF1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E94B-D9B2-43F1-A009-FBE86C41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9C78F1-D408-4987-98DF-32C3631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0E44A2-31A3-4BD7-8CA3-89B2453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AE6D88-7280-4F8E-A5F6-7D9F591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9A5FD8-0CC0-464A-8B86-F2048B4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34150-B775-4263-B9FE-6007970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25CE88-7CC1-4BF4-90DC-5343BAE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2A8C5-A365-4E13-A601-DBDC92B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7921BA-6CEB-4576-AED9-039AA76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5EA03D-4A20-4F43-B5AE-EF1098B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61784C-6495-4A54-A936-5E5572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E31E4-C6D5-4293-95CD-7A38441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711F46-0452-4927-8CF9-011A39B7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DC8CFF-2F31-4A1C-A88B-635EAAA2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4A59AD-DFE8-4CA1-8214-7E5271C2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F1713-3707-4951-A1D7-FD8D32D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4AAE-16D4-4944-A763-DB4E10F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40A56-24B8-4470-B4B7-0A5446AA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全局禁用/恢复是一笔事务：先挂起设备规则，失败时补偿，恢复后重放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CDA28-5329-44D7-B981-B0017D0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只调用一次 restrictions.setDisallowedPolicy，会破坏已有显式 deny 的真实执行态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248B4-66D7-4997-BF38-7ABC373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F131B-720A-4B40-A4A6-6665361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禁用 USB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291A6-A41A-47F4-8CCB-49029D53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6CC8-18D2-426A-827B-DE8CA69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7363F-E012-4BB0-AE04-F8B1DF2A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1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41EF3-3689-4C9A-9467-4A0402E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present + active deny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0CC1-5E42-478E-9B73-9C8D186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140CF-A270-44C6-891B-16025B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BD3E-18B5-4259-9838-E26FE6F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Suspend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EBE42-B334-412E-8684-E15E77BC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remove 类型级 deny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2E4EB-F329-4224-A277-E241F1C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7A2DF-9890-429C-9A08-E3C0719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8A11A-3178-4441-8AA3-F1E3AEE8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3 Global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26884-9590-4E8C-AB75-2731FC65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disabled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744C4-FA42-4C33-A7D1-1510D1D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E3B1-D15D-4D4F-989F-37B5E0CE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DB78E-979B-4B6F-BD7E-A4FA367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4 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EB5AC-2F73-439E-A5A0-14206F4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 保留，active → none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28191-4650-4C7E-873E-EFC3622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0572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DE87D-62FB-4CE5-A9C9-6F43279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26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任一步失败：compensateSuspendedPolicies() 把已移除的 deny 重新下发；不能留下半禁用状态。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8B9E-9819-434B-B863-7355BC2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恢复 USB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7BB45-A775-4BA5-B7DF-8C1D49A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C854B-0747-4DB5-A9D3-707E3F3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68754E-232D-4A97-BE22-3F7541F6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Global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4FD3-E1C3-43BD-8E83-24DD4996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enabled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33069-6772-485C-860D-0F21B5E3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E7BB90-3F33-4C1A-8CB2-566C360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A3773E-B228-4142-86D6-FD429005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Re-enumerate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959C5-1808-428E-B4C8-DF794D0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有界重试读取在线 USB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F095C-FFC0-46F8-B318-540F755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448E4-9729-462E-BB0A-80EB5BF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8DFCD-13B0-47F5-BF68-390712C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Replay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BEF76-CAB7-43F1-AB4B-3FC81BE1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&amp;&amp; desired=deny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6EAEA-35FA-4455-8D63-98BA68B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17AA0-1907-477F-A48F-62D89F9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ECC40-FE7E-429B-A3CA-82866F3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BFF8F-261A-4E97-A8F5-2C9B955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+ 部分重放告警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2C9AB-A645-40AA-ABAE-E5CB0C6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5905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E0F66-953E-449F-A4BF-CA23905C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UsbGlobalPolicyService.setDisabled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44AB1-8E6B-4F26-B2FC-17A0A93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BAB170-D4DF-4932-B612-8C293838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563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disable: suspend → global set → compensate on failure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enable: global set → restorePresentDeniedPolicies()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partial restore: warn + keep retry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45FB9E-B0EF-437A-A220-080B35B6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4386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8E250D-14A0-440A-A0DC-C1525F5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48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C419E9-D66F-4385-9279-8E25B620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77BC0D-9BE1-4FFF-969A-26F72AF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91150"/>
            <a:ext cx="415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验证调用顺序和补偿；真机还要看 restrictions 回读、EDM 类型规则、同类设备和实际可用性。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D44F17-0F3A-45B7-A401-07D6DB25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723848-D5D7-4205-AEEB-83A38903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44FACE-05E6-4B26-94EF-F1DA5026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96D2624-6F52-4EED-B19B-2065FC7E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38218-13FC-4E82-B60C-8B85F22D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EE044-2901-4DEB-A78C-4FA66E12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编号必须和文档一致：八个能力各自有 RED、伪代码和 Done 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DDDFE-0EED-436E-9B83-E52D5594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本页按 04-Feature与Story拆解.md 重新核对；不再用近义词替换导致 S2/S3/S6/S7 错位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86B6D-DC70-4E14-AA6F-2C5FF1B0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68132-3863-4966-BF78-8EC2D0B7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权威 Story 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E0EA2-7726-4816-AA96-19CD4BED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B65C6-CB61-403C-84DD-0B5AAECB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C79D0-F228-433D-886D-EA793746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1310AE-8951-4806-8D00-2D97E9F8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335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077543-5D57-4662-BA94-A17A8E5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9A9049-C7A6-486B-8D96-957B15E7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84AA2-93CA-42D4-B569-538C1D6E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907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主要修改面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0DB88-6877-43A7-8995-294744A7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335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B2F29-D773-45BD-AAF8-4BE0376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790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独立验收点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D673F-B80C-4569-8BB0-9796B37F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5A3CC0-A12F-4AC6-966C-60FD529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D819B-4AE0-4DD7-B433-A2E526AD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DD44E-F29A-4945-88D4-BEEE2488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身份与状态真源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86A6CA-BE6F-40D8-B64D-B016EF62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574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A29B3-3439-402B-BB19-D552CCD7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145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Resolver + State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C9E74-AD61-4F31-AA50-B0F4393F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B6CA96-56AC-45C6-ADED-9833502C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145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指纹/在线态/意图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3A19B1-F3B6-4ED1-9DF8-90EF782F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050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11F710-5F9C-4EDD-81BE-6EB87A1C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622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211A78-4967-4CDB-AB36-783E5F4F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050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FBD804-4C49-4A08-9A68-033EE75D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622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 allow / deny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A7F0E6-08A3-45DE-9516-D2A75024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050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383792-F72D-4C2F-9169-E04206C5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622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Preferences + Policy VM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A14DF7-3D71-440E-B51B-4794598F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050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3E0BF2-AB8B-422C-81EF-26053B2E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622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只影响未配置新设备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788C1A-7C8E-4CF6-BEDC-275822B7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5F3AB7-69D4-4C3F-B6AC-8A4E49F7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E14182-B75D-4375-B961-A946E58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527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FEF69E-BF81-46FC-A1A6-898C84E4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首次连接策略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3855A1-817B-4CD8-A621-2ABB0F6D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527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C95523-E4C9-41F9-B703-E125ECD2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099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Consumer + State Service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F1C1B8-0AE8-4C45-8383-6CB28BA1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5A6D9D-1362-4CC0-8256-D3D87673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成功后才建黑名单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7B08DD-5FA4-40D2-98D1-5940A99F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04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358DDD-FDD5-43BD-8707-4F6F6E5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575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B738D8-825B-4E8B-A4A0-0B355CF3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04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09DC1F-4AAA-4DB9-9BD2-93C53FE7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575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在线动态黑白名单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9FCB35-8580-4397-BFE5-F7186264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004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3A674B-A817-495C-B8A9-B7146236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575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PolicyList + VM + Dispatch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DC47B8-2FE9-4B40-B20B-BEE262DE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04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E1A370-289F-42D5-B4F2-82AD3E15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575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失败保持旧状态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5C39C4-F9D0-49EA-B1C5-F8ACE9AB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3F1C1A-3B2F-4B47-A957-6DCFA55F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CCF5A6-AABE-4CB8-B36C-63A42EA4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569156-A964-4701-8F05-2B95DC1A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全局禁用 / 恢复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81D5D6-0336-400F-BDBB-776D8687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481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9F49A1-72CE-4ABA-B361-B800C10B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052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+ Interface VM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DFB933-3DAC-40DF-97BB-8E67E42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481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94FE03-5CDE-4A65-ABCF-48C77C96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052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挂起/补偿/重放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6A3F23-E5EF-450C-9AD0-175A2484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957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E52770-E9ED-410D-8038-3A4F5639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29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S6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6C7686-844F-4BF9-8AD5-4F2F7815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957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874EEA-7767-4267-9873-130B7BEA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529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存储策略冲突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70210BD-F816-47C2-A578-3AADC89D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957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F56394F-8E33-4D13-9281-3C28CF3C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529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Interface/Policy VM + Dispatch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FB4E0A-97C6-437C-85D6-505A9ABB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957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5F52DC-A8DD-4EA0-B3AC-19349A99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3529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PARTIAL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7EDAEC-CD28-441D-996C-2928D662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12305D-563E-4ACE-BC1D-AEA08D4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69A3ED7-DAD9-4E28-8C6C-23083651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434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63DEB88-7F53-4BF9-AFCA-29C19AAC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还原与系统残留清理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43FA27-13C1-4A1A-AD38-1AF469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434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B63443-A385-41CC-A314-E9B01C5C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8006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State Service + Dispatch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99923F3-3595-4D4A-ACCA-E3D5EBEF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434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4A4214-A0DA-4BF2-A597-48304430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006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先清 EDM 后改本地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DE8CA20-3ED1-41F7-B58B-E267BC53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800ECE6-816B-47F0-974D-B9E5AA33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S8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15C707-5246-41B8-A488-6E04CF4E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DAAAF8B-16BB-4AE4-86E9-782FE3DC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482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证据闭环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3A3FF38-748E-4B78-A1E9-1E2E3232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911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3CCB2A9-BFAF-475D-99F5-A859CA59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482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/ E2E / Device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0D7ED0-C4E8-45EC-A254-CCAC2FD5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1911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7F7330-AFE6-47E1-BF95-8133BB20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482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D1–D7 分层判定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970B70D-6515-4F76-9E92-4BC50056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依赖关系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2DEFDCE-72D7-42ED-9CAB-FBD1098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8FB98D-9BA1-40DA-8977-F92AA633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91EF497-5DD2-4456-92ED-89B674D4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96E1282-7559-4FEF-9407-49C14619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6EFB379-4193-4D5B-BA88-C1D82F6A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1D2F1F2-A1A8-4D68-84E3-8667FB22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5E84B15-A5A2-498E-9D3B-31C4540C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B693F9C-763A-46D8-B8B4-4B095F89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28DFEA8-6ABF-4F5C-8697-F69575F4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E048ECC-2714-45E5-A8B3-3DE6E456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00400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05CDB47-577C-4E8C-AFA3-E95AEA4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DDFAB5-E2D3-4913-B79C-199102BD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B14B65D-85D9-4862-8090-720681DE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24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5370FA8-666A-4F78-B5EC-5BB85542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BD9D608-5D3B-454C-AB43-F1DF4C90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3358F55-CDB7-4974-AB49-BCE6505C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F235B3D-2EC0-49FD-9563-3037B88C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F44760D-5628-4577-821F-CE733F70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A6FF9B6-FAFC-424D-821D-BC3E6D72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B569CDD-8ACA-46F6-9160-6E14EE08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2B3B7AF-BB92-408C-8A32-74D6ADC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5AD0133-DEC3-4E64-9114-223862F6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CD79A09-83C8-458A-A77C-90B67680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DAECB31-6AAF-406D-AB7E-67B18416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EC49F36-6099-4F0E-B449-9913FFD1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1716CF8-0818-440B-A95B-D5A2C3DA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816F82C-4091-4F82-A724-1168C888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4285808-BDBB-46B9-B275-C60CE693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A193C57-6843-4837-BAD8-CA3EC011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BD31EB0-DFD0-4DA0-9B3A-C606CF0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734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FEA7EA6-5BC2-4AD0-BCE3-18817C8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388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◀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E8AC72A-35C8-429F-8097-3A7F606B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8A2BBA7-DA69-460B-9CA2-A3496A80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身份/状态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4FB185A-64BF-4090-9F6F-65E089AF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FB80A3D-E41B-4AD3-8A85-8964F1F7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默认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D4048FD-42FC-41A0-939A-F252484A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05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81D2E45-8E3D-4C4B-B580-47D97FF2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28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首次连接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C575C15-D33A-4132-B936-A3447E0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95C7201-3E1D-4E49-B8F8-355F0007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6237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动态规则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E2B46DE-A1C9-4739-805A-DBC56A36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AE18A38-42D6-47DD-8645-9C892F89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全局事务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6627D99-7495-471E-B5C1-DF018480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02EAA50-CBE7-456C-9BE6-F28EB7DE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S6 存储冲突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2266B9A-5C31-4F9B-AC8B-5172FE93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D162E87-7C66-4B22-9C07-0732FEE2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S7 还原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A87D8FB-AF8C-427A-96C6-228228D4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B925302-DD33-4666-A936-53A1E58F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S8 证据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C328ED4-5D75-48BE-B1DB-F410DC8F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0579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3ED418C-8A08-4F94-AAD1-05A2D9DA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076950"/>
            <a:ext cx="3486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每个 Story 的伪代码见 04 §4.9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358ECB6-1A23-48EE-A8B5-91EC5254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权威来源：case-materials/mdm/04-Feature与Story拆解.md §3、§4.9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C90F26B-DAF7-4A60-998C-1C9EB92A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94610B3-D668-44CD-9046-1B5D6684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57C3-8959-4351-9EBF-A2DF3CD1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3D13-FE56-4B47-83E1-2081CD91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E59D0-6CB0-48AC-B5C4-4F97285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必须写到伪代码：先冻结提交顺序和失败分支，再映射到 ArkTS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90E16-2ABC-4482-8AF0-CBB31DBE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 S5：伪代码与 Worker Packet 使用同一组真实类、RED、allowed paths 和停止条件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D8CF6-FA65-4D43-87D4-093743F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8DF99-A2FB-46E1-8D08-BB827CDD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8199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36B77-0358-4541-A27F-54DBB7AA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55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§4.9 → S5 伪代码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606F0-1342-4AE1-8435-1B879E88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2C1AD-C971-4280-B6C1-AE28DCB2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553200" cy="421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setGlobalUsbDisabled(disallow):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disallow: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snapshot = states where present &amp;&amp; active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suspended = suspend(snapshot)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suspended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result = restrictions.set("usb",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result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commit active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keep desired unchanged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return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result = restrictions.set("usb", enabled)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result failed: return FAIL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online = boundedReEnumerate(500ms, then 1000ms if empty)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replay deny for online where desired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SUCCESS or PARTIAL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98734-9919-4944-B8C4-BD692A62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390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Worker Packet 约束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1C237-311A-460B-A971-082B3BD2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C9B70-4B0A-4AEC-84DC-D6C62E26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C2AFE-6CB3-46F0-BCBD-95DB5C98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0D977-6AB4-4798-A0BA-79E62534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D42CE8-E51B-408E-BEEC-2CB0C0BC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47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§7 + Story S5 + progress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0D3D49-2BCA-4E87-A8B0-F0A8498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0C906-5C56-4936-82F5-E4E46442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32ADB-CDDB-4AFC-95DA-108831AC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098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6CB54-81F0-4711-9E5B-8AEA314E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336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 2 条 suspend 失败 → 第 1 条必须补偿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3FDAEE-C9BC-44F8-AF26-116CF47F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AE3A7-D140-41A6-9089-29283101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5990D5-7FD9-47F4-A47A-29422F69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956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50B8FD-46A2-4CFF-928E-3950CBFF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 / StateService / 对应 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9110D5-EF79-4FE3-A849-CBEE3E82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AED1C2-883B-4336-B25D-0D0CE50E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08AFD0-DB30-40A0-B7C1-1D5D18B5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FORBID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1D0E91-C65C-46F5-BF72-9982A92C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052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不改 View；不改默认名单；不新增 global 镜像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C6AA00-78EE-4D09-B1FD-9D411166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266DD-6CC0-43DA-A657-28494534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2EA350-C8D0-4A69-88C5-00B5BD3E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672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E045E5-1629-4160-BD01-E56E05E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910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 UT + restrictions 回读 + 实物；缺失标 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59492A-AAE8-4F91-8F3B-242F35CB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B5CA6D-37DB-4CA5-8009-870929EB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FF1810-AD18-451B-8687-B9CE972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53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7C03A-715C-47D5-BB01-4150245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76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需要越界或平台粒度需产品决策 → NEEDS_REPLAN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AA70EE-00B4-4F80-A734-383C3F61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43600"/>
            <a:ext cx="382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E1672B-B654-487D-85CD-F4BB8B26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972175"/>
            <a:ext cx="356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代码提交只实现伪代码，不重新发明规则。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D07D21-3F7D-4E3A-AFE8-81AFCEBF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伪代码与 Packet：case-materials/mdm/04-Feature与Story拆解.md；实现：UsbGlobalPolicyService.ets:18–49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01F2EB-10F1-4F44-AD25-229B5915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87FBAB-328B-478E-90CE-DCB8ACC5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2C2C06-6E14-4AF7-8962-7BAFB73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AEC8-45C4-4CFD-AD2E-9E7DB22A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FBE1F-99D8-4DFB-9EA1-85A74521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一轮只收敛一个未知：失败必须变成证据、规则和下一轮入口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40EBE-B707-46CE-8404-03E46CD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循环不是“继续改”，而是 READ → RED → 最小修改 → 独立验证 → 写回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52A6-4121-4099-B6F9-474174C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AD7A6-25EE-4ADB-80EE-97342839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0287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45D3C-2AB4-4F9A-B4F1-9CAC82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1144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B24A6-C2E6-4CA7-B1A0-65191373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3716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+ Story +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94F79-02EF-4E8C-80E8-58DC2EF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9C3E-B930-40F0-84B6-C75CDD25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053A5-70A4-4DA0-ABC0-788D8EB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写一个可证伪假设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3A403-B9AC-4604-863C-9A172DA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D8C8F-CA8A-4A32-BBFA-F56A295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3E7D-F139-430D-88EF-66DF657D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用独立 oracle 制造失败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4A7B-0D11-4354-A5BB-E290F7E8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FCEE-5B98-4BA5-9A5E-6388436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MIN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0A833-3FE6-49C9-BE02-D494A6D2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911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 allowed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83A55-9D5A-43E6-84CC-0B549CE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9D4CC-CC0F-401F-94C0-E04E67F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E3AA8-AF10-45D1-8E57-5D46554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→ E2E → readback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327D-8F02-4A48-A1A2-E6188D8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BF97-B7C8-407A-A594-E190687B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13C50-0069-496A-8F0A-4D772E4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 / 证据 / 下一轮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06F01-B8BF-41A5-B7FC-B45DC70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24790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AC8DD-E028-4526-8084-577AFBB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一个未知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Oracle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Stop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68DF6-422D-4DC0-B4D9-99145FD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31148-1C20-4BFE-98EC-37DC189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DEBDB-3F4C-4595-BCFE-362DD62B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0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B41F-C4BC-4279-8E53-5D0A98B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336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出现新反例；当前失败仍在范围；下一步能推翻假设。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61CEB-E036-4F95-9095-52651B7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2EDD17-42FE-4DC9-84C0-D04B35E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A32022-8BE5-40F7-A57E-DA93253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09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E82A30-7AE4-4164-BF7D-3D598E8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543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已满足；同一失败无新证据；需要越界。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C2A94-DA77-4889-8887-4AD9658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066D89-AF5C-4314-894F-60B0947C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76D231-960B-4596-A846-FE1512A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40DCF-0C60-435E-A847-10584F4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530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需要真机、系统 readback 或产品口径；标 UNKNOWN/PENDING。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FB058-46F9-43C2-8FAE-F884618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7429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5CAD0-840A-4788-9E0F-B375208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716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5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progress.md：round · hypothesis · action · command · result · evidence · gaps · next · stop_reason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4E5A9-6671-482E-B779-405D45A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A4F435-621B-4594-AC16-152514F2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48EC33-BA76-4433-B345-8DDEBA9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DF2E23-2623-4961-AC88-FC06110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4F45A-F7FD-41C7-BD59-79F45FA3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55856-AE9D-479A-943B-0D9D0441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先改文档再提交：每个模块必须留下一张可反向追踪的 Change Ledger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FC26A-1C86-491C-92B3-7E9588C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文档提交冻结契约，代码提交实现契约；新反例出现时先回写文档，再开启下一轮代码修改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7FCB5-A5E7-4EC7-924C-66E09E6F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EBD0F-5EA9-4478-BD11-AE134FEC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模块修改时序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D0F7E-0E0D-4A8F-9030-974BEC20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7E284-3256-49E6-A187-F9313F2F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E410D-3513-47DC-9F3B-4E253081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689C6-B350-4FBC-83A5-D2C3E8D0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63EC5-7506-40FE-B2E1-0674C7B8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AB29E-4287-4C2B-ACDB-85ED92C7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AA01A-AEE7-4F32-9180-88A23C40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97F25-59A1-44C4-A5D2-92333026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0238E-B7EF-432F-8567-D1733B83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955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77935-5B0A-45F9-87BC-AF909069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716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更新规则/状态/验收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74001-9FBC-4060-BC71-462C1A5F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908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685254-D5A2-4800-88D6-128F0FA0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955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AFC42-1BB0-450E-A68E-F96481E8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717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写伪代码、RED、AC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76D42-8A35-4C15-9E80-3BACF26E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981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31D537-BB2B-4521-954B-03A7923C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8956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36519-5780-496F-B282-727410B1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9696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docs(module): freeze contract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9A098-A1E8-4823-B407-F2EF0A92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909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266CB6-937E-459A-AA9D-8EF0E0E4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956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B06F97-DF2B-46B7-82D4-674C6C55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冻结 Packet → 最小 Diff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4EBD24-7455-44E1-A368-73BDA0C0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183AD2-CC48-4D6A-A37C-348ED8ED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957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FEEC08-2BAA-4666-B677-F51A8E13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718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 RED → GREEN → readback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C135F0-17B2-4EE0-AD7D-2DC7AADA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910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268209-15AF-4B8F-9F13-EF7C9DBA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957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30BD07-C2C8-4A86-A0F5-7164C0C7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 code commit +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D7510B-CC12-4CD3-BEA4-BF56F6E7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EA0173-AE15-437F-AD07-DF7AC7B8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人 / Reviewer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30BD46-62B5-45FA-B4D1-60F44BDB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9B6ABD-41CB-4295-8CE9-05E9C7DD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模块设计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A39472-637F-423D-946A-1E628DA0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69DE96-A63D-4797-B6E2-5E4073ED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Story / 伪代码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66A3D1-EBF6-41C9-A8ED-36393DE2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2D088D-D6E7-47B2-B576-A89CDABA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AI Session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F3D583-1498-436A-946F-E19232CD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3304E6-B152-4032-947C-86589112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Test / Device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16CF67-E7BB-400A-9B77-CED2DD6C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50222A-2FB0-4C9E-88BE-430C5943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Git / Ledger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E85B04-5F33-4656-A7EE-C9040434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14850"/>
            <a:ext cx="7734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284E89-6957-41D0-BD10-C7001AA5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43425"/>
            <a:ext cx="746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新反例推翻规则：先更新模块设计 / Story，再产生下一次 docs commit；禁止只在 Session 里口头修正。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63E00A-E6E8-4202-96BF-EE59ADC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每模块记录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5360080-2479-4293-A7AD-C6C94227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C87590-8B9F-4A95-ADF2-6A5478DD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7200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0BE3AD-EE55-47D2-9C46-E65EFA14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693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Module Change Ledger（示例）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A866DF-7B29-4FFC-96F7-AB29FE09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62FB2B-D326-490B-A72D-570565DF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693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module: peripheral/interface-control  story: S5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doc_commit: &lt;hash&gt;  implementation_commit: &lt;hash&gt;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tests: usb-global-policy-service.test.ets =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evidence: restrictions=PENDING  physical=PENDING  verdict=PARTIAL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B9127D-512C-4DD9-BF02-BC319A5F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14950"/>
            <a:ext cx="3505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388EDC-494B-4420-9F41-D285239B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410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提交顺序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450219-F59A-4660-964D-3EFB9DD4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657850"/>
            <a:ext cx="3181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docs(module) 冻结契约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feat/fix(module) 最小实现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test(module) 回写设备证据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B3A788-D6AC-435D-8CAA-9C3DF82E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完整协议：case-materials/mdm/14-文档先行与模块提交协议.md；Story 伪代码：04-Feature与Story拆解.md §4.9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1586CD-D55F-4ED0-97E8-8E420979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EE16CA7-D356-4C5A-9A7A-FA2DEB28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997A78-1447-4717-9DF6-A3C57CD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09171-5B64-4F68-92A1-9B17DC3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8BD92-69C4-45D3-97CB-7EE5684A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E41CE-FFFC-4457-A779-FA0D063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41017-C936-4649-9298-1BC73B9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FC76F-33A9-43AB-99A7-F49DD68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565A8-E7EF-4A24-802D-CD1DDF1E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31E8A-CAF5-4C84-909C-8CE0EC1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CF910-1DF3-420A-B1C3-52AB829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51985-B19F-41C6-AE6B-E66CBA2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DB46E-9107-44DA-BD70-09FB549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4DB04-9CFD-4303-9F1B-940E794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EDF0-6E7D-46B4-9956-C4987BC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F6ED-B0FA-4FCB-B38D-84BD8CF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09C5-1373-47A4-896E-8F06DD6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F7017-AA25-4885-B69D-99E22620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09A0-6198-4383-BCEB-4889B4A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A2C12-BBA8-4976-A4DC-2D63E76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005BE-36FD-446B-A1DF-F4F19042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72C9-2681-46DC-898A-EB25AAE1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2EF52-2C3E-49F9-8072-AAB1437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DE4A4-7AD1-4F95-8907-C2675B7D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604A1-E3B2-4476-B4F4-560A36C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C2202-3972-4D27-9447-82839B4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2D6F6-216B-4D3E-A340-B9CE8D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E4C25-05BB-4A24-8872-4805994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8DEFA-EF24-40A9-98CD-99536F02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5AAA5-426D-453A-BE1B-9B45287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978E2F-1992-469F-8C0B-DBF7382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D5E5EA-6476-4C05-9DA1-F4C103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F4D14-7059-4F93-9C5C-3A4ABED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409C4-E87F-4DF6-895A-A24215C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F30DD-E26E-48EB-8FFD-59604D7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D6BC7-A115-4146-9095-40926296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CE7529-3D6B-43C9-B5BC-BA1E6D6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D31344-9CC6-49C8-A854-C963D27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66C69-5DDF-45B0-B7D6-E29A44B3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87FDE-09D6-4A92-901B-95B3BB3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415DB-46F4-4021-8426-7E21FE8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EB0E6-C282-4EB1-B7FB-30834C41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872F45-41D3-4A7C-BC28-BB51502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B383D-82A0-4631-9962-88AAD0CB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9B15D-CEA1-4E5F-8CF2-DC1BC04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915FB6-0B16-46E0-9E90-0259442C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A7783D-4BA2-4B22-B021-960C6BE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98C0B0-B710-4A68-AE70-50D5FF3C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BAC3E4-08EF-41EC-A4A1-F42D089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AFE09-77D0-4F67-942E-FE68030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FBF90C-DB4F-4327-93A2-D990C50B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09B404-4D34-417C-9E9E-3B17327E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813B-CCB2-464D-9040-9E3B4621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E8EA3-AFC9-4A3F-B555-01897EBD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43A6-146F-4E17-B27B-34EE01C9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8194F-B625-49C2-8EF7-40D37801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FD316-FFC4-4A6E-A6E0-7EFAF740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A0D-64E1-4610-AA58-3DD693F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E6AE-E3D2-4E2B-998E-6C02023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46FE-D0AD-446D-8E49-A4F94FBD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B0BEE-7EEB-4CE2-9CFD-E3C210C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A11F5-51FD-4A18-80AD-C1C895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306B-DEB0-4F95-949B-CE0CDC05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1F2-48AB-4464-A749-C2E71FDA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44336-06DC-42FA-AC7E-30754E7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10B9-822B-4A18-8A42-BDF8D47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20517-9C5E-408C-B887-D12F5D0B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98D1F-30D0-4EF7-9EBB-61A891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7D08-CA8A-4694-95F0-05B2239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D77CB-602C-409F-8F70-4E0FF00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57D24-82A0-4E23-8251-631CCC28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39D7-D171-4305-BF09-8B097F9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6B841-C306-4508-BEAB-BAB25DC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63A6A-0029-4869-9842-6863559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3D3B9-AF38-4CA7-9137-E0128CA9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AD7D4-9A6A-4B62-B184-2ED4562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A14E9-1D0A-47A3-8185-A01A514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9BB204-B548-4BE5-B51D-97EBF8A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74625-236D-4E8D-AC55-59540DED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33BA5-F004-496E-86B7-4BE141B5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C09CE5-64B9-4D78-8D10-03D8B75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04ABFF-9CCE-4E15-9C65-AD6FDC87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C4944-A900-433B-BF22-E8B158DF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53748-BBE8-442B-B264-7D6CB7D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F0E8-DCBA-4843-B195-6B37A90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388F54-2DB1-493A-A93F-CE617ED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4142F-1E0A-42EC-BD2E-9F5E8C47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9A4CD4-546F-4E19-B672-C45CFE57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41778-43B3-484D-B10D-9DFA39B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41A8DB-079B-40EA-AF36-3189A8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50F2-F0F4-4DC1-9ED1-0CD90D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8D662-7B2D-4BCA-8ED4-05EAF218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688445-DB27-4AD8-8A55-0682CDC6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7B01E5-A9A4-4EDC-86F3-A045CC4E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F24C3A-3277-4771-AF2C-0997CA1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354CBC-DDF8-4249-9462-6EF0086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57D02-2BE9-415A-9843-3FB91CB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AAE6D-CFE9-4C9D-ADBE-97CC242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A93AB-6D5F-47CF-9255-D3ADA68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A25231-0BFB-49AD-BF3C-5EEE646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ED5606-4EAE-4B39-930A-CE2CB76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A98E5-3E94-4AC0-A051-753EF6D5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82CEA-3F98-4108-92BA-89A9ED89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74DAA-8DA9-4A81-9503-2E06563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01B-E09D-43F4-9E99-EB9E8A2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8a54fe3c4e4da8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69B48-EA5B-451B-BC87-A67F701C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E2F17-855A-4CEE-A975-85EF95B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FB22-75F7-4E68-B08E-8051FB2F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2E81-468B-4310-975A-3EB1E3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BF627-9061-46D9-9A88-9E5CF27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B2AC1-B7AA-4E07-BF7C-DC24F3F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65393-540A-4163-9288-4CCAFD6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7D7DF-5C3C-4528-86DD-E824442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6CD8-9785-4E50-869E-C7BAA7D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9752D-92B2-405A-8D05-E40ADD1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2DFA4-9C42-4160-B184-6C80C9E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A310-7BC6-4C4C-BD59-44BBCE93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46064-07BB-47D7-B716-D076F515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02605-5316-4C53-B8C1-8DD04560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8AAF0-C347-4EC1-94E7-E189739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E22F4-41FB-4223-A503-9F647B5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D977D-40C7-4A9F-934E-943E4D7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E6106-7B4B-49B8-8A29-93B7E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4E7DC-F792-44EA-B21C-C493831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C5044-AB41-4B63-9790-C0455BC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DAB45-1213-4240-B4B1-C42C2AA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CC6B97-D09C-406C-AFA2-FC909B0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733E4-EE25-4B63-B4F9-FF887C6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26816-8945-4AAC-A10F-5B67171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3EEC0-A046-4291-B38A-8AC526F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01559E-4C7F-4CE3-B2AF-08D9679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F1FF6-970F-472F-84CE-CB10C0FD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93F7D-D192-4338-A826-00C017A5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3A342B-E1A8-40B2-902A-C8F1C5E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168D4-4CB8-47EB-AB20-E4BD442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1E47A-3BAC-4187-9D68-268B593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C4C83-276B-4BF1-A71B-049D3C5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2DBB4-193A-4C65-ADD4-AD9A5954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54B03-B29F-44AA-8397-A7C8A8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D6052B-A5C6-4E17-9A2F-131DF64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FCDD-EED4-44D4-9FB2-936AFE44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A5E111-BA64-4041-B70D-6BACB0A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07A4E-A5E3-46C2-80CA-5F5989D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DCCD3-374C-40B9-9171-505AB52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E8256F-2700-4187-97B5-52AC8C5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0AD72F-BC10-4595-A365-D93C683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047590-A30D-44DA-848C-C34B137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9ED392-C65A-47AA-AD1D-3430CE2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6FF78-3CBD-463D-A5CA-ABB618D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FCE7-9BF8-4DB0-BA5E-3AD96CB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058FF-D50D-48FD-93CB-EDB35CE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C6CC-E5D4-481E-A13B-DD71B422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0096E-F401-432D-A0B3-38EBD012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681F-A1CB-4B3A-AAA0-8DAC669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77E88-8674-4567-B05D-AE03F99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42444-3214-4098-AEBE-76A11709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15EA2-47E2-45A8-8EBE-999360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3807-8092-4D38-AA6C-D6F1305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94aa01748d4b6b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FED73-C90D-47DE-845E-6AF6C93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9EC15-2380-42AE-A5BF-882BF3F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6687-228F-45E4-BC80-2CA6096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83A1-3CAA-4B81-9EF5-02B1BEE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B42D3-0503-4FAF-9367-E9AAD8D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54DC2-591C-4096-9B10-CA2A5215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7341-9633-466A-9360-FF145930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12902-7FB4-4C21-9E9A-6FF6B77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4A78-CB48-46E2-A600-5DA5865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4DD24-AF51-4350-96C4-B764CC1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3AF-6831-4EAF-A912-176C7BF0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5C73-385F-43F6-9C75-C7D0F14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A021C-B256-46B4-9BA2-3D9CDEA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7B89F-9A67-4077-AA07-8680704E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23F22-3BEC-4B2C-8A10-0458842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D92E-761A-4E3D-99BD-0852EA4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48F83-8431-4805-AC25-D2FA1C2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FE1C1-9129-43CC-9B54-519B8CF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981A7F-2B22-446A-8257-07E8A8A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DE574-AA30-4B3A-931B-6EA9437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A32531-2553-478B-9EBB-63633C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A6AA0C-CAE8-4316-A6A1-6D56AEE0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F431-D6C1-405F-892E-89B85BA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BCC0F-A003-446D-B524-5361C3B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3864D-84F9-4F36-9471-E1D11312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证据缺口按责任分开：U01–U08 需要真机素材；E01–E03 需要工程先闭环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8B881-BCB2-422C-B4F2-DD6F83D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2635-9C7D-4816-9974-C6031DB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52489-BE8F-4895-9814-6A7EE1F1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033A-3B7B-4249-9BDC-A0386FFB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67B4E-47E9-43DA-8900-1FFE2E27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557E-0587-4321-9FFF-CBBB260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7FD5-FB5A-4374-B215-6598B06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310D-2EF6-40E8-87A0-D22984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290B-DCC8-4424-86BB-C56BCB51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A146A-5D15-4A00-AB27-3A3223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3B76C-2A55-4A01-8593-937EFE7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A801-5D87-4E30-9841-702985E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B9180-36A3-4806-B537-6AA2E005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36993-A1A4-4EC9-8ECA-2677C6B3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0A45A-62A1-4CF7-83A8-770D54E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57D2C-5F05-4171-B0AD-FBC785E2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497D3-99EF-4621-8A5A-F4A273F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C2CF0-F002-4A05-8B8D-6A02091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5937-FB13-46A8-A0F3-A405341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EB17A-4ECC-4917-9E86-82DECB7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8C7640-BC3D-46E5-9800-CACF499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9F9D0-C199-499F-A9B6-BE545A3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E20CA-BD96-47C2-8FA0-417704A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6BC52-2FEB-4C0A-B65C-3E0F3E0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C4C6C-6258-40BC-A5AE-22E4CAA6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9B8F-B16E-42EC-BA71-A582A67C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5A7E9-7AD5-4226-85A4-963BC0CB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2406A-61EF-45F8-8868-835A615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E6439-7065-40C6-A86D-23AB193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31269-D118-41A8-B0A9-2B9A95D2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28048-5341-4526-8A91-44A33C8C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5EDD8E-3733-4944-A256-24A7BE25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B63E4E-442B-48EF-8C9D-074D952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85DEA-8B90-485B-969B-4DDF7AB4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949A0E-C813-407C-8EBC-F089CE2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B94A20-F00D-4E5E-9693-677C812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60834-9843-4B25-9DD9-289D55E8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CB51-C03D-4088-AFF6-AD9EC8C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F3A7D3-CF15-4DCB-8B51-5240FC42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A57676-D7F9-4E31-A4F4-B4217C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CF62D-AAB4-48FD-95ED-D946756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12FE78-1388-4B6A-B29E-4D9503D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BA453-05C4-467C-8AEC-5F9A0FAF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64F5E-DE8A-4104-8394-209580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424A00-B43D-4773-AA9B-095FB3E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FF8BBB-B639-4BD8-A020-32EE7D6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0FCAA3-598F-46E4-80F1-8719DF0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66D39-B4F7-4729-8A37-FCBB8BE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71623E-BF16-41B4-9815-0F919B8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537988-6674-4ACD-9D82-9EFF5837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AFD884-E9B9-43AF-902E-6AE245B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76624F-8714-4354-AF5C-5181FA3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BDD5F8-EC88-4852-81F2-E632E4F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U01/U03/U04/U05：restrictions / disallowed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DF30A5-EC51-4E11-A114-A2480D2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A561-2E09-4595-940F-605F9B4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需用户 U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6BA82F-8E39-4ACA-BD7E-195D2FAE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BD699D-D34D-4B66-B3F1-6F91513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08D374-4A25-4F04-8942-8E2D37F5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U01–U08 真机证据；E01/E02 先修工程契约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C36B28-14C7-4CB2-8F21-76E18A0D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A47B3-DCC3-4A18-A1F6-E1043B8B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 / 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6C5B5D-B584-426D-B5F6-91DD7914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E48ED-6FB5-4B9A-9964-B5D9F6F5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请先补 U01–U04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378CCF-D3E9-462F-AAA4-DED04FAA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U01 全局事务  U02 首接 allow/deny  U03 残留清理  U04 9200007 三态证据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85772F-B78D-4633-988E-588D316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846B6-73E2-4BE1-A758-F525D7E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证据：00/06/12；用户素材：16-用户补充素材清单.md；工程开放项：E01–E03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7359E2-AC80-4D71-A3F4-1CA96FFC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76241B-CAFF-4364-892A-5028C4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案例背景：远控视频能播放，但走 CPU 时明显卡顿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ff4d5c62354afe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先把问题说清楚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65"/>
          </a:bodyPr>
          <a:lstStyle xmlns:a="http://schemas.openxmlformats.org/drawingml/2006/main"/>
          <a:p xmlns:a="http://schemas.openxmlformats.org/drawingml/2006/main">
            <a:r>
              <a:t>远控视频能播放，但操作和画面不流畅。</a:t>
            </a:r>
          </a:p>
          <a:p xmlns:a="http://schemas.openxmlformats.org/drawingml/2006/main">
            <a:r>
              <a:t>现有截图只能证明“画面可见”。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65"/>
          </a:bodyPr>
          <a:lstStyle xmlns:a="http://schemas.openxmlformats.org/drawingml/2006/main"/>
          <a:p xmlns:a="http://schemas.openxmlformats.org/drawingml/2006/main">
            <a:r>
              <a:t>当前走 CPU / 软件解码，没有使用 GPU。</a:t>
            </a:r>
          </a:p>
          <a:p xmlns:a="http://schemas.openxmlformats.org/drawingml/2006/main">
            <a:r>
              <a:t>同场景性能数据仍待补齐。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本案例目标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先证明 HarmonyOS 硬解能跑通，再根据穿刺结果拆完整工程任务。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6389"/>
          </a:bodyPr>
          <a:lstStyle xmlns:a="http://schemas.openxmlformats.org/drawingml/2006/main"/>
          <a:p xmlns:a="http://schemas.openxmlformats.org/drawingml/2006/main">
            <a:r>
              <a:t>BEFORE VIDEO · PENDING</a:t>
            </a:r>
          </a:p>
          <a:p xmlns:a="http://schemas.openxmlformats.org/drawingml/2006/main">
            <a:r>
              <a:t>待补：同设备、同片段、CPU / FPS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播放卡顿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已知走 CPU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目标接入硬解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先做最小穿刺</a:t>
            </a:r>
          </a:p>
        </p:txBody>
      </p:sp>
      <p:cxnSp>
        <p:nvCxnSpPr>
          <p:cNvPr id="541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42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43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面对 55 万行代码，AI 先追一条“视频从哪来、到哪去”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五步找到主链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确定问题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卡顿发生在远控视频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搜索入口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只搜 video / decode / display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找到接收点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哪里收到视频数据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继续向下追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哪里解码、哪里显示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形成地图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记录文件、入口和未知项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用户播放远程视频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收到视频数据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判断走旧方案还是新方案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把数据交给解码器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拿到解码后的画面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把画面交给显示模块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界面显示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记录成功、失败与下一步</a:t>
            </a:r>
          </a:p>
        </p:txBody>
      </p:sp>
      <p:cxnSp>
        <p:nvCxnSpPr>
          <p:cNvPr id="854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55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56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57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58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59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60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AI 每一步留下什么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8056"/>
          </a:bodyPr>
          <a:lstStyle xmlns:a="http://schemas.openxmlformats.org/drawingml/2006/main"/>
          <a:p xmlns:a="http://schemas.openxmlformats.org/drawingml/2006/main">
            <a:r>
              <a:t>搜索词</a:t>
            </a:r>
          </a:p>
          <a:p xmlns:a="http://schemas.openxmlformats.org/drawingml/2006/main">
            <a:r>
              <a:t>命中文件</a:t>
            </a:r>
          </a:p>
          <a:p xmlns:a="http://schemas.openxmlformats.org/drawingml/2006/main">
            <a:r>
              <a:t>函数入口</a:t>
            </a:r>
          </a:p>
          <a:p xmlns:a="http://schemas.openxmlformats.org/drawingml/2006/main">
            <a:r>
              <a:t>下一步调用</a:t>
            </a:r>
          </a:p>
          <a:p xmlns:a="http://schemas.openxmlformats.org/drawingml/2006/main">
            <a:r>
              <a:t>还没确认的问题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搜索不到 / 证据不足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缩小问题</a:t>
            </a:r>
          </a:p>
          <a:p xmlns:a="http://schemas.openxmlformats.org/drawingml/2006/main">
            <a:r>
              <a:t>继续只读搜索</a:t>
            </a:r>
          </a:p>
        </p:txBody>
      </p:sp>
      <p:cxnSp>
        <p:nvCxnSpPr>
          <p:cNvPr id="869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输出是一张可复查的代码地图，不是“AI 已经读懂整个仓库”。</a:t>
            </a:r>
          </a:p>
        </p:txBody>
      </p:sp>
      <p:pic>
        <p:nvPicPr>
          <p:cNvPr id="8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b197172c784f6c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239250" y="5381625"/>
            <a:ext cx="2190750" cy="523875"/>
          </a:xfrm>
          <a:prstGeom xmlns:a="http://schemas.openxmlformats.org/drawingml/2006/main" prst="roundRect">
            <a:avLst/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跨平台调研：找共同步骤，不照抄代码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看软件解码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 Windows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 Android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提取共同步骤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对照 HarmonyOS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形成候选方案</a:t>
            </a:r>
          </a:p>
        </p:txBody>
      </p:sp>
      <p:cxnSp>
        <p:nvCxnSpPr>
          <p:cNvPr id="47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4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5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6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只复用“输入—解码—取结果—显示—失败回退”的步骤，不复制平台 API。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参考实现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能学什么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不能照抄什么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FFmpeg / OpenH264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正确性与软件回退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内存与线程模型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硬解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生命周期与失败处理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API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Android 硬解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输入、输出、释放顺序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MediaCodec / Surface 细节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最终要使用的平台能力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仍需最小穿刺验证</a:t>
            </a:r>
          </a:p>
        </p:txBody>
      </p:sp>
      <p:pic>
        <p:nvPicPr>
          <p:cNvPr id="5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eb699b2504da4"/>
          <a:srcRect xmlns:a="http://schemas.openxmlformats.org/drawingml/2006/main" l="4545" t="0" r="45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48625" y="2428875"/>
            <a:ext cx="3571875" cy="2619375"/>
          </a:xfrm>
          <a:prstGeom xmlns:a="http://schemas.openxmlformats.org/drawingml/2006/main" prst="roundRect">
            <a:avLst/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调研输出：一份候选方案、风险清单和待验证问题。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最终方案：保留旧路径，先让硬解跑通，再逐步替换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进入新方案前先检查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视频数据到达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检查设备能力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检查当前状态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可以进入硬解？</a:t>
            </a:r>
          </a:p>
        </p:txBody>
      </p:sp>
      <p:cxnSp>
        <p:nvCxnSpPr>
          <p:cNvPr id="899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00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01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条件不满足，就继续走旧方案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新方案只做三件事：解码、拿到画面、显示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收到视频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送入硬解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拿到结果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转为可显示画面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更新界面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记录结果</a:t>
            </a:r>
          </a:p>
        </p:txBody>
      </p:sp>
      <p:cxnSp>
        <p:nvCxnSpPr>
          <p:cNvPr id="918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19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20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21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22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先证明跑通，不同时做性能优化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新方案失败时立即回退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新方案失败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记录原因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切回旧方案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应用继续可用</a:t>
            </a:r>
          </a:p>
        </p:txBody>
      </p:sp>
      <p:cxnSp>
        <p:nvCxnSpPr>
          <p:cNvPr id="935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36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37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先保证正确和可回退，再谈连续播放、性能和长稳。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最小穿刺：HarmonyOS 硬解能不能跑通一次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只做什么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通过时看到什么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失败就停在哪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新模块进入安装包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构建日志中可以找到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先修构建，不写解码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真机选择硬解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日志显示硬解名称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不支持就停止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解码一个短片段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有解码结果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没结果就停在解码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把结果显示出来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出现正确画面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黑屏就停在显示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模拟失败并回退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旧方案仍可播放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回退失败不进入开发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b321aad1e94613"/>
          <a:srcRect xmlns:a="http://schemas.openxmlformats.org/drawingml/2006/main" l="4422" t="0" r="4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429625" y="1143000"/>
            <a:ext cx="3190875" cy="2333625"/>
          </a:xfrm>
          <a:prstGeom xmlns:a="http://schemas.openxmlformats.org/drawingml/2006/main" prst="roundRect">
            <a:avLst/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穿刺范围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一个短片段</a:t>
            </a:r>
          </a:p>
          <a:p xmlns:a="http://schemas.openxmlformats.org/drawingml/2006/main">
            <a:r>
              <a:t>一次成功显示</a:t>
            </a:r>
          </a:p>
          <a:p xmlns:a="http://schemas.openxmlformats.org/drawingml/2006/main">
            <a:r>
              <a:t>一次失败回退</a:t>
            </a:r>
          </a:p>
          <a:p xmlns:a="http://schemas.openxmlformats.org/drawingml/2006/main">
            <a:r>
              <a:t>不做并发、性能、长稳</a:t>
            </a:r>
          </a:p>
          <a:p xmlns:a="http://schemas.openxmlformats.org/drawingml/2006/main">
            <a:r>
              <a:t>通过才拆完整任务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穿刺结果先给截图：画面出现了，但还不能直接说硬解成功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720c6314a74cc4"/>
          <a:srcRect xmlns:a="http://schemas.openxmlformats.org/drawingml/2006/main" l="28333" t="0" r="28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穿刺通过要同时回答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应用能连接远程桌面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视频内容能出现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窗口与输入仍可交互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画面证据已归档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硬解选择日志到齐？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失败回退证据到齐？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同一设备和版本已记录？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/ FPS A/B 已采集？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当前结论：仅画面 READY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9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截图证明“画面和交互可见”；硬解日志与回退证据到齐后，穿刺才算完整 PASS。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穿刺后：生成新计划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P0 固化穿刺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P1 接入真实视频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P2 稳定与回退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P3 性能验证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P4 证据交付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25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保存代码、日志和截图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29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确认还有哪些未知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3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接入真实视频并持续播放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37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补场景切换与失败回退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41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做同设备 A/B 性能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45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汇总回归、长稳和交付报告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02"/>
          </a:bodyPr>
          <a:lstStyle xmlns:a="http://schemas.openxmlformats.org/drawingml/2006/main"/>
          <a:p xmlns:a="http://schemas.openxmlformats.org/drawingml/2006/main">
            <a:r>
              <a:t>P0 固化</a:t>
            </a:r>
          </a:p>
          <a:p xmlns:a="http://schemas.openxmlformats.org/drawingml/2006/main">
            <a:r>
              <a:t>穿刺可以重复运行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02"/>
          </a:bodyPr>
          <a:lstStyle xmlns:a="http://schemas.openxmlformats.org/drawingml/2006/main"/>
          <a:p xmlns:a="http://schemas.openxmlformats.org/drawingml/2006/main">
            <a:r>
              <a:t>P1 接入</a:t>
            </a:r>
          </a:p>
          <a:p xmlns:a="http://schemas.openxmlformats.org/drawingml/2006/main">
            <a:r>
              <a:t>真实视频连续播放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P2 稳定</a:t>
            </a:r>
          </a:p>
          <a:p xmlns:a="http://schemas.openxmlformats.org/drawingml/2006/main">
            <a:r>
              <a:t>切换场景不黑屏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P3 性能</a:t>
            </a:r>
          </a:p>
          <a:p xmlns:a="http://schemas.openxmlformats.org/drawingml/2006/main">
            <a:r>
              <a:t>有 before / after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15"/>
          </a:bodyPr>
          <a:lstStyle xmlns:a="http://schemas.openxmlformats.org/drawingml/2006/main"/>
          <a:p xmlns:a="http://schemas.openxmlformats.org/drawingml/2006/main">
            <a:r>
              <a:t>P4 交付</a:t>
            </a:r>
          </a:p>
          <a:p xmlns:a="http://schemas.openxmlformats.org/drawingml/2006/main">
            <a:r>
              <a:t>Reviewer 可以复查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新计划来自穿刺真实结果，不是穿刺前凭空生成。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把新计划拆成 Ralph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S0–S7：从基线到工程验收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S0 基线与观测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S1 真机硬解选择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S2 一帧合法输出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S3 正确显示与回退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S4 连续播放有界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S5 生命周期恢复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S6 AVC444 语义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S7 A/B 工程验收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每张 Story = 伪代码 + AC + Stop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9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Plan 管顺序；Story 管可验收行为；Ralph Packet 管一次 Session 的执行边界。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b75564c8554976"/>
          <a:stretch xmlns:a="http://schemas.openxmlformats.org/drawingml/2006/main"/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先写到伪代码级别，再让 AI 开发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Scope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Allowed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Forbidden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Pseudocode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Stop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上游结论</a:t>
            </a:r>
          </a:p>
          <a:p xmlns:a="http://schemas.openxmlformats.org/drawingml/2006/main">
            <a:r>
              <a:t>源码锚点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允许修改</a:t>
            </a:r>
          </a:p>
          <a:p xmlns:a="http://schemas.openxmlformats.org/drawingml/2006/main">
            <a:r>
              <a:t>文件 / 符号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本卡可以</a:t>
            </a:r>
          </a:p>
          <a:p xmlns:a="http://schemas.openxmlformats.org/drawingml/2006/main">
            <a:r>
              <a:t>修改什么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不能顺便</a:t>
            </a:r>
          </a:p>
          <a:p xmlns:a="http://schemas.openxmlformats.org/drawingml/2006/main">
            <a:r>
              <a:t>处理什么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输入 / 分支</a:t>
            </a:r>
          </a:p>
          <a:p xmlns:a="http://schemas.openxmlformats.org/drawingml/2006/main">
            <a:r>
              <a:t>提交 / 失败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场景 / 标准</a:t>
            </a:r>
          </a:p>
          <a:p xmlns:a="http://schemas.openxmlformats.org/drawingml/2006/main">
            <a:r>
              <a:t>证据 / 结论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触发即停止</a:t>
            </a:r>
          </a:p>
          <a:p xmlns:a="http://schemas.openxmlformats.org/drawingml/2006/main">
            <a:r>
              <a:t>扩大范围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伪代码先冻结六件事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输入与前置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成功分支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什么提交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什么不提交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下一步门槛</a:t>
            </a:r>
          </a:p>
        </p:txBody>
      </p:sp>
      <p:cxnSp>
        <p:nvCxnSpPr>
          <p:cNvPr id="870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71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72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73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74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伪代码评审通过后才映射真实类和函数；缺证据仍只能写 PENDING / UNKNOWN。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一条 AC 必须有四列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场景、通过标准、证据、失败结论；缺任一列，Story 不能进入 Ralph。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最后只看这张表：哪些已证明，哪些还不能下结论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截图、日志和性能数据分别证明不同问题，不能互相替代。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需要证明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画面与交互可见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现有播放截图 / 视频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确实选择硬解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缺少同一次运行的硬解日志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失败可以回退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缺少故障注入记录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/ FPS 有改善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缺少同场景 A/B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场景切换稳定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缺暂停、恢复、窗口变化矩阵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可以工程交付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上述证据未全部到齐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NOT YET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当前证据能证明什么，下一步还要补什么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视频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当前为空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硬解路径待填证据链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commit: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runId: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candidate path: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decoder identity: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frameId / output: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owner / matched EndFrame: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present:</a:t>
            </a:r>
          </a:p>
        </p:txBody>
      </p:sp>
      <p:pic>
        <p:nvPicPr>
          <p:cNvPr id="12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a66b7b60194d4a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源码存在 bridge→compositor→EndFrame 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源码锚点与调用链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arm64/HAP 构建通过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待产出 build 日志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真机实际选择 OHOS hardware decoder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 decoder identity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某次运行可见播放与部分交互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gpu-validation-video-playback-16s.mp4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某次运行出现黑屏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gpu-failure-black-screen-13s.mp4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CPU/FPS 与卡顿改善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待绑定同一 runId 的 CPU/FPS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resize/后台/重连长稳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待执行 resize / 后台回归矩阵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VIDEO SLOT · AFTER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gpu-hwdecode-after.mp4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画面可见但未绑定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证据待采集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1306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07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08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394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9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96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97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98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3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65f3c6e9f3418c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2026-09-02T01:37:58.4140000Z</dcterms:created>
  <dcterms:modified xsi:type="dcterms:W3CDTF">2026-09-02T01:37:58.4140000Z</dcterms:modified>
</coreProperties>
</file>