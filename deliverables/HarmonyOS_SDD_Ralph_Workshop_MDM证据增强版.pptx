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55459992ce4bb8" /><Relationship Type="http://schemas.openxmlformats.org/officeDocument/2006/relationships/extended-properties" Target="/docProps/app.xml" Id="Ra09f3eabd685447f" /><Relationship Type="http://schemas.openxmlformats.org/officeDocument/2006/relationships/officeDocument" Target="/ppt/presentation.xml" Id="Ra64aa849199a41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40c20321d3451f"/>
  </p:sldMasterIdLst>
  <p:notesMasterIdLst>
    <p:notesMasterId xmlns:r="http://schemas.openxmlformats.org/officeDocument/2006/relationships" r:id="Rc58e07864aae41b7"/>
  </p:notesMasterIdLst>
  <p:sldIdLst>
    <p:sldId xmlns:r="http://schemas.openxmlformats.org/officeDocument/2006/relationships" id="256" r:id="Rc5fec8ff467b45c6"/>
    <p:sldId xmlns:r="http://schemas.openxmlformats.org/officeDocument/2006/relationships" id="257" r:id="R165028c4772d45ff"/>
    <p:sldId xmlns:r="http://schemas.openxmlformats.org/officeDocument/2006/relationships" id="258" r:id="Rf081754ab8b04ca1"/>
    <p:sldId xmlns:r="http://schemas.openxmlformats.org/officeDocument/2006/relationships" id="259" r:id="Rcefb7cb3d61348c8"/>
    <p:sldId xmlns:r="http://schemas.openxmlformats.org/officeDocument/2006/relationships" id="260" r:id="R1df063f0e26f465a"/>
    <p:sldId xmlns:r="http://schemas.openxmlformats.org/officeDocument/2006/relationships" id="261" r:id="R8ece391a4eee4aab"/>
    <p:sldId xmlns:r="http://schemas.openxmlformats.org/officeDocument/2006/relationships" id="262" r:id="Rc87dede689b34beb"/>
    <p:sldId xmlns:r="http://schemas.openxmlformats.org/officeDocument/2006/relationships" id="263" r:id="R13f0cab7a0164b98"/>
    <p:sldId xmlns:r="http://schemas.openxmlformats.org/officeDocument/2006/relationships" id="264" r:id="R4b773dba15b24a6c"/>
    <p:sldId xmlns:r="http://schemas.openxmlformats.org/officeDocument/2006/relationships" id="265" r:id="Re1b013c3041a4a4f"/>
    <p:sldId xmlns:r="http://schemas.openxmlformats.org/officeDocument/2006/relationships" id="266" r:id="Rb63912edb4874d08"/>
    <p:sldId xmlns:r="http://schemas.openxmlformats.org/officeDocument/2006/relationships" id="267" r:id="R5f138e223c2c4ac7"/>
    <p:sldId xmlns:r="http://schemas.openxmlformats.org/officeDocument/2006/relationships" id="268" r:id="R4793a61a818347c9"/>
    <p:sldId xmlns:r="http://schemas.openxmlformats.org/officeDocument/2006/relationships" id="269" r:id="Rb94a921910684324"/>
    <p:sldId xmlns:r="http://schemas.openxmlformats.org/officeDocument/2006/relationships" id="270" r:id="R2384db7971964f3f"/>
    <p:sldId xmlns:r="http://schemas.openxmlformats.org/officeDocument/2006/relationships" id="271" r:id="R088ebb371dff4970"/>
    <p:sldId xmlns:r="http://schemas.openxmlformats.org/officeDocument/2006/relationships" id="272" r:id="Ra4ca55864e374c87"/>
    <p:sldId xmlns:r="http://schemas.openxmlformats.org/officeDocument/2006/relationships" id="273" r:id="Rf27fecdfc03f4423"/>
    <p:sldId xmlns:r="http://schemas.openxmlformats.org/officeDocument/2006/relationships" id="274" r:id="R8a267ed74ec5487a"/>
    <p:sldId xmlns:r="http://schemas.openxmlformats.org/officeDocument/2006/relationships" id="275" r:id="R0918d4bd57274c36"/>
    <p:sldId xmlns:r="http://schemas.openxmlformats.org/officeDocument/2006/relationships" id="276" r:id="R037ce10937ae4c0f"/>
    <p:sldId xmlns:r="http://schemas.openxmlformats.org/officeDocument/2006/relationships" id="277" r:id="R14c58567439444a9"/>
    <p:sldId xmlns:r="http://schemas.openxmlformats.org/officeDocument/2006/relationships" id="278" r:id="R04d36d1873904277"/>
    <p:sldId xmlns:r="http://schemas.openxmlformats.org/officeDocument/2006/relationships" id="279" r:id="R0bcee271de3d4158"/>
    <p:sldId xmlns:r="http://schemas.openxmlformats.org/officeDocument/2006/relationships" id="280" r:id="Rf1cfd06fe08d4e57"/>
    <p:sldId xmlns:r="http://schemas.openxmlformats.org/officeDocument/2006/relationships" id="281" r:id="Rac21a790dd8e47db"/>
    <p:sldId xmlns:r="http://schemas.openxmlformats.org/officeDocument/2006/relationships" id="282" r:id="R6c035271509f4c4e"/>
    <p:sldId xmlns:r="http://schemas.openxmlformats.org/officeDocument/2006/relationships" id="283" r:id="Rb4cba8a00c3e4fba"/>
    <p:sldId xmlns:r="http://schemas.openxmlformats.org/officeDocument/2006/relationships" id="284" r:id="Rc4a2eb7eaa044a05"/>
    <p:sldId xmlns:r="http://schemas.openxmlformats.org/officeDocument/2006/relationships" id="285" r:id="R17c5550fe8044d56"/>
    <p:sldId xmlns:r="http://schemas.openxmlformats.org/officeDocument/2006/relationships" id="286" r:id="Re5f3cdcf67484ca7"/>
    <p:sldId xmlns:r="http://schemas.openxmlformats.org/officeDocument/2006/relationships" id="287" r:id="R2dbdc0aed45a4679"/>
    <p:sldId xmlns:r="http://schemas.openxmlformats.org/officeDocument/2006/relationships" id="288" r:id="R6f482a526c654afb"/>
    <p:sldId xmlns:r="http://schemas.openxmlformats.org/officeDocument/2006/relationships" id="289" r:id="Rf8246b5ef6ed4362"/>
    <p:sldId xmlns:r="http://schemas.openxmlformats.org/officeDocument/2006/relationships" id="290" r:id="Ra103921d1c764f12"/>
    <p:sldId xmlns:r="http://schemas.openxmlformats.org/officeDocument/2006/relationships" id="291" r:id="R85fb25dd11054fe7"/>
    <p:sldId xmlns:r="http://schemas.openxmlformats.org/officeDocument/2006/relationships" id="292" r:id="R0f9a3fedef234fd6"/>
    <p:sldId xmlns:r="http://schemas.openxmlformats.org/officeDocument/2006/relationships" id="293" r:id="R0e52417175c84cf7"/>
    <p:sldId xmlns:r="http://schemas.openxmlformats.org/officeDocument/2006/relationships" id="294" r:id="R990c41d1754d41a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d958513da04585" /><Relationship Type="http://schemas.openxmlformats.org/officeDocument/2006/relationships/slideMaster" Target="/ppt/slideMasters/slideMaster1.xml" Id="R3c40c20321d3451f" /><Relationship Type="http://schemas.openxmlformats.org/officeDocument/2006/relationships/notesMaster" Target="/ppt/notesMasters/notesMaster1.xml" Id="Rc58e07864aae41b7" /><Relationship Type="http://schemas.openxmlformats.org/officeDocument/2006/relationships/presProps" Target="/ppt/presProps.xml" Id="Rf8ee63b1ecf848b8" /><Relationship Type="http://schemas.openxmlformats.org/officeDocument/2006/relationships/tableStyles" Target="/ppt/tableStyles.xml" Id="R192d31fbab214028" /><Relationship Type="http://schemas.openxmlformats.org/officeDocument/2006/relationships/slide" Target="/ppt/slides/slide1.xml" Id="Rc5fec8ff467b45c6" /><Relationship Type="http://schemas.openxmlformats.org/officeDocument/2006/relationships/slide" Target="/ppt/slides/slide2.xml" Id="R165028c4772d45ff" /><Relationship Type="http://schemas.openxmlformats.org/officeDocument/2006/relationships/slide" Target="/ppt/slides/slide3.xml" Id="Rf081754ab8b04ca1" /><Relationship Type="http://schemas.openxmlformats.org/officeDocument/2006/relationships/slide" Target="/ppt/slides/slide4.xml" Id="Rcefb7cb3d61348c8" /><Relationship Type="http://schemas.openxmlformats.org/officeDocument/2006/relationships/slide" Target="/ppt/slides/slide5.xml" Id="R1df063f0e26f465a" /><Relationship Type="http://schemas.openxmlformats.org/officeDocument/2006/relationships/slide" Target="/ppt/slides/slide6.xml" Id="R8ece391a4eee4aab" /><Relationship Type="http://schemas.openxmlformats.org/officeDocument/2006/relationships/slide" Target="/ppt/slides/slide7.xml" Id="Rc87dede689b34beb" /><Relationship Type="http://schemas.openxmlformats.org/officeDocument/2006/relationships/slide" Target="/ppt/slides/slide8.xml" Id="R13f0cab7a0164b98" /><Relationship Type="http://schemas.openxmlformats.org/officeDocument/2006/relationships/slide" Target="/ppt/slides/slide9.xml" Id="R4b773dba15b24a6c" /><Relationship Type="http://schemas.openxmlformats.org/officeDocument/2006/relationships/slide" Target="/ppt/slides/slide10.xml" Id="Re1b013c3041a4a4f" /><Relationship Type="http://schemas.openxmlformats.org/officeDocument/2006/relationships/slide" Target="/ppt/slides/slide11.xml" Id="Rb63912edb4874d08" /><Relationship Type="http://schemas.openxmlformats.org/officeDocument/2006/relationships/slide" Target="/ppt/slides/slide12.xml" Id="R5f138e223c2c4ac7" /><Relationship Type="http://schemas.openxmlformats.org/officeDocument/2006/relationships/slide" Target="/ppt/slides/slide13.xml" Id="R4793a61a818347c9" /><Relationship Type="http://schemas.openxmlformats.org/officeDocument/2006/relationships/slide" Target="/ppt/slides/slide14.xml" Id="Rb94a921910684324" /><Relationship Type="http://schemas.openxmlformats.org/officeDocument/2006/relationships/slide" Target="/ppt/slides/slide15.xml" Id="R2384db7971964f3f" /><Relationship Type="http://schemas.openxmlformats.org/officeDocument/2006/relationships/slide" Target="/ppt/slides/slide16.xml" Id="R088ebb371dff4970" /><Relationship Type="http://schemas.openxmlformats.org/officeDocument/2006/relationships/slide" Target="/ppt/slides/slide17.xml" Id="Ra4ca55864e374c87" /><Relationship Type="http://schemas.openxmlformats.org/officeDocument/2006/relationships/slide" Target="/ppt/slides/slide18.xml" Id="Rf27fecdfc03f4423" /><Relationship Type="http://schemas.openxmlformats.org/officeDocument/2006/relationships/slide" Target="/ppt/slides/slide19.xml" Id="R8a267ed74ec5487a" /><Relationship Type="http://schemas.openxmlformats.org/officeDocument/2006/relationships/slide" Target="/ppt/slides/slide20.xml" Id="R0918d4bd57274c36" /><Relationship Type="http://schemas.openxmlformats.org/officeDocument/2006/relationships/slide" Target="/ppt/slides/slide21.xml" Id="R037ce10937ae4c0f" /><Relationship Type="http://schemas.openxmlformats.org/officeDocument/2006/relationships/slide" Target="/ppt/slides/slide22.xml" Id="R14c58567439444a9" /><Relationship Type="http://schemas.openxmlformats.org/officeDocument/2006/relationships/slide" Target="/ppt/slides/slide23.xml" Id="R04d36d1873904277" /><Relationship Type="http://schemas.openxmlformats.org/officeDocument/2006/relationships/slide" Target="/ppt/slides/slide24.xml" Id="R0bcee271de3d4158" /><Relationship Type="http://schemas.openxmlformats.org/officeDocument/2006/relationships/slide" Target="/ppt/slides/slide25.xml" Id="Rf1cfd06fe08d4e57" /><Relationship Type="http://schemas.openxmlformats.org/officeDocument/2006/relationships/slide" Target="/ppt/slides/slide26.xml" Id="Rac21a790dd8e47db" /><Relationship Type="http://schemas.openxmlformats.org/officeDocument/2006/relationships/slide" Target="/ppt/slides/slide27.xml" Id="R6c035271509f4c4e" /><Relationship Type="http://schemas.openxmlformats.org/officeDocument/2006/relationships/slide" Target="/ppt/slides/slide28.xml" Id="Rb4cba8a00c3e4fba" /><Relationship Type="http://schemas.openxmlformats.org/officeDocument/2006/relationships/slide" Target="/ppt/slides/slide29.xml" Id="Rc4a2eb7eaa044a05" /><Relationship Type="http://schemas.openxmlformats.org/officeDocument/2006/relationships/slide" Target="/ppt/slides/slide30.xml" Id="R17c5550fe8044d56" /><Relationship Type="http://schemas.openxmlformats.org/officeDocument/2006/relationships/slide" Target="/ppt/slides/slide31.xml" Id="Re5f3cdcf67484ca7" /><Relationship Type="http://schemas.openxmlformats.org/officeDocument/2006/relationships/slide" Target="/ppt/slides/slide32.xml" Id="R2dbdc0aed45a4679" /><Relationship Type="http://schemas.openxmlformats.org/officeDocument/2006/relationships/slide" Target="/ppt/slides/slide33.xml" Id="R6f482a526c654afb" /><Relationship Type="http://schemas.openxmlformats.org/officeDocument/2006/relationships/slide" Target="/ppt/slides/slide34.xml" Id="Rf8246b5ef6ed4362" /><Relationship Type="http://schemas.openxmlformats.org/officeDocument/2006/relationships/slide" Target="/ppt/slides/slide35.xml" Id="Ra103921d1c764f12" /><Relationship Type="http://schemas.openxmlformats.org/officeDocument/2006/relationships/slide" Target="/ppt/slides/slide36.xml" Id="R85fb25dd11054fe7" /><Relationship Type="http://schemas.openxmlformats.org/officeDocument/2006/relationships/slide" Target="/ppt/slides/slide37.xml" Id="R0f9a3fedef234fd6" /><Relationship Type="http://schemas.openxmlformats.org/officeDocument/2006/relationships/slide" Target="/ppt/slides/slide38.xml" Id="R0e52417175c84cf7" /><Relationship Type="http://schemas.openxmlformats.org/officeDocument/2006/relationships/slide" Target="/ppt/slides/slide39.xml" Id="R990c41d1754d41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cf12d4369445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2ccaf884724132" /><Relationship Type="http://schemas.openxmlformats.org/officeDocument/2006/relationships/notesMaster" Target="/ppt/notesMasters/notesMaster1.xml" Id="R5192338e027f4a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1165be888c49fe" /><Relationship Type="http://schemas.openxmlformats.org/officeDocument/2006/relationships/notesMaster" Target="/ppt/notesMasters/notesMaster1.xml" Id="R32578230eedf4e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d4de98421b4995" /><Relationship Type="http://schemas.openxmlformats.org/officeDocument/2006/relationships/notesMaster" Target="/ppt/notesMasters/notesMaster1.xml" Id="R60f0927a413947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011ce63b7b4d76" /><Relationship Type="http://schemas.openxmlformats.org/officeDocument/2006/relationships/notesMaster" Target="/ppt/notesMasters/notesMaster1.xml" Id="R495e8ff6358745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128c947c8540ff" /><Relationship Type="http://schemas.openxmlformats.org/officeDocument/2006/relationships/notesMaster" Target="/ppt/notesMasters/notesMaster1.xml" Id="R9b34abae810440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ef52ae31ab45cc" /><Relationship Type="http://schemas.openxmlformats.org/officeDocument/2006/relationships/notesMaster" Target="/ppt/notesMasters/notesMaster1.xml" Id="R630f38c07c434d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4171be96044729" /><Relationship Type="http://schemas.openxmlformats.org/officeDocument/2006/relationships/notesMaster" Target="/ppt/notesMasters/notesMaster1.xml" Id="Rcdd68dda51b14a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e59ee9c6464e19" /><Relationship Type="http://schemas.openxmlformats.org/officeDocument/2006/relationships/notesMaster" Target="/ppt/notesMasters/notesMaster1.xml" Id="R76cdbb049ca446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b745f9e3c74373" /><Relationship Type="http://schemas.openxmlformats.org/officeDocument/2006/relationships/notesMaster" Target="/ppt/notesMasters/notesMaster1.xml" Id="R0b65c4450b9540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89112a81a84bcc" /><Relationship Type="http://schemas.openxmlformats.org/officeDocument/2006/relationships/notesMaster" Target="/ppt/notesMasters/notesMaster1.xml" Id="Rfc3afb1b915d40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04b46b620374725" /><Relationship Type="http://schemas.openxmlformats.org/officeDocument/2006/relationships/notesMaster" Target="/ppt/notesMasters/notesMaster1.xml" Id="Re182335773e6462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79d0700798461c" /><Relationship Type="http://schemas.openxmlformats.org/officeDocument/2006/relationships/notesMaster" Target="/ppt/notesMasters/notesMaster1.xml" Id="Rcb553e19c3a943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e74d044bc054da4" /><Relationship Type="http://schemas.openxmlformats.org/officeDocument/2006/relationships/notesMaster" Target="/ppt/notesMasters/notesMaster1.xml" Id="Racf4482a690040d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e608f3cb7484422" /><Relationship Type="http://schemas.openxmlformats.org/officeDocument/2006/relationships/notesMaster" Target="/ppt/notesMasters/notesMaster1.xml" Id="Ra76af41cfef6454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d567120607744b1" /><Relationship Type="http://schemas.openxmlformats.org/officeDocument/2006/relationships/notesMaster" Target="/ppt/notesMasters/notesMaster1.xml" Id="R7e6710b35f36436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fc9bfb4282d49fa" /><Relationship Type="http://schemas.openxmlformats.org/officeDocument/2006/relationships/notesMaster" Target="/ppt/notesMasters/notesMaster1.xml" Id="Rdc31c823dafd442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1d4f99ca96f4353" /><Relationship Type="http://schemas.openxmlformats.org/officeDocument/2006/relationships/notesMaster" Target="/ppt/notesMasters/notesMaster1.xml" Id="R2f02ed8b518342e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d702ad0647e4545" /><Relationship Type="http://schemas.openxmlformats.org/officeDocument/2006/relationships/notesMaster" Target="/ppt/notesMasters/notesMaster1.xml" Id="R74602fd3816b46b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92f973ff0a44564" /><Relationship Type="http://schemas.openxmlformats.org/officeDocument/2006/relationships/notesMaster" Target="/ppt/notesMasters/notesMaster1.xml" Id="Rcfd53812ef054d8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448c634b1a44a18" /><Relationship Type="http://schemas.openxmlformats.org/officeDocument/2006/relationships/notesMaster" Target="/ppt/notesMasters/notesMaster1.xml" Id="Ra13dbc9b2a6c477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4d6a34511184d00" /><Relationship Type="http://schemas.openxmlformats.org/officeDocument/2006/relationships/notesMaster" Target="/ppt/notesMasters/notesMaster1.xml" Id="R9f7018f0240e446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82c081665ff44fc" /><Relationship Type="http://schemas.openxmlformats.org/officeDocument/2006/relationships/notesMaster" Target="/ppt/notesMasters/notesMaster1.xml" Id="Rbb9d153ac2934df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05f1bfa45334f64" /><Relationship Type="http://schemas.openxmlformats.org/officeDocument/2006/relationships/notesMaster" Target="/ppt/notesMasters/notesMaster1.xml" Id="R69b6d0b0ec26428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d3d43d0ffcb451d" /><Relationship Type="http://schemas.openxmlformats.org/officeDocument/2006/relationships/notesMaster" Target="/ppt/notesMasters/notesMaster1.xml" Id="R5018d0cdf937429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dade811fda44924" /><Relationship Type="http://schemas.openxmlformats.org/officeDocument/2006/relationships/notesMaster" Target="/ppt/notesMasters/notesMaster1.xml" Id="R32756de8b1684c3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c4e6cb1b72343f1" /><Relationship Type="http://schemas.openxmlformats.org/officeDocument/2006/relationships/notesMaster" Target="/ppt/notesMasters/notesMaster1.xml" Id="R53f49b0c850d4dd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a8c126a9b17496b" /><Relationship Type="http://schemas.openxmlformats.org/officeDocument/2006/relationships/notesMaster" Target="/ppt/notesMasters/notesMaster1.xml" Id="R963d69b8601b437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10528538d42436c" /><Relationship Type="http://schemas.openxmlformats.org/officeDocument/2006/relationships/notesMaster" Target="/ppt/notesMasters/notesMaster1.xml" Id="R67988145f8e64d9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529e945e2024a62" /><Relationship Type="http://schemas.openxmlformats.org/officeDocument/2006/relationships/notesMaster" Target="/ppt/notesMasters/notesMaster1.xml" Id="R27e897e36524431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237fcdc5cf14e3a" /><Relationship Type="http://schemas.openxmlformats.org/officeDocument/2006/relationships/notesMaster" Target="/ppt/notesMasters/notesMaster1.xml" Id="Rdbb794da963c4c0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d57e2245f494f9f" /><Relationship Type="http://schemas.openxmlformats.org/officeDocument/2006/relationships/notesMaster" Target="/ppt/notesMasters/notesMaster1.xml" Id="R81ee061ea5b5441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29d947e61d64da3" /><Relationship Type="http://schemas.openxmlformats.org/officeDocument/2006/relationships/notesMaster" Target="/ppt/notesMasters/notesMaster1.xml" Id="Rd7d9f247fe0d476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ed8ab0eb4ed4364" /><Relationship Type="http://schemas.openxmlformats.org/officeDocument/2006/relationships/notesMaster" Target="/ppt/notesMasters/notesMaster1.xml" Id="R7f4d1d1e4b5c481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a850190eb734174" /><Relationship Type="http://schemas.openxmlformats.org/officeDocument/2006/relationships/notesMaster" Target="/ppt/notesMasters/notesMaster1.xml" Id="R803d974721d34b8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907eb05635f43b0" /><Relationship Type="http://schemas.openxmlformats.org/officeDocument/2006/relationships/notesMaster" Target="/ppt/notesMasters/notesMaster1.xml" Id="R707b89a631ae4ac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9afd98a276f41ba" /><Relationship Type="http://schemas.openxmlformats.org/officeDocument/2006/relationships/notesMaster" Target="/ppt/notesMasters/notesMaster1.xml" Id="Rc48370fb57164e3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11b90eccac747b9" /><Relationship Type="http://schemas.openxmlformats.org/officeDocument/2006/relationships/notesMaster" Target="/ppt/notesMasters/notesMaster1.xml" Id="R25877ca0e0fa4f8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1b360ae85594e79" /><Relationship Type="http://schemas.openxmlformats.org/officeDocument/2006/relationships/notesMaster" Target="/ppt/notesMasters/notesMaster1.xml" Id="Rfc5c34016a6f421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61cfc63f4d44a09" /><Relationship Type="http://schemas.openxmlformats.org/officeDocument/2006/relationships/notesMaster" Target="/ppt/notesMasters/notesMaster1.xml" Id="R434cf0b549f445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这页必须真的打开目录，不只念六个阶段。</a:t>
            </a:r>
          </a:p>
          <a:p xmlns:a="http://schemas.openxmlformats.org/drawingml/2006/main">
            <a:r>
              <a:t>强调每个阶段都有输入、生成文件和出口门；文档是下一次 AI Session 的外部记忆。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View 不直接调用 MDM；全局事务在 UsbGlobalPolicyService；设备意图在 State Service；系统粒度在 Dispatch。</a:t>
            </a:r>
          </a:p>
          <a:p xmlns:a="http://schemas.openxmlformats.org/drawingml/2006/main">
            <a:r>
              <a:t>底部事件链专门解释为什么 Trace 已入库仍可能不刷新。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不要按 Tab 拆 Story；一个 Tab 里可能跨越身份、状态、系统副作用和验收。</a:t>
            </a:r>
          </a:p>
          <a:p xmlns:a="http://schemas.openxmlformats.org/drawingml/2006/main">
            <a:r>
              <a:t>每个 Story 必须能制造属于自己的 RED。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security_tool/entry/src/test/peripheral/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课堂可让学员指出 Packet 里最重要的不是 goal，而是 forbidden、RED 和 stop。</a:t>
            </a:r>
          </a:p>
          <a:p xmlns:a="http://schemas.openxmlformats.org/drawingml/2006/main">
            <a:r>
              <a:t>如果 AI 要修改 PeripheralPage 来修复事务问题，Reviewer 应判 NEEDS_REPLAN。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不逐条念十五轮，只讲五个转折。</a:t>
            </a:r>
          </a:p>
          <a:p xmlns:a="http://schemas.openxmlformats.org/drawingml/2006/main">
            <a:r>
              <a:t>让学员选择一个转折，回答：症状、根因、新不变量和下一轮 oracle。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C:/Users/mu/Desktop/code/harmonyos-sdd-ralph-workshop/case-materials/gpu/01-问题与基线.md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本页只讲背景。CASE FACT：当前视频走 CPU/软件路径，用户感知卡顿。before 视频和 CPU/FPS 尚未绑定同一场景，因此性能结论保持 PENDING。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C:/Users/mu/Desktop/code/harmonyos-sdd-ralph-workshop/case-materials/gpu/02-大代码库认知地图.md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主画面只讲“收视频—解码—显示”的时序。具体函数名留在讲师材料中，避免听众先被符号淹没。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C:/Users/mu/Desktop/code/harmonyos-sdd-ralph-workshop/case-materials/gpu/03-跨平台实现调研.md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这页回答两个问题：为什么看其他平台，以及看完之后如何落到 HarmonyOS。共同步骤可以复用，平台 API 和线程/内存细节不能照抄。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C:/Users/mu/Desktop/code/harmonyos-sdd-ralph-workshop/case-materials/gpu/04-ADR-GPU-001-HarmonyOS硬解方案.md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主画面只讲检查、硬解、显示和失败回退。具体 owner、present 与释放契约保留在 ADR 和讲师备注中。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穿刺只证明硬解能否在 HarmonyOS 上跑通一次，并验证失败时还能回旧方案。它不等于性能优化完成。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C:/Users/mu/Desktop/code/harmonyos-sdd-ralph-workshop/harmonyos-sdd-workshop-media/gpu-validation-video-playback-contact.jpg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现有媒体只能证明远控画面与交互可见，不能单独证明硬解选择、失败回退或性能改善。硬解日志和回退证据未到齐时保持 PENDING。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穿刺让团队知道哪些边界已证实、哪些仍未知。AI 据此重排完整计划，人再冻结阶段目标和完成标志。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C:/Users/mu/Desktop/code/harmonyos-sdd-ralph-workshop/case-materials/gpu/tasks/README.md</a:t>
            </a:r>
          </a:p>
          <a:p xmlns:a="http://schemas.openxmlformats.org/drawingml/2006/main">
            <a:r>
              <a:t>- C:/Users/mu/Desktop/code/harmonyos-sdd-ralph-workshop/harmonyos-sdd-workshop-media/gpu-docs/doc-33-task-card.png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任务卡按结果切分，不按文件切分。每张卡写一个可观察结果、验收点、停止条件和证据命令。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验收点先于开发。每项必须写场景、标准、证据和失败处理；证据缺失则保持 PENDING/UNKNOWN。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本页不是证明项目已全部成功，而是明确区分 READY、PENDING、UNKNOWN 和 NOT YET。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左：before 视频槽位（`PENDING`；当前为空）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中：硬解路径待填证据链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commit:</a:t>
            </a:r>
          </a:p>
          <a:p xmlns:a="http://schemas.openxmlformats.org/drawingml/2006/main">
            <a:r>
              <a:t>runId:</a:t>
            </a:r>
          </a:p>
          <a:p xmlns:a="http://schemas.openxmlformats.org/drawingml/2006/main">
            <a:r>
              <a:t>candidate path:</a:t>
            </a:r>
          </a:p>
          <a:p xmlns:a="http://schemas.openxmlformats.org/drawingml/2006/main">
            <a:r>
              <a:t>decoder identity:</a:t>
            </a:r>
          </a:p>
          <a:p xmlns:a="http://schemas.openxmlformats.org/drawingml/2006/main">
            <a:r>
              <a:t>frameId / output:</a:t>
            </a:r>
          </a:p>
          <a:p xmlns:a="http://schemas.openxmlformats.org/drawingml/2006/main">
            <a:r>
              <a:t>owner / matched EndFrame:</a:t>
            </a:r>
          </a:p>
          <a:p xmlns:a="http://schemas.openxmlformats.org/drawingml/2006/main">
            <a:r>
              <a:t>present: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右：现有可见媒体与验收矩阵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结论 | 当前证据 | 判定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源码存在 bridge→compositor→EndFrame 路径 | 源码锚点与调用链 | `REPO FACT` |</a:t>
            </a:r>
          </a:p>
          <a:p xmlns:a="http://schemas.openxmlformats.org/drawingml/2006/main">
            <a:r>
              <a:t>| 当前 arm64/HAP 构建通过 |  | `PENDING` |</a:t>
            </a:r>
          </a:p>
          <a:p xmlns:a="http://schemas.openxmlformats.org/drawingml/2006/main">
            <a:r>
              <a:t>| 真机实际选择 OHOS hardware decoder |  | `PENDING` |</a:t>
            </a:r>
          </a:p>
          <a:p xmlns:a="http://schemas.openxmlformats.org/drawingml/2006/main">
            <a:r>
              <a:t>| 某次运行可见播放与部分交互 | `gpu-validation-video-playback-16s.mp4` | `MEDIA FACT / UNBOUND` |</a:t>
            </a:r>
          </a:p>
          <a:p xmlns:a="http://schemas.openxmlformats.org/drawingml/2006/main">
            <a:r>
              <a:t>| 某次运行出现黑屏 | `gpu-failure-black-screen-13s.mp4` | `MEDIA FACT / UNBOUND` |</a:t>
            </a:r>
          </a:p>
          <a:p xmlns:a="http://schemas.openxmlformats.org/drawingml/2006/main">
            <a:r>
              <a:t>| CPU/FPS 与卡顿改善 |  | `UNKNOWN` |</a:t>
            </a:r>
          </a:p>
          <a:p xmlns:a="http://schemas.openxmlformats.org/drawingml/2006/main">
            <a:r>
              <a:t>| resize/后台/重连长稳 |  | `UNKNOWN`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harmonyos-sdd-workshop-media/gpu-hwdecode-after.mp4 --&gt;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![现有可见播放与交互关键帧](harmonyos-sdd-workshop-media/gpu-validation-video-playback-contact.jpg)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dd46f651b742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936831dc744aa1" /><Relationship Type="http://schemas.openxmlformats.org/officeDocument/2006/relationships/slideLayout" Target="/ppt/slideLayouts/slideLayout1.xml" Id="R4ede0ab4c5484f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de0ab4c5484f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4125a3ea145fb" /><Relationship Type="http://schemas.openxmlformats.org/officeDocument/2006/relationships/image" Target="/ppt/media/image.png" Id="R28e4de8314714e7c" /><Relationship Type="http://schemas.openxmlformats.org/officeDocument/2006/relationships/notesSlide" Target="/ppt/notesSlides/notesSlide1.xml" Id="Re158960acbf944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8a6a76fa3d4d56" /><Relationship Type="http://schemas.openxmlformats.org/officeDocument/2006/relationships/notesSlide" Target="/ppt/notesSlides/notesSlide2.xml" Id="R30e9f77f28fd4c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752cdf4de4f5c" /><Relationship Type="http://schemas.openxmlformats.org/officeDocument/2006/relationships/image" Target="/ppt/media/image2.png" Id="Rde2baced6f0f44cb" /><Relationship Type="http://schemas.openxmlformats.org/officeDocument/2006/relationships/notesSlide" Target="/ppt/notesSlides/notesSlide3.xml" Id="R7fa82f95640c49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ef61fa07a45a8" /><Relationship Type="http://schemas.openxmlformats.org/officeDocument/2006/relationships/notesSlide" Target="/ppt/notesSlides/notesSlide4.xml" Id="R2e101c4651274b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f7db0572ba488c" /><Relationship Type="http://schemas.openxmlformats.org/officeDocument/2006/relationships/notesSlide" Target="/ppt/notesSlides/notesSlide5.xml" Id="Rbdee6bc6767e4b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3809b97f6d4743" /><Relationship Type="http://schemas.openxmlformats.org/officeDocument/2006/relationships/notesSlide" Target="/ppt/notesSlides/notesSlide6.xml" Id="R58f120abe6934f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9eb15a8e9a4098" /><Relationship Type="http://schemas.openxmlformats.org/officeDocument/2006/relationships/notesSlide" Target="/ppt/notesSlides/notesSlide7.xml" Id="R01903f2e8de342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6cfffda244a09" /><Relationship Type="http://schemas.openxmlformats.org/officeDocument/2006/relationships/notesSlide" Target="/ppt/notesSlides/notesSlide8.xml" Id="R24371fb0331c46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d8531e4d542bd" /><Relationship Type="http://schemas.openxmlformats.org/officeDocument/2006/relationships/notesSlide" Target="/ppt/notesSlides/notesSlide9.xml" Id="Rcb95bf8ca1b64c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c8317a6d944ea6" /><Relationship Type="http://schemas.openxmlformats.org/officeDocument/2006/relationships/notesSlide" Target="/ppt/notesSlides/notesSlide10.xml" Id="R2b61e84f23c64fe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ee43161014983" /><Relationship Type="http://schemas.openxmlformats.org/officeDocument/2006/relationships/notesSlide" Target="/ppt/notesSlides/notesSlide11.xml" Id="Rd1ae100731e749b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942a1569940de" /><Relationship Type="http://schemas.openxmlformats.org/officeDocument/2006/relationships/notesSlide" Target="/ppt/notesSlides/notesSlide12.xml" Id="Rf9ffb6b0751c446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d3ecccf294696" /><Relationship Type="http://schemas.openxmlformats.org/officeDocument/2006/relationships/notesSlide" Target="/ppt/notesSlides/notesSlide13.xml" Id="R71290543cf2d4b8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bc874059648ac" /><Relationship Type="http://schemas.openxmlformats.org/officeDocument/2006/relationships/notesSlide" Target="/ppt/notesSlides/notesSlide14.xml" Id="Rc565dad8a57d4a3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188615f58240f1" /><Relationship Type="http://schemas.openxmlformats.org/officeDocument/2006/relationships/notesSlide" Target="/ppt/notesSlides/notesSlide15.xml" Id="R9a2b6d3bd57743d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2f1e06e4641f5" /><Relationship Type="http://schemas.openxmlformats.org/officeDocument/2006/relationships/notesSlide" Target="/ppt/notesSlides/notesSlide16.xml" Id="Rc0408696c57d440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1394ed1b74e54" /><Relationship Type="http://schemas.openxmlformats.org/officeDocument/2006/relationships/notesSlide" Target="/ppt/notesSlides/notesSlide17.xml" Id="Reea7d59a6b5e4a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66f5b585c04336" /><Relationship Type="http://schemas.openxmlformats.org/officeDocument/2006/relationships/notesSlide" Target="/ppt/notesSlides/notesSlide18.xml" Id="R3741a1d6b7654f6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07bb630b443ff" /><Relationship Type="http://schemas.openxmlformats.org/officeDocument/2006/relationships/notesSlide" Target="/ppt/notesSlides/notesSlide19.xml" Id="Rcc02687d41564ad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57581f09c4267" /><Relationship Type="http://schemas.openxmlformats.org/officeDocument/2006/relationships/notesSlide" Target="/ppt/notesSlides/notesSlide20.xml" Id="Re9207eeeeef741c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7430ca9ac74aa0" /><Relationship Type="http://schemas.openxmlformats.org/officeDocument/2006/relationships/notesSlide" Target="/ppt/notesSlides/notesSlide21.xml" Id="Rcdf7687344bd45c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7c67ef3e324b89" /><Relationship Type="http://schemas.openxmlformats.org/officeDocument/2006/relationships/notesSlide" Target="/ppt/notesSlides/notesSlide22.xml" Id="R6bb1ca1901db4d8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6593e0a354d71" /><Relationship Type="http://schemas.openxmlformats.org/officeDocument/2006/relationships/notesSlide" Target="/ppt/notesSlides/notesSlide23.xml" Id="Rc0c3168ec9514ec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f67f306b44f9b" /><Relationship Type="http://schemas.openxmlformats.org/officeDocument/2006/relationships/notesSlide" Target="/ppt/notesSlides/notesSlide24.xml" Id="R80af9e490c9c420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53354a6a2f4446" /><Relationship Type="http://schemas.openxmlformats.org/officeDocument/2006/relationships/image" Target="/ppt/media/image.jpeg" Id="R9aefa3047c2848c8" /><Relationship Type="http://schemas.openxmlformats.org/officeDocument/2006/relationships/notesSlide" Target="/ppt/notesSlides/notesSlide25.xml" Id="R93999125078740f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4fc30ce5734cb2" /><Relationship Type="http://schemas.openxmlformats.org/officeDocument/2006/relationships/image" Target="/ppt/media/image2.jpeg" Id="R71544c918d0a4cc6" /><Relationship Type="http://schemas.openxmlformats.org/officeDocument/2006/relationships/notesSlide" Target="/ppt/notesSlides/notesSlide26.xml" Id="R7dd2a82420534b9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5154af45c3439c" /><Relationship Type="http://schemas.openxmlformats.org/officeDocument/2006/relationships/notesSlide" Target="/ppt/notesSlides/notesSlide27.xml" Id="R7ca03d3f1798464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b74a2457c4125" /><Relationship Type="http://schemas.openxmlformats.org/officeDocument/2006/relationships/image" Target="/ppt/media/image3.jpeg" Id="Rd43211570603414d" /><Relationship Type="http://schemas.openxmlformats.org/officeDocument/2006/relationships/notesSlide" Target="/ppt/notesSlides/notesSlide28.xml" Id="Ra5aad8f21cfc44a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0f7038d8c4cc6" /><Relationship Type="http://schemas.openxmlformats.org/officeDocument/2006/relationships/image" Target="/ppt/media/image3.png" Id="Ra0ecc174822f4244" /><Relationship Type="http://schemas.openxmlformats.org/officeDocument/2006/relationships/notesSlide" Target="/ppt/notesSlides/notesSlide29.xml" Id="R8d8e52b8f146401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68eccdbd24f0b" /><Relationship Type="http://schemas.openxmlformats.org/officeDocument/2006/relationships/image" Target="/ppt/media/image4.png" Id="R89754884f9234a59" /><Relationship Type="http://schemas.openxmlformats.org/officeDocument/2006/relationships/notesSlide" Target="/ppt/notesSlides/notesSlide30.xml" Id="R34bed10074e84e3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d551a5b17e4113" /><Relationship Type="http://schemas.openxmlformats.org/officeDocument/2006/relationships/notesSlide" Target="/ppt/notesSlides/notesSlide31.xml" Id="R083a93b318ce489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ddaec9706487a" /><Relationship Type="http://schemas.openxmlformats.org/officeDocument/2006/relationships/image" Target="/ppt/media/image5.png" Id="Re9af044df13b4b0e" /><Relationship Type="http://schemas.openxmlformats.org/officeDocument/2006/relationships/notesSlide" Target="/ppt/notesSlides/notesSlide32.xml" Id="Rb9289cc128d3458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fd1ccfc7894a85" /><Relationship Type="http://schemas.openxmlformats.org/officeDocument/2006/relationships/image" Target="/ppt/media/image4.jpeg" Id="Rdb62c80a75914168" /><Relationship Type="http://schemas.openxmlformats.org/officeDocument/2006/relationships/notesSlide" Target="/ppt/notesSlides/notesSlide33.xml" Id="Rf23e19efbb2e490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08b9cd4a0d4127" /><Relationship Type="http://schemas.openxmlformats.org/officeDocument/2006/relationships/notesSlide" Target="/ppt/notesSlides/notesSlide34.xml" Id="Ra9b34c77e8b54ce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a17872794e4d82" /><Relationship Type="http://schemas.openxmlformats.org/officeDocument/2006/relationships/image" Target="/ppt/media/image6.png" Id="Ra9bd9cc484584139" /><Relationship Type="http://schemas.openxmlformats.org/officeDocument/2006/relationships/notesSlide" Target="/ppt/notesSlides/notesSlide35.xml" Id="Rbd79b23443a94d4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c1c7d4f9a4160" /><Relationship Type="http://schemas.openxmlformats.org/officeDocument/2006/relationships/notesSlide" Target="/ppt/notesSlides/notesSlide36.xml" Id="Rdda323e5c96843b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1b93c61f64898" /><Relationship Type="http://schemas.openxmlformats.org/officeDocument/2006/relationships/notesSlide" Target="/ppt/notesSlides/notesSlide37.xml" Id="R405e85fb26764d6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68e08bbc74ca9" /><Relationship Type="http://schemas.openxmlformats.org/officeDocument/2006/relationships/image" Target="/ppt/media/image5.jpeg" Id="R871b0e7ac60e42d5" /><Relationship Type="http://schemas.openxmlformats.org/officeDocument/2006/relationships/notesSlide" Target="/ppt/notesSlides/notesSlide38.xml" Id="R932b8ba666a04d2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e391296c84f6c" /><Relationship Type="http://schemas.openxmlformats.org/officeDocument/2006/relationships/image" Target="/ppt/media/image7.png" Id="Rcb40c41ab3314de4" /><Relationship Type="http://schemas.openxmlformats.org/officeDocument/2006/relationships/notesSlide" Target="/ppt/notesSlides/notesSlide39.xml" Id="R2010207a5bd149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2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e4de8314714e7c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24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6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7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8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9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30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0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0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0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24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1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2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3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246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247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2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2baced6f0f44cb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22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29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30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31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E0BD3-2319-4077-BAB2-AB22A53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51B3-91D4-4CE8-8E72-A2CBE51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26465-7450-41B0-973E-2836FD9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202B9-A61C-442A-995A-6EE00C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2F8A4-84E4-4731-9465-AD31257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9DD74-46AC-4C3C-B1A1-67751A9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FC61-FBC7-4DBF-B0CC-3384EDC0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AD43-F792-4264-861D-D1BABE0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43B72-CB56-4C24-AAF8-20B196A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2E1C1-819A-4F72-A775-F28BB25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49059-36FD-4DD9-9EBF-95FF234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053BA-14DD-4FDC-8994-D7A003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9F90-FBA7-48CF-8064-2FD8E16C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EDE25-91CC-420D-A0DE-FD1EBE2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EAB94-221D-48BF-BD7F-DAC80479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3331-572F-4847-95E4-5699D68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500C2-C705-421C-B634-846986D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3EEF4-D977-44E8-AFED-3BD0F5B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DB611-AEED-462C-91FC-D64AABF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633F0-CCC2-4ECB-AF6D-B3387BF8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25E70-765C-4BD3-B05F-CAF93FFA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3D205-07A8-4D5B-B0C1-82D892BD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413DE-1E2B-4950-897A-233139A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A404-5D2B-4C1D-8EF2-620A95BC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CFDB1-D2EC-4168-A821-13236E5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5F52-5AE9-4EB8-AFFD-5B8FF81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8483D-94A0-4996-8476-AABBA81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5A026B-ADA3-4420-914E-2EBEE256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F54D0-1385-45DD-A15C-FBD0551B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9341B-CF10-455D-A5A0-6EE9D01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1E35E-55DE-456F-9FF6-85BA355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EE248-CA64-406E-ACAB-F5B073F1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C5542-F398-498E-8FA9-E0C9A6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F96B2-427B-4C9C-A4A0-38D7CF5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DEE0E-B3A7-45AE-8C8D-0F1F74DC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12F701-B58C-4E69-86EF-EA9D456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F3921-86DE-44C3-8FF8-BAC1239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A5AE86-A488-4957-8EB6-AE93B36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D781E4-7580-4E6D-AA5A-A0C3B96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0B542-5422-42ED-B3CD-19DAF14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4944E-1525-431A-99F2-CC456C53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DC9D52-BBA1-42A8-9594-E6A85A8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585AF-1E08-47FE-9167-DC3C5DA2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9F6CF-450B-411F-BC75-2BC499E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6E21F-392B-420C-86CD-043D9506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BA4FCD-FA6B-48A7-93E5-67F2FA1F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72CF4-90D1-4FF3-956E-142EC849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D5A068-AA97-49C4-ABD4-F289B51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402D4-D75D-4EDC-98C7-8E2F45D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F891B2-41E1-4FAD-B7AA-A7F3DE2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081FF5-27D4-4200-A567-A8D5CB87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2F277-114C-47C6-BD15-296D6A06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D6309-7711-44C7-8338-4B124F8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这不是一段 Prompt：六个阶段各生成一份可复查文档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2389D-DE08-4499-958E-D84E1D1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下一阶段只能引用已经冻结的事实；没有文档出口门，就不允许继续写代码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8245-926F-49F4-BBE9-A0C75CA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14EE2-50C8-4696-B598-3C66292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7C7C-6B5C-453A-B210-D8F55BC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94B64-19B5-4D67-BA95-78C6586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A528-C648-40E8-AEB3-487ECE4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C97B9-860E-46C8-83A1-2E945CB3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生成：来源坐标 / 术语 / 冲突 / 未知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8FEE1-3071-454A-A9B2-0CA8732B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67879-955E-4E91-B70E-00E4398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Gate：关键需求可追到原图、设计、代码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1CCA-B332-40EB-8564-F6590CD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DCDA-84A7-4916-9723-BAF351F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9A576-41B2-4CBA-8950-22A9EC6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4A76A-B8C1-4794-BC5C-E6D4DE8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1FE60-F7BD-40FD-B9F1-03A55F0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95A7F-491B-467D-BF8E-301FE112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4E38C-7892-44A8-92C8-B3F6C4D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Gate：优先级、真相源、失败语义冻结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7E786-5B32-40E9-9E15-A20A3A6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F8E7A-68F2-464B-A73D-502F5B1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CE033-10F8-4651-8208-E89C1F6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631C-F2C1-4183-80E4-D4A1622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877B6-CD9C-4B2D-9EEB-3B9415AB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生成：状态模型 / 服务边界 / 时序 /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1A1C-980A-412E-B4CE-8187E0B9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C24CD-41B9-48F0-8898-609A6D4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不再重新猜系统结构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DEAB0-824A-4479-ADAD-B6E3883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EA07D-44E5-4045-9094-F9C5F9C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E9802-B6B1-4929-B275-5420D97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3D4BB-0099-4523-96FF-1279ED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519A-3C0A-48AE-8140-807B202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生成：8 个 Story / Worker Packet / 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0C6334-F923-4E3C-942F-9E353D4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9FF69-DA1E-446A-8F6C-AC7D5D27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Gate：每个任务可单独制造 RED 和验收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E9130-20EA-4FC7-BFD4-E8110A3C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59CEDE-9F38-46FF-9541-C766192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0C46D2-FF94-47C2-87B0-05630DCD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AB5A3E-5D59-4EA5-BEB4-0D25F99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78674-CB58-42E6-92A5-142A425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生成：15 轮问题 / 假设 / 修正 / oracle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20BEE-A1C6-4CAA-8475-5390B4C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644760-E39C-4523-A573-228C92C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Gate：每个反例固化为新不变量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A16266-06D8-4AAE-83F0-DFA9AE7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B5C585-68B6-4F5B-9166-49E6BF85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32987-232A-476C-89F2-86CD149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C662F-B44B-44DE-A775-EC0D4431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B46A6D-E6DA-4011-A991-C38E796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生成：UT / E2E / 系统回读 / 实物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059B-F9AA-4BD5-AAC1-0A2CAE9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A9EBF0-CC61-4A73-9EEF-6AEA0B0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PARTIAL / FAIL / UNKNOWN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F9C088-F65A-406B-AC3E-CD981921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C8647-D9F3-4313-BC0B-E41B3C2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88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71442-A114-434D-889F-037570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245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→ 02 → 03 → 04 → 05 → 06；所有问题证据汇总到 00，Session 反例汇总到 13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F0ADFA-CCE9-4EB0-BEA2-CF3EA6C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A47E72-2FED-4A66-A64E-2738B03A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DEF042-B797-4FE8-BF7D-C685F95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C7254-362B-4A20-ACED-1C5614E8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90CC-23E2-40B0-950A-32F0842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46627-5C8C-4A72-BDE7-67A0A77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资产同步要少读但读到真源：五轮扫描把需求追到系统调用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947D-35B0-4587-9B6D-4E6F3C6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不是把整个工程塞进上下文，而是每轮只回答一个问题并生成索引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6C06D-7784-4F2C-8675-0EA69C5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E6322-273A-4659-BA1B-3D04AD4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3FC-B4AC-4526-96E3-47EDE3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 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F09A7-1689-4DD2-B4FA-25B3073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PeripheralPage.ets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页面有哪些 Tab、按钮和可见状态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355AA-7B97-4932-BEA3-CC545F0B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E8E19-DCF2-4FF0-8465-F3A8908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A936B-06B0-4227-B6C9-E61B79A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R2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9D9BF-FA54-417B-9F8A-9824900E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PeripheralViewModel.ets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谁协调接口、记录、名单刷新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8F9F-FD05-4146-9401-34EB046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4BB8C-958B-41C3-B966-15716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1543-2D2E-46B8-972F-E45E9D9A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 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01BFC-27D8-41B2-898E-87D0355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全局禁用/恢复如何补偿与重放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8CE3F-27A4-47C0-AA7B-81E9FC15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E744-E64E-4E19-ADC0-5EE67A1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E499-5ADB-49D1-A88C-382F3AE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R4 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3AEEE-D4D2-41D8-8D3B-46F5531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DispatchService.ets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实际按 baseClass 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1E67-C41A-4707-AAD0-155173C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683CA-EBC2-45EB-88E3-3E4A1AE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5507-14B8-4A8B-B72A-1DB88068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R5 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206BE-C5DB-478C-BA63-8652D20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test/peripheral + e2e/cases/peripheral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 oracle 与仍缺真机证据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E2DF6-9DF8-475E-89B5-8EC82560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四条真实数据链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537CB-116D-4655-BD95-3CCB28A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81E4F-59B8-4BDD-BC51-2345C81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275EF-AFF9-4F68-BCBA-7DBC4D9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接口总控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5E4DA-CD41-4F71-89E2-A8ACF8E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337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 → Interface VM → UsbGlobalPolicyService → restrictions usb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1E24-94F5-445F-8BE4-E6861FE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9AE0-EC76-48C3-AD85-DF02710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全局门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4A55A-3126-450A-AAFC-6166A82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4C0CB-1067-4763-8B45-9704C89F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默认规则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AD90D-6381-4CB4-BBC1-4CDEE1A0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→ handleConnect → allow/deny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F60D3A-3373-41FD-A9C1-57D7FD3D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3677C-DAE8-4740-8B37-64869430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861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首次兜底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6BD51-AF45-4FB0-8A6D-06E7D388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E947-B2EA-45BE-B6F1-5E6592B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单设备规则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6EAA38-8285-45DA-9EF6-3992223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386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 → Policy State → Dispatch → baseClass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914EAB-135D-4EBA-AC4E-5385AC8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2291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0559F-823E-4A28-82BC-CB9FE6B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386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显式意图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18CC88-8111-45A7-A7FE-F47F555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1A727-7A10-4BD5-8104-0FCDED7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连接记录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79341-D2E4-4F57-A891-F1B04C5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ATTACHED/DETACHED → Pipeline → Trace RDB → notify → UI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49C3-0025-4018-B21B-5B93677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815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A62203-9F6F-4B38-A885-5A475DF0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7910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事实时间线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53DEF-F5A4-4BB4-8ABB-8190914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4FA895-1B89-40D8-995C-DB7C45F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本阶段生成 5 个文件对象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AE98FD-3F28-4F9C-AF4A-9CF0841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435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scope-map · requirement-card · conflicts · evidence-index · unknowns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E02DF-0A64-4653-BD44-C670C5C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Exit：关键链路都有代码锚点；系统能力不确定项进入最小穿刺，不让 AI 靠猜。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11E29-8863-4CA5-B1B2-8E8848CB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A2363-46D8-4276-99C8-3B41612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5B8559-8473-448D-880B-CA0DDBCE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7B13CDA-F3B7-4FBF-8EE2-29F633D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5C28-4903-45A8-98A2-7601B65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AED9E-F39D-493E-A4DC-03BA81A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BF96A-2527-4F6C-897D-5B3F1F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125F-0EFF-411C-A9CB-57E80EC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209C-FDC6-4929-BD4C-2783D41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2C52-460E-4207-AA6B-526B149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0D994-F056-4D4C-9589-2371EF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E17BC-840B-4837-A034-C03FE0F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9F6A0-D084-4F42-A5AD-80814FD0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63BB-2E53-42E1-90AE-0072785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5EE58-302D-4529-B5D4-3FCE721A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C0B80-05E7-41A3-9210-3C23C29F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4E17C-FA35-49B0-A257-22133C8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A8D18-9E37-48C5-8EDC-517CDBD0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28E0-5847-4906-B6C1-6D47578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9B1F4-C445-489D-B2D0-DE4AF81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15BC3-F4CD-447A-92AC-7A3D0B2B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ABE0-06E9-4ED7-B4C1-33299CF7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3F81F-8745-42B6-B6DC-3337579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B5747-B7F5-4070-A7FA-D33CAB6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5EBF5-46A0-4DED-8376-7B6BDC10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34F1E-0340-4D26-8B70-C2FE3C5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99306-D354-4AF4-9C1B-DE2EF091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FC039-60DE-4B4C-B3F3-680810D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3CCFA-7D1F-4802-9E65-26B6C1D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C7A31-70B0-4557-B44D-AA6D411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672AB-31ED-40B2-89DD-0916D71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41B7A-F423-4B04-A269-5E9C601D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B03D48-E830-4E9C-85E8-9047744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788A1-5456-4BF7-A9F1-1CEC35ED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F9D22-975A-4474-A533-DB067EF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B7536-4D47-40EA-A1DA-1E24CFE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31365C-7377-4BC4-AE85-C37708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A11BB8-6DDC-4891-A2FC-DA837F5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07A56-29AE-4CDA-A477-1034587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47086D-C6A2-4763-892D-C0B7F0F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C19A0-3811-4D36-9B98-EA9A834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D2AA-A94E-4740-9D15-91EDD524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2AF32-610B-434A-98AD-D2D5F80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F581E7-0D07-4781-ABF4-55440EF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07FF50-1084-4EFF-88B7-49AE4CEA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C3CB77-DA90-4DB7-9391-4165EC9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D54C92-B28D-49A1-AB3A-EF9B374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97319C-3B13-4563-BBB7-54972C01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E0EA3D-025F-40BF-BDD6-BE3B300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843FA-F1CA-48F0-8F57-670E2E62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920B3F-944B-4816-A568-743CF35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D71ADC-6A32-4260-8369-71CBCBF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34537-C890-43CD-A55B-46BD234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F5764C-89C2-45E5-9284-2C89CA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74E910-05B0-4371-AD75-DC0E07EA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BE7E27-740C-4CCC-8F60-95F72C67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ECD452-573D-46D2-B061-107CF2D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27DEC0-A647-48D2-B5FA-AA7C44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785D5-7146-4D6A-96B1-12C136BD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68969-3BC3-4280-AE28-F32EC12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5998A-5544-4382-8045-A3A4FD0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F4824-7E84-4AA2-B336-624195FB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方案推导先比较失败模式：为什么不能把所有规则塞进一个 ViewModel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F532-8944-44B8-A6A6-EEE9DDBA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最终选择分层状态 + 编排服务，因为它能表达优先级、补偿和可验证边界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5FCB2-A4D4-4E73-9C53-EB63E347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533C-83DC-46A7-A946-63C941B7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D0384-45BC-498F-9D75-47A023C8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页面直接调 MDM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E34B1-2E15-45E6-AFF5-4F1FCC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状态和副作用耦合；切页后难回放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2E08F-CEDD-45F2-9D58-A02A07E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004E1-3CBA-434B-95B4-2410FDB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252D3-EC49-48D0-8A22-5443572C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3554-99BF-45DB-B4C1-63BC3F39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只存最终 allow/deny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04391-D7D7-48B7-9BDF-187C12E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丢失 desired/active/present，无法恢复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396C-5E67-402A-9D1B-11F901D4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491A0-9D15-4A87-9F21-F51E056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BED71-CFFD-41ED-8169-94AA0B31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6AD18-31A5-49F9-9B9B-6E0435B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默认策略覆盖一切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F533-4132-42BA-B6C6-36704B3B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显式设备规则失效；历史配置漂移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59A88-2538-4AED-ABDB-B7F402E5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451C-F5DE-4D44-BF94-D75C361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0CD96-055B-405F-9797-74E95A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E7354-061C-481D-85FC-49FA2B2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状态服务 + 全局编排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77E9A-02C8-48C9-B18B-98BF68C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可分层、可补偿、可独立测试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5C28-6195-437A-A855-AAD9336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AAAE9-049D-4569-906C-3F1B085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4D520-FC44-465A-AAC6-AC835B7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决策后的判定函数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D5F47-4303-4C72-B138-3A21EFF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4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2020-0F05-4FFD-9723-E0DF2A7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6007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98A8F-B42C-4676-9607-1584AAD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ADR-PER-USB-001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AF342-6A64-4038-BBA1-46E386EA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E470-D4DD-4A83-86B2-8D2C334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334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96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(globalUsbDisabled) return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explicit = policyState.find(fingerprint)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(explicit) return explicit.desiredPolicy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defaultUsbPolicy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parallel override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(device.isStorage &amp;&amp; storagePolicy ===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DENY_STORAGE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activePolicy is execution fact,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desiredPolicy is long-lived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400FB1-2151-432D-B07F-C4AA696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51244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CF799F-16F3-4A0A-8111-232030F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四个设计决策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2A328-E06D-4BE7-90D5-C7F5C94B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9309D0-0BAB-4B2F-BE0A-E922534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43111A-4C38-491A-B78D-26E65C12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004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真相源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12D1D-015B-482D-A61A-303A376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intent 在 Policy State；执行结果看 EDM/readback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035A7-E709-420E-A791-CF03C27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87BC5-3FB2-4532-8F79-964FEC81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76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E192BF-45C4-48C6-A713-78078A05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编排总控；State Service 管设备意图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F2DC4-1D08-4845-B047-0C9A5528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03FEB1-1314-46CB-A2B3-635E38A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148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失败语义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4435F6-9BDE-4B64-A5BE-03057312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24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/ 部分生效 / 失败 / 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BAE095-FC86-4F23-B035-9A3C37C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5C728D-1566-4D4B-A6C5-3F7DE98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C6C242-CC5C-4EE8-B897-DAFC1AB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系统粒度不足时升级产品口径，不继续猜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5AD1F-70B0-45D4-949A-344F8A31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186-304A-4DCB-8295-3A23E9F7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1CA95-63F5-4273-83D4-E8BB9F1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F2FAB-C02E-413E-991B-2B54AD3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CDC24-2572-4F59-B309-9F294DC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47F3E-6906-4736-98D6-5370B1F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D7C63-F906-47D6-9585-208D2A5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95E3D-7F71-4C37-8EA1-C4814D5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F76E-2EDC-46CE-A68A-805CFB1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3B45-C569-4C89-A72D-FB39438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BCBED-3140-4E1F-82E7-545F333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899F2-5796-41F2-B958-107071D6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F835E-DFAB-4AF7-AED3-1A4D622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656F9-F573-47BC-BD36-BB065A9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2B60B-677D-43D3-9A86-0376FC6F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5974E-7999-47EE-82BB-42004E6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CA2A-0649-49AA-8252-B81D2B9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E033E-0CEC-40E4-8C05-BC4E16F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7682D-4361-487F-9C8B-9F89E2A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E15C8-5738-4C7D-8A3C-32F8754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CDAE5-9865-41EB-AB41-4941EACA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A648-7712-4CC9-8D2E-1F2B7F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57A23-713A-47C4-B6DA-DB45CB0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B34DA-93AB-4BDB-BE20-F06D456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D868F-04E0-4F82-8FBE-2A62063B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91342-501B-449C-9311-90C94CC7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E980D-9913-47F6-A77F-F5E685D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14371-CC8E-45DC-94CB-D92B99C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31448-0A0B-4929-B6E3-91CFA44C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F4DE8B-2091-4028-9CE4-5F966FC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2A635-7F12-4155-8577-69753A27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E9D4A-A077-4F9F-BD9F-E85E91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D3D5D-E867-4D33-AEE3-7D103EF2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48029-24CB-4C03-B78C-8991CB2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88CAE-81CB-4974-8033-DDB582C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B771C-6FF4-435C-B074-FB5B432C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AA2C54-A5D6-4E3D-94A4-1BF0EA21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36540-78A7-4E2B-A3EB-49AF789F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00F09-1ED4-43F2-B2FB-67E7F2E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123808-7FEF-4AA1-A2C6-0B6F6720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43B188-1D22-4DE4-9EDD-FFAEB92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6C94A-F080-4979-B4AF-0CB9452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E498A7-55EF-4A41-800A-C5B8653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53816-A06D-4431-B0CF-AD1BE22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32F60-6459-426C-8464-17668D7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FEBD2-D76F-4FF1-8B9A-6CB49E6E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4F76-C32F-4466-AB03-BC67E42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81AB-86E5-4C0F-8990-9E416BD7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B4008-C2F8-4402-9B32-16430C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9AFA0-3DF3-4207-9003-FD484CE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8AB25-5624-4A71-8965-3A22C63B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64D8-259D-4E86-89F8-84233F4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0EA8B-6093-4B0B-821C-F91961B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48E2-82D5-4859-9B0D-B7E06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51D2-3D6B-458F-85D6-CD3B280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E511C-C513-480C-8698-956FAF15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5CB55-2F1F-4842-B8D6-EC06BFF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E820E-012F-44B7-A6CA-CCC3C35F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894A1-A1D1-4841-922B-2FBA9ECF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FC6F-093B-4101-BA69-65B8BE8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D8C63-A533-4418-9A8C-006FDA5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7BE-0855-4A76-8D61-12E3D85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2D6A-D7A0-4438-9106-0B5AF52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70BF6-9C10-4E3D-AC67-3C9BACA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CA3-F5C1-44B7-80BB-E55863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5A774-5A3F-41D8-ABEE-2AFE8E14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745F9-1437-4F29-8728-FFA5071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129DF-6492-47CD-97A1-192A13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72F9F-8D46-42E4-8A3F-EAAD7A2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3A08-5608-4A02-AEE2-47683F1F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655F2D-3A86-4C42-B881-9C25730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30C62-9423-44E1-9390-6CCA57B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24D26-4E50-4A43-9393-997C62B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588A-85B5-43E0-AB96-708BD69A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4E66D2-8743-497A-B87B-E702F1D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4C6EB1-ED00-4B98-ABAD-3F94EA5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A094E-EA53-483F-8384-0769594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596C3-EBB3-44CE-BED4-3A67565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CB15A-AD7A-462C-A84E-7EFB98B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EC0EBA-C010-4FA4-B5AC-414E376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003745-D833-4E0B-807E-FD14902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4F6795-3F53-4857-8E5B-B114494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5CF58-82BC-443B-8BB5-173511D8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9D096-7348-446F-913E-156A90D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5431-7FAE-4371-A565-F6E7708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268D8-8AE2-446A-A6F2-0AF364E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BFA6EB-5298-4E96-AD1A-207EBF3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C4BBE-C5D5-4B46-8461-B2BD6109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6C79D-ADB3-4531-A039-889C67F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DE4A183-F4CD-4318-99C2-96DDC342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5A8CB-F5B4-4594-959F-173F1EA7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5FA38-CD8E-4F51-9A90-0A724D68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整体框架必须落到真实类：UI、编排、状态、系统和证据各有所有者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A2BDC5-744B-4977-84B1-834DF4F5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一个大 ViewModel 无法同时正确处理事务补偿、系统粒度和跨 Tab 刷新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C542A-F719-4CD8-A4BB-9AB1E4EA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7C9B1-5404-479C-8902-6F892421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5174F-F7AA-46E4-B5D9-03B70369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A4773B-6E6B-4B03-BECC-14168688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6278AE-7AE9-43C7-9F1E-1EE7B2A3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D7D06-5CBB-4881-BED5-66914941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PeripheralPage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05374-6C83-4816-8CFF-1DB51C1A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A2DE3E-6E6C-4950-9A4A-7D7FEAAB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F39D23-0F33-443A-87B0-70736947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InterfaceControlTab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E3013B-679F-4B92-B570-1081BE74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EC0D2D-6250-42C4-9AB4-AE7B59B1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4495AD-943C-4670-94A8-EEAC97DE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DevicePolicyTab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F64CEE-1421-4993-9E0B-D4D82C7E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F79AB1-7A65-488C-A9E3-6C2DAA08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8F6DB7-8956-454E-8983-2517BE93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FA3047-892C-426F-89DA-C33D990A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69646B-4CC1-479E-9517-4BD58BA8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Coordinator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704CFA-E373-4B6C-94F3-09098123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3E977D-13EC-405F-B8C5-2CFE088A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PeripheralViewModel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0A2BB0-679C-4883-83EE-8F0D7866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C5DEDD-A8DB-4AE2-B5DC-0F63614B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F1029D-B2E0-4456-AFA7-928DC1C0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InterfaceControlVM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1E32C3-911C-432B-8897-ECB45483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60726E-1915-483D-8AD2-5470E6DD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2704AF-5A00-49F5-85CF-4BFC9D72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DevicePolicyVM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AD99CD-4EB4-422E-822F-0E434C30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7FBD92-C1CD-4F2A-AF5B-79FED2D2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87AA1C-E3ED-4A3B-BF87-25D996B8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0A7BDD-0E25-4F1A-879E-695249C4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72420F-A177-4DB1-A94F-75933FEE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Domain Services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AA8A9B-DD19-472C-980A-0D49367B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651534-DCDE-4969-81A2-8A117BE7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10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A6730C-0047-4A9F-9686-F63DB9A1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600ADC-D169-4C14-BD30-D915E1F4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7D09FD-72FA-4E56-858E-E2A834E8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UsbPolicyStateService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F7BBD9-53B9-406A-BE14-7F3B3E5C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D34E86-FD9B-4D0D-8FDB-3FDD9F6F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08CD28-9671-45FF-90E3-CB2442E8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TraceMaintenance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B821B7-20BC-4327-ACEC-04A43EA1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E08EB4-3219-4C5C-9D32-4B4901E0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103AFA-04C4-4773-956E-CA36F8CC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3409F4-7F81-4373-A595-0340A3DE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49431AA-7A3C-4ABD-9B6C-8AD2DDDE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Adapters / Repos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CFBCB3-A92E-444B-99DD-ADB16085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C0514CF-D571-420F-AC16-D6E23B9B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DispatchService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CFF888A-2006-4DCA-BB58-DF6D15AC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A490DF0-9CDD-46A9-83B8-C547566E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D04B0FD-009A-461F-940A-5E866DD8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PolicyStateRepository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4B2256-A217-4323-8280-5EC83707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D662849-4210-43D9-8932-06A2DA9F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3F46FE-514D-473B-BB61-96CE4045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TraceEntryRepository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B8A1646-A7EA-45F5-A5FB-1413185C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1FB68FF-9CD3-4D06-82C8-D758D0EA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EA4A0EB-4B8E-43D1-AB1E-6A796410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730861A-BC74-41B3-AF53-1A618FAB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DB2C144-20CE-4429-B186-39568BA2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 / Evidence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3FC59B3-1046-4C04-826A-7FDFCA69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C14E151-F88A-4999-A261-EFAEA5A6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restrictions usb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F0882EE-F332-4186-A3C7-BDA23C7D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9844E9F-9B4D-4C1B-A1DF-1F38275A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818D728-9052-499D-814D-5CFE708A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USB policy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4BC504B-AA28-4A2A-8E7F-F6EDE3C5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D76B666-A5D9-4EAA-A018-77A76CD3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4393E84-5A63-4954-AF56-900A7C11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RDB + hilog + E2E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77D87F4-8008-4828-833F-4D1D9EFE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EE9FAB2-997F-437B-AC7F-96D2E6B8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769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92F9FD3-F47C-4F29-A29F-A81F3E9A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816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事件链：UsbRuntimeProducer → ConnectionRecordPipeline → TraceMaintenance → Repository.notifyChanged → PeripheralViewModel.refreshTraceDrivenData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32438F5-4EAB-47C5-B710-E6AD5855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真实映射：03-外设管理MVVM与策略RFC.md#运行时框架；08-代码级调用链与课堂穿刺.md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B5CE360-654A-49C1-99E6-D38A746B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0A566D3-44D6-4207-AD1D-F35C6022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53D893-3DFA-424F-994C-19F5DC8E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620-B9F5-480E-A6EC-111ED96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82737-CD1B-48F4-9788-8008D10E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9E9A6-1386-4104-9AC2-AAA08BC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1467-D9F7-4025-A84B-11DFC40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DD1D0-C069-4E7B-A8A7-206FAA60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3844-AB57-49EA-9591-75E76D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DB31D-9818-43B3-89C2-F712AA2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D0CA-0B80-4919-B127-585BDDA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E3E2E-3201-4135-A850-E0E33F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E458B-6DB3-48A5-8BBF-A827F78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FDF18-9736-41A7-980B-E06AA414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7F2A-C65F-4DC0-B32D-4C12D6A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03450-8285-45D0-90DE-4EFA4A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92F97-0E71-435C-9529-EA73B5D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322D8-8592-49A3-80F7-9C057DC1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239C3-3DA7-443A-847D-C3A8C83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BF56-F526-4F6D-96B7-10175AA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A0FCE-3087-44EC-9CBC-3960F348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5A6E3-AEB9-4D2C-B97F-21BF4BB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C591-3925-4F6A-94ED-AD2F8F2C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2599B-6DDA-43B8-9709-31D3464B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7F6B4-FDBF-473F-A9BD-334C7D2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05D477-6943-4C64-81F2-1970D8E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E6A7F-6E6E-40F0-A930-D6CFD7C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D96AEC-0295-47BC-995D-7795E21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93FCA-25A0-4D5F-97F1-284D4F4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A39DB-10D5-402D-9FA1-AF47BCF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98517-8012-4E66-82E1-4F7C12F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A9134-7688-400D-B73D-01046E8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08C03-A8FA-4A84-93CC-B2DF3C97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93501-69D1-47AD-8B5C-E53AC95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C1E12-3E15-4FFA-A606-DB3D501C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BADDC-2C6F-4299-919D-F521104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1B16E-2AA3-4B52-B40B-B2D3CFF1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E94B-D9B2-43F1-A009-FBE86C41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9C78F1-D408-4987-98DF-32C3631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0E44A2-31A3-4BD7-8CA3-89B2453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AE6D88-7280-4F8E-A5F6-7D9F591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9A5FD8-0CC0-464A-8B86-F2048B4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34150-B775-4263-B9FE-6007970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25CE88-7CC1-4BF4-90DC-5343BAE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2A8C5-A365-4E13-A601-DBDC92B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7921BA-6CEB-4576-AED9-039AA76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5EA03D-4A20-4F43-B5AE-EF1098B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61784C-6495-4A54-A936-5E5572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E31E4-C6D5-4293-95CD-7A38441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711F46-0452-4927-8CF9-011A39B7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DC8CFF-2F31-4A1C-A88B-635EAAA2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4A59AD-DFE8-4CA1-8214-7E5271C2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F1713-3707-4951-A1D7-FD8D32D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4AAE-16D4-4944-A763-DB4E10F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40A56-24B8-4470-B4B7-0A5446AA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全局禁用/恢复是一笔事务：先挂起设备规则，失败时补偿，恢复后重放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CDA28-5329-44D7-B981-B0017D0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只调用一次 restrictions.setDisallowedPolicy，会破坏已有显式 deny 的真实执行态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248B4-66D7-4997-BF38-7ABC373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F131B-720A-4B40-A4A6-6665361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禁用 USB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291A6-A41A-47F4-8CCB-49029D53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6CC8-18D2-426A-827B-DE8CA69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7363F-E012-4BB0-AE04-F8B1DF2A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1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41EF3-3689-4C9A-9467-4A0402E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present + active deny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0CC1-5E42-478E-9B73-9C8D186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140CF-A270-44C6-891B-16025B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BD3E-18B5-4259-9838-E26FE6F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Suspend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EBE42-B334-412E-8684-E15E77BC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remove 类型级 deny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2E4EB-F329-4224-A277-E241F1C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7A2DF-9890-429C-9A08-E3C0719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8A11A-3178-4441-8AA3-F1E3AEE8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3 Global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26884-9590-4E8C-AB75-2731FC65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disabled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744C4-FA42-4C33-A7D1-1510D1D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E3B1-D15D-4D4F-989F-37B5E0CE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DB78E-979B-4B6F-BD7E-A4FA367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4 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EB5AC-2F73-439E-A5A0-14206F4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 保留，active → none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28191-4650-4C7E-873E-EFC3622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0572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DE87D-62FB-4CE5-A9C9-6F43279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26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任一步失败：compensateSuspendedPolicies() 把已移除的 deny 重新下发；不能留下半禁用状态。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8B9E-9819-434B-B863-7355BC2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恢复 USB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7BB45-A775-4BA5-B7DF-8C1D49A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C854B-0747-4DB5-A9D3-707E3F3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68754E-232D-4A97-BE22-3F7541F6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Global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4FD3-E1C3-43BD-8E83-24DD4996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enabled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33069-6772-485C-860D-0F21B5E3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E7BB90-3F33-4C1A-8CB2-566C360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A3773E-B228-4142-86D6-FD429005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Re-enumerate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959C5-1808-428E-B4C8-DF794D0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有界重试读取在线 USB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F095C-FFC0-46F8-B318-540F755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448E4-9729-462E-BB0A-80EB5BF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8DFCD-13B0-47F5-BF68-390712C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Replay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BEF76-CAB7-43F1-AB4B-3FC81BE1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&amp;&amp; desired=deny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6EAEA-35FA-4455-8D63-98BA68B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17AA0-1907-477F-A48F-62D89F9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ECC40-FE7E-429B-A3CA-82866F3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BFF8F-261A-4E97-A8F5-2C9B955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+ 部分重放告警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2C9AB-A645-40AA-ABAE-E5CB0C6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5905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E0F66-953E-449F-A4BF-CA23905C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UsbGlobalPolicyService.setDisabled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44AB1-8E6B-4F26-B2FC-17A0A93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BAB170-D4DF-4932-B612-8C293838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563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disable: suspend → global set → compensate on failure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enable: global set → restorePresentDeniedPolicies()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partial restore: warn + keep retry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45FB9E-B0EF-437A-A220-080B35B6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4386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8E250D-14A0-440A-A0DC-C1525F5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48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C419E9-D66F-4385-9279-8E25B620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77BC0D-9BE1-4FFF-969A-26F72AF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91150"/>
            <a:ext cx="415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验证调用顺序和补偿；真机还要看 restrictions 回读、EDM 类型规则、同类设备和实际可用性。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D44F17-0F3A-45B7-A401-07D6DB25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723848-D5D7-4205-AEEB-83A38903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44FACE-05E6-4B26-94EF-F1DA5026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FE401D-1D7B-4F0E-890B-1A630B1D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C7DA67-2E78-4B96-9DF7-7E610091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0494A9-68FF-479E-80BC-834E47A9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不按页面拆，而按“可独立证明的能力”拆成八块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901B5-14BD-4EE7-B5C9-5416720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 Story 都绑定真实文件、RED、独立 oracle 和 Done 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BF148-3791-4A24-9EBF-30460508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B5816C-4E01-4439-B5BD-64AF15C5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A1C19-FF85-4E6A-BF86-1EB14949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77D60-49B6-4898-87BF-56F0FE8B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DC468-BFDB-452B-8E3D-FA470C85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IdentityResolver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87F8EA-A770-498D-BE64-F2A8C88E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Oracle：同设备稳定 fingerprint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ED5E91-6ED0-4BA6-B018-27C3C1B8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74FBC-9EB3-40C7-8E4E-8C39005B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664427-0700-486F-907D-5A9B1751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状态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93847E-D0F0-4865-ACC5-2A28105E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PolicyStateRepository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580850-6C3C-46FB-9E29-CE124DE2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Oracle：desired/active/present 持久化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5896A-6FBE-4DA0-982C-ACC7AE5E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C62CF2-0C5D-419D-9FB6-63521B9B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54279-4AD1-4E9C-92DA-04C53C80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默认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F1733A-B44F-4C4F-94D3-F1E1C574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handleConnect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125A1D-9CD8-4C36-A301-332D359F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Oracle：新设备 allow/deny 首次判定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E9B9E-3318-45E3-A936-B3B47ED9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92E060-F55B-44A3-9AB4-4932AD54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F1F2E0-DE70-4941-AC9B-2336C844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显式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E490A2-3E59-4B09-B828-62394E7A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DispatchService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730620-742E-4999-9AD3-1421B6C3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Oracle：设备规则与 baseClass 影响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1AA9D3-E5DA-45F6-8FCF-D0C734A2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86DA35-9098-409B-8019-011C9341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89CEDB-0D5A-4B46-B546-DD3684A8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388E4E-2A58-404E-A938-960267E0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UsbGlobalPolicyService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E8CBE2-145B-4F76-AD61-D340F78B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Oracle：挂起/补偿/重放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635884-0C19-4FB4-8F56-401FCAED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AC28D3-D773-4C84-89ED-E49FDCF9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C24D4D-7D37-4F6D-9C3D-0A589B27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S6 还原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7F1F68-DDD8-4690-B5C4-863DE9E2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clearAllPolicies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EA17CF-B87C-49CD-ABFE-71436E56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Oracle：EDM 清理 + 本地 allow/none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533C45-3B02-4316-A37E-26278512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09C4D3-9015-4A13-B8D3-6A19C173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E50C6A-8B6D-427F-932A-99576116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S7 Trace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27CA3C-B66E-4A2C-8F56-9690749A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TraceMaintenance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6D0746-65A7-4696-8670-46FE9975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Oracle：写库后立即发布事实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3D0796-841C-485A-BC29-2BF61738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910D00-FD12-442C-BED1-E8F32DC8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806932-375F-485C-945B-F9217F2B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S8 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48DEFB-F1B0-4AB5-85CD-6533DC27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E2E + Runbook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9E6948-4E2D-4B10-8DEE-B935278C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Oracle：四层证据与清理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9D1C716-D68C-4219-8955-328C3D34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0"/>
            <a:ext cx="11277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69B6C2-02FB-495E-9BFA-64BB9487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76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依赖顺序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45DB84-8B87-46B6-8BF2-A6AD01D3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3875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S1 → S2 → S3/S4 → S5/S6 → S7 → S8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D66F70-60CB-49A1-9B57-96C5C69D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77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拆分标准：换一个 Session，仍能只读一个 Packet 就开始；失败时能判断是实现错、系统限制还是证据不足。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96B84B3-DDA1-4A4B-8631-49A7AB71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真实产物：case-materials/mdm/04-Feature与Story拆解.md；UT：entry/src/test/peripheral/*.test.ets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FD6E3A8-5D17-4D7D-9025-69C75F78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5703EC-661E-4193-9AD1-9E1B8CA3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1A5FE0-343F-4F15-BBDB-15A6FF56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68BE45-F3F0-4CD3-BBD8-BF9EF57A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6D90D-8BC9-47E2-B4D9-FC3B9C3A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 让新 Session 不靠聊天记忆：范围、反例和停止条件都写进任务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03274-EE1E-455B-9753-F51536BC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示例：S5 全局 USB 与单设备 deny 协同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10CA26-9979-4B09-AFB7-682CB8EF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7ABAF8-E85B-4093-BA46-8BE7C4C2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724650" cy="46863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F9EEEC-1A83-4F66-B484-6793C24B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457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→ S5 Worker Packet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FD0FE-7438-448B-B4EE-7515F458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499E0-9DEB-4B5B-BC3E-D77898A9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457950" cy="413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story_id: PER-USB-S5-GLOBAL-TRANSACTION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goal: 全局禁用前挂起 active deny，失败补偿；恢复后重放在线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inputs: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- 03-外设管理MVVM与策略RFC.md#全局事务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R7 失败证据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allowed_paths: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usb-global-policy-service.test.ets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forbidden: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修改默认名单语义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suspend second fails → first must be denied again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acceptance: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 fail: all suspended policies compensated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 success: desired unchanged, active=none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enable: replay only present &amp;&amp;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need_to_change_forbidden_path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platform granularity requires product decision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3754AB-E4AF-438C-8293-FF067CC6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4097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Reviewer 只问四件事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FF757-0DF9-46FB-85FF-A1D9B740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6764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BE36CD-6989-4EB6-9B90-126F38A3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0975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AE6C3F-A925-41C6-93B2-7EBFF787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240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508E58-A564-472F-B1CA-671F0FF7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9335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范围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E5FB6-DC4B-419D-A367-DF55B0E0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2669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Diff 是否只落在 allowed paths？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6B5D38-3D49-4BA2-9801-52CA26AF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1940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C29C6E-AE7A-448E-B5D5-5CD5919B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33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E97CD7-32D5-4457-93E9-078E02D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43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反例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067283-2AD8-4672-BFF0-3F7264BB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2766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旧实现是否在同一 RED 上失败？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CA41A7-E65A-4889-8E5E-B52E8565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2905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67D0CD-9761-4033-B52E-6A6B6B98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433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DC8DEF-434C-4449-AF6C-5C81EBAF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9528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 Oracle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8D8530-F558-4368-B66C-7FD887A7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2862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补偿顺序、状态和告警是否独立可读？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3BB7EA-3F6A-48E1-A2FE-CF15B912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83870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AD02E5-D0AB-4C82-941D-E9AFAC86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53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A766A0-BD13-4FAC-9434-F6EEA140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62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停止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066825-CDB8-4F90-B733-590FAD76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2959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需要越界或系统证据不可得时是否主动升级？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974619-E4AF-49C1-91C0-9F8FE686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真实模板：case-materials/mdm/04-Feature与Story拆解.md#Worker-Packet；代码：UsbGlobalPolicyService.ets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A8C4BC-1E2D-49B9-BC37-05E337A0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D49278-47C8-48D6-98EC-15CC59B2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2C2C06-6E14-4AF7-8962-7BAFB73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AEC8-45C4-4CFD-AD2E-9E7DB22A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FBE1F-99D8-4DFB-9EA1-85A74521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一轮只收敛一个未知：失败必须变成证据、规则和下一轮入口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40EBE-B707-46CE-8404-03E46CD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循环不是“继续改”，而是 READ → RED → 最小修改 → 独立验证 → 写回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52A6-4121-4099-B6F9-474174C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AD7A6-25EE-4ADB-80EE-97342839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0287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45D3C-2AB4-4F9A-B4F1-9CAC82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1144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B24A6-C2E6-4CA7-B1A0-65191373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3716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+ Story +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94F79-02EF-4E8C-80E8-58DC2EF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9C3E-B930-40F0-84B6-C75CDD25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053A5-70A4-4DA0-ABC0-788D8EB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写一个可证伪假设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3A403-B9AC-4604-863C-9A172DA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D8C8F-CA8A-4A32-BBFA-F56A295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3E7D-F139-430D-88EF-66DF657D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用独立 oracle 制造失败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4A7B-0D11-4354-A5BB-E290F7E8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FCEE-5B98-4BA5-9A5E-6388436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MIN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0A833-3FE6-49C9-BE02-D494A6D2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911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 allowed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83A55-9D5A-43E6-84CC-0B549CE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9D4CC-CC0F-401F-94C0-E04E67F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E3AA8-AF10-45D1-8E57-5D46554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→ E2E → readback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327D-8F02-4A48-A1A2-E6188D8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BF97-B7C8-407A-A594-E190687B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13C50-0069-496A-8F0A-4D772E4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 / 证据 / 下一轮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06F01-B8BF-41A5-B7FC-B45DC70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24790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AC8DD-E028-4526-8084-577AFBB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一个未知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Oracle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Stop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68DF6-422D-4DC0-B4D9-99145FD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31148-1C20-4BFE-98EC-37DC189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DEBDB-3F4C-4595-BCFE-362DD62B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0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B41F-C4BC-4279-8E53-5D0A98B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336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出现新反例；当前失败仍在范围；下一步能推翻假设。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61CEB-E036-4F95-9095-52651B7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2EDD17-42FE-4DC9-84C0-D04B35E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A32022-8BE5-40F7-A57E-DA93253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09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E82A30-7AE4-4164-BF7D-3D598E8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543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已满足；同一失败无新证据；需要越界。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C2A94-DA77-4889-8887-4AD9658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066D89-AF5C-4314-894F-60B0947C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76D231-960B-4596-A846-FE1512A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40DCF-0C60-435E-A847-10584F4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530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需要真机、系统 readback 或产品口径；标 UNKNOWN/PENDING。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FB058-46F9-43C2-8FAE-F884618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7429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5CAD0-840A-4788-9E0F-B375208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716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5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progress.md：round · hypothesis · action · command · result · evidence · gaps · next · stop_reason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4E5A9-6671-482E-B779-405D45A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A4F435-621B-4594-AC16-152514F2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48EC33-BA76-4433-B345-8DDEBA9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6D1A86-9EEC-4FA1-BFD5-1ABBF0AB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EBF3D3-6E55-4AFC-AB76-19779415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44FB1-A300-462C-9B36-E16DAA48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十五轮真实收敛不是提交清单：五个转折把错误固化成工程不变量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4FCF4-8BCA-49DF-BEA4-22034220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每个转折都保留症状、根因、新规则和下一轮 oracle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DFEA4-3059-4F69-99A4-F5E0D8FC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0865B4-F50E-46D5-929E-63121541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7047B6-60E9-45D9-B089-32063E18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01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DAFA9-02E7-4F60-A830-7F498641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3620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95D38C-4FAB-4AF4-801A-15060C4A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4668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接口总控被当默认策略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10324E-E825-47B4-A0BF-A0EA04A3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4668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新不变量：全局与默认分离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376ECD-D608-4B66-BFF9-4D91114A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7621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Oracle：restrictions 回读 + 首插策略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0615FF-0D4A-4E75-A512-4EBB867E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3756F-3EA9-4899-83DF-404ACBF9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145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R3–R6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AAB482-9EB2-4BB9-BC3A-E161B2DA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2764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E55E66-5A8D-4DEA-AF6B-2E038112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812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Trace/还原/执行态混淆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51A259-3493-4C57-8D3F-F07AD873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812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新不变量：Trace ≠ Policy；desired ≠ active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BA863-F814-4C65-878A-B903C388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765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Oracle：清 Trace 后规则仍在；还原清 EDM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2D6B7F-9628-4750-B92E-222FBBF2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EC322A-54E0-4DCD-8FA0-C2301243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R7–R10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1AE67F-D692-44C2-9FDB-1F022C7E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1908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3C9C60-C2D6-4977-AF59-7C9973E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956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全局协同与 allow 漏记录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DAABB8-7F28-4631-820E-071D2F15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956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新不变量：补偿/重放；allow 也保存状态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81386A-1A0F-47E3-BB43-6A69DEA0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909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Oracle：事务 UT + 白名单卡片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F6A06D-1191-428A-ACA1-124A27C1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A8133A-A52E-4F63-AF08-EB364EE5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433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R11–R12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110ED2-1CE3-4D71-AC02-5351D12A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052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222CF9-CAF1-46EC-8B89-D27C77A4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100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9200007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A76CF7-71B4-4674-B6F7-854174E2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2100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新不变量：残留先清；引入 PARTIAL_APPLIED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626B66-8BB1-4E60-A044-667CF150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053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Oracle：系统列表 + getter + 挂载 + 重插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F15735-455F-42F5-8235-F57F127D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482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829BF2-B3B1-49B6-89EF-7C36944C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577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R13–R15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EB124F-F983-41D0-8C34-86BEE8B1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0196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ABEFB4-A28D-4821-8558-B3E569FC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244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不刷新 / present / baseClass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FD0711-1ADE-409F-A64A-DFB08359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1244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新不变量：事实立即发布；启动对账；双设备反例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9BB8A3-C89D-4385-BBA4-48B07F82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97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Oracle：时间线 + getDevices + 同类第二台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AF05BD-A62B-4CEB-8CDC-A4585342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109156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A71D5D-6D00-4F7D-8B85-F9D0E3C1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10275"/>
            <a:ext cx="10648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判断 AI 是否真的进步：下一轮是否比上一轮多了一条可执行约束，而不是只多了一段解释。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86F6BA-031D-4384-98CC-49760679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 15 轮：case-materials/mdm/05-Ralph迭代运行账.md；真实线程索引：13-本地Session真实问题证据卡.md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ECB0E0-A396-427E-B2E5-D9948A59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B38FB1-21C8-48E3-8A26-423CA8A2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GIT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997A78-1447-4717-9DF6-A3C57CD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09171-5B64-4F68-92A1-9B17DC3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8BD92-69C4-45D3-97CB-7EE5684A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E41CE-FFFC-4457-A779-FA0D063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41017-C936-4649-9298-1BC73B9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FC76F-33A9-43AB-99A7-F49DD68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565A8-E7EF-4A24-802D-CD1DDF1E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31E8A-CAF5-4C84-909C-8CE0EC1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CF910-1DF3-420A-B1C3-52AB829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51985-B19F-41C6-AE6B-E66CBA2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DB46E-9107-44DA-BD70-09FB549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4DB04-9CFD-4303-9F1B-940E794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EDF0-6E7D-46B4-9956-C4987BC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F6ED-B0FA-4FCB-B38D-84BD8CF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09C5-1373-47A4-896E-8F06DD6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F7017-AA25-4885-B69D-99E22620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09A0-6198-4383-BCEB-4889B4A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A2C12-BBA8-4976-A4DC-2D63E76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005BE-36FD-446B-A1DF-F4F19042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72C9-2681-46DC-898A-EB25AAE1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2EF52-2C3E-49F9-8072-AAB1437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DE4A4-7AD1-4F95-8907-C2675B7D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604A1-E3B2-4476-B4F4-560A36C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C2202-3972-4D27-9447-82839B4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2D6F6-216B-4D3E-A340-B9CE8D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E4C25-05BB-4A24-8872-4805994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8DEFA-EF24-40A9-98CD-99536F02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5AAA5-426D-453A-BE1B-9B45287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978E2F-1992-469F-8C0B-DBF7382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D5E5EA-6476-4C05-9DA1-F4C103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F4D14-7059-4F93-9C5C-3A4ABED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409C4-E87F-4DF6-895A-A24215C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F30DD-E26E-48EB-8FFD-59604D7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D6BC7-A115-4146-9095-40926296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CE7529-3D6B-43C9-B5BC-BA1E6D6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D31344-9CC6-49C8-A854-C963D27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66C69-5DDF-45B0-B7D6-E29A44B3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87FDE-09D6-4A92-901B-95B3BB3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415DB-46F4-4021-8426-7E21FE8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EB0E6-C282-4EB1-B7FB-30834C41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872F45-41D3-4A7C-BC28-BB51502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B383D-82A0-4631-9962-88AAD0CB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9B15D-CEA1-4E5F-8CF2-DC1BC04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915FB6-0B16-46E0-9E90-0259442C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A7783D-4BA2-4B22-B021-960C6BE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98C0B0-B710-4A68-AE70-50D5FF3C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BAC3E4-08EF-41EC-A4A1-F42D089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AFE09-77D0-4F67-942E-FE68030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FBF90C-DB4F-4327-93A2-D990C50B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09B404-4D34-417C-9E9E-3B17327E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813B-CCB2-464D-9040-9E3B4621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E8EA3-AFC9-4A3F-B555-01897EBD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43A6-146F-4E17-B27B-34EE01C9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8194F-B625-49C2-8EF7-40D37801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FD316-FFC4-4A6E-A6E0-7EFAF740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A0D-64E1-4610-AA58-3DD693F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E6AE-E3D2-4E2B-998E-6C02023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46FE-D0AD-446D-8E49-A4F94FBD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B0BEE-7EEB-4CE2-9CFD-E3C210C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A11F5-51FD-4A18-80AD-C1C895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306B-DEB0-4F95-949B-CE0CDC05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1F2-48AB-4464-A749-C2E71FDA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44336-06DC-42FA-AC7E-30754E7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10B9-822B-4A18-8A42-BDF8D47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20517-9C5E-408C-B887-D12F5D0B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98D1F-30D0-4EF7-9EBB-61A891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7D08-CA8A-4694-95F0-05B2239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D77CB-602C-409F-8F70-4E0FF00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57D24-82A0-4E23-8251-631CCC28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39D7-D171-4305-BF09-8B097F9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6B841-C306-4508-BEAB-BAB25DC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63A6A-0029-4869-9842-6863559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3D3B9-AF38-4CA7-9137-E0128CA9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AD7D4-9A6A-4B62-B184-2ED4562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A14E9-1D0A-47A3-8185-A01A514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9BB204-B548-4BE5-B51D-97EBF8A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74625-236D-4E8D-AC55-59540DED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33BA5-F004-496E-86B7-4BE141B5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C09CE5-64B9-4D78-8D10-03D8B75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04ABFF-9CCE-4E15-9C65-AD6FDC87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C4944-A900-433B-BF22-E8B158DF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53748-BBE8-442B-B264-7D6CB7D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F0E8-DCBA-4843-B195-6B37A90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388F54-2DB1-493A-A93F-CE617ED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4142F-1E0A-42EC-BD2E-9F5E8C47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9A4CD4-546F-4E19-B672-C45CFE57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41778-43B3-484D-B10D-9DFA39B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41A8DB-079B-40EA-AF36-3189A8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50F2-F0F4-4DC1-9ED1-0CD90D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8D662-7B2D-4BCA-8ED4-05EAF218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688445-DB27-4AD8-8A55-0682CDC6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7B01E5-A9A4-4EDC-86F3-A045CC4E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F24C3A-3277-4771-AF2C-0997CA1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354CBC-DDF8-4249-9462-6EF0086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57D02-2BE9-415A-9843-3FB91CB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AAE6D-CFE9-4C9D-ADBE-97CC242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A93AB-6D5F-47CF-9255-D3ADA68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A25231-0BFB-49AD-BF3C-5EEE646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ED5606-4EAE-4B39-930A-CE2CB76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A98E5-3E94-4AC0-A051-753EF6D5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82CEA-3F98-4108-92BA-89A9ED89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74DAA-8DA9-4A81-9503-2E06563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01B-E09D-43F4-9E99-EB9E8A2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efa3047c2848c8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69B48-EA5B-451B-BC87-A67F701C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E2F17-855A-4CEE-A975-85EF95B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FB22-75F7-4E68-B08E-8051FB2F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2E81-468B-4310-975A-3EB1E3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BF627-9061-46D9-9A88-9E5CF27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B2AC1-B7AA-4E07-BF7C-DC24F3F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65393-540A-4163-9288-4CCAFD6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7D7DF-5C3C-4528-86DD-E824442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6CD8-9785-4E50-869E-C7BAA7D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9752D-92B2-405A-8D05-E40ADD1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2DFA4-9C42-4160-B184-6C80C9E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A310-7BC6-4C4C-BD59-44BBCE93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46064-07BB-47D7-B716-D076F515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02605-5316-4C53-B8C1-8DD04560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8AAF0-C347-4EC1-94E7-E189739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E22F4-41FB-4223-A503-9F647B5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D977D-40C7-4A9F-934E-943E4D7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E6106-7B4B-49B8-8A29-93B7E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4E7DC-F792-44EA-B21C-C493831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C5044-AB41-4B63-9790-C0455BC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DAB45-1213-4240-B4B1-C42C2AA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CC6B97-D09C-406C-AFA2-FC909B0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733E4-EE25-4B63-B4F9-FF887C6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26816-8945-4AAC-A10F-5B67171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3EEC0-A046-4291-B38A-8AC526F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01559E-4C7F-4CE3-B2AF-08D9679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F1FF6-970F-472F-84CE-CB10C0FD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93F7D-D192-4338-A826-00C017A5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3A342B-E1A8-40B2-902A-C8F1C5E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168D4-4CB8-47EB-AB20-E4BD442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1E47A-3BAC-4187-9D68-268B593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C4C83-276B-4BF1-A71B-049D3C5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2DBB4-193A-4C65-ADD4-AD9A5954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54B03-B29F-44AA-8397-A7C8A8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D6052B-A5C6-4E17-9A2F-131DF64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FCDD-EED4-44D4-9FB2-936AFE44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A5E111-BA64-4041-B70D-6BACB0A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07A4E-A5E3-46C2-80CA-5F5989D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DCCD3-374C-40B9-9171-505AB52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E8256F-2700-4187-97B5-52AC8C5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0AD72F-BC10-4595-A365-D93C683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047590-A30D-44DA-848C-C34B137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9ED392-C65A-47AA-AD1D-3430CE2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6FF78-3CBD-463D-A5CA-ABB618D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FCE7-9BF8-4DB0-BA5E-3AD96CB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058FF-D50D-48FD-93CB-EDB35CE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C6CC-E5D4-481E-A13B-DD71B422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0096E-F401-432D-A0B3-38EBD012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681F-A1CB-4B3A-AAA0-8DAC669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77E88-8674-4567-B05D-AE03F99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42444-3214-4098-AEBE-76A11709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15EA2-47E2-45A8-8EBE-999360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3807-8092-4D38-AA6C-D6F1305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544c918d0a4cc6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FED73-C90D-47DE-845E-6AF6C93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9EC15-2380-42AE-A5BF-882BF3F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6687-228F-45E4-BC80-2CA6096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83A1-3CAA-4B81-9EF5-02B1BEE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B42D3-0503-4FAF-9367-E9AAD8D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54DC2-591C-4096-9B10-CA2A5215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7341-9633-466A-9360-FF145930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12902-7FB4-4C21-9E9A-6FF6B77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4A78-CB48-46E2-A600-5DA5865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4DD24-AF51-4350-96C4-B764CC1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3AF-6831-4EAF-A912-176C7BF0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5C73-385F-43F6-9C75-C7D0F14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A021C-B256-46B4-9BA2-3D9CDEA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7B89F-9A67-4077-AA07-8680704E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23F22-3BEC-4B2C-8A10-0458842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D92E-761A-4E3D-99BD-0852EA4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48F83-8431-4805-AC25-D2FA1C2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FE1C1-9129-43CC-9B54-519B8CF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981A7F-2B22-446A-8257-07E8A8A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DE574-AA30-4B3A-931B-6EA9437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A32531-2553-478B-9EBB-63633C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A6AA0C-CAE8-4316-A6A1-6D56AEE0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F431-D6C1-405F-892E-89B85BA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BCC0F-A003-446D-B524-5361C3B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3864D-84F9-4F36-9471-E1D11312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当前材料已能讲清方法、架构和真实问题；设备级最终矩阵仍诚实保留 PENDING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8B881-BCB2-422C-B4F2-DD6F83D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2635-9C7D-4816-9974-C6031DB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52489-BE8F-4895-9814-6A7EE1F1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033A-3B7B-4249-9BDC-A0386FFB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67B4E-47E9-43DA-8900-1FFE2E27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557E-0587-4321-9FFF-CBBB260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7FD5-FB5A-4374-B215-6598B06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310D-2EF6-40E8-87A0-D22984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290B-DCC8-4424-86BB-C56BCB51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A146A-5D15-4A00-AB27-3A3223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3B76C-2A55-4A01-8593-937EFE7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A801-5D87-4E30-9841-702985E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B9180-36A3-4806-B537-6AA2E005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36993-A1A4-4EC9-8ECA-2677C6B3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0A45A-62A1-4CF7-83A8-770D54E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57D2C-5F05-4171-B0AD-FBC785E2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497D3-99EF-4621-8A5A-F4A273F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C2CF0-F002-4A05-8B8D-6A02091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5937-FB13-46A8-A0F3-A405341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EB17A-4ECC-4917-9E86-82DECB7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8C7640-BC3D-46E5-9800-CACF499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9F9D0-C199-499F-A9B6-BE545A3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E20CA-BD96-47C2-8FA0-417704A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6BC52-2FEB-4C0A-B65C-3E0F3E0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C4C6C-6258-40BC-A5AE-22E4CAA6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9B8F-B16E-42EC-BA71-A582A67C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5A7E9-7AD5-4226-85A4-963BC0CB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2406A-61EF-45F8-8868-835A615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E6439-7065-40C6-A86D-23AB193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31269-D118-41A8-B0A9-2B9A95D2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28048-5341-4526-8A91-44A33C8C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5EDD8E-3733-4944-A256-24A7BE25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B63E4E-442B-48EF-8C9D-074D952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85DEA-8B90-485B-969B-4DDF7AB4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949A0E-C813-407C-8EBC-F089CE2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B94A20-F00D-4E5E-9693-677C812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60834-9843-4B25-9DD9-289D55E8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CB51-C03D-4088-AFF6-AD9EC8C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F3A7D3-CF15-4DCB-8B51-5240FC42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A57676-D7F9-4E31-A4F4-B4217C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CF62D-AAB4-48FD-95ED-D946756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12FE78-1388-4B6A-B29E-4D9503D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BA453-05C4-467C-8AEC-5F9A0FAF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64F5E-DE8A-4104-8394-209580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424A00-B43D-4773-AA9B-095FB3E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FF8BBB-B639-4BD8-A020-32EE7D6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0FCAA3-598F-46E4-80F1-8719DF0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66D39-B4F7-4729-8A37-FCBB8BE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71623E-BF16-41B4-9815-0F919B8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537988-6674-4ACD-9D82-9EFF5837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AFD884-E9B9-43AF-902E-6AE245B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76624F-8714-4354-AF5C-5181FA3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BDD5F8-EC88-4852-81F2-E632E4F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restrictions / disallowed type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DF30A5-EC51-4E11-A114-A2480D2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A561-2E09-4595-940F-605F9B4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6BA82F-8E39-4ACA-BD7E-195D2FAE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BD699D-D34D-4B66-B3F1-6F91513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08D374-4A25-4F04-8942-8E2D37F5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 baseClass 双设备、重插、离线对账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C36B28-14C7-4CB2-8F21-76E18A0D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A47B3-DCC3-4A18-A1F6-E1043B8B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6C5B5D-B584-426D-B5F6-91DD7914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E48ED-6FB5-4B9A-9964-B5D9F6F5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现场需补的 3 份素材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378CCF-D3E9-462F-AAA4-DED04FAA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EDM 残留清理前后  ② 9200007 重插结果  ③ 同 baseClass 双设备影响面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85772F-B78D-4633-988E-588D316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846B6-73E2-4BE1-A758-F525D7E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证据总表：00-外设管理证据状态总表.md；验收：06-测试验收报告.md；12-附录E外设验收手册.md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7359E2-AC80-4D71-A3F4-1CA96FFC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76241B-CAFF-4364-892A-5028C4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案例背景：远控视频能播放，但走 CPU 时明显卡顿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3211570603414d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先把问题说清楚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65"/>
          </a:bodyPr>
          <a:lstStyle xmlns:a="http://schemas.openxmlformats.org/drawingml/2006/main"/>
          <a:p xmlns:a="http://schemas.openxmlformats.org/drawingml/2006/main">
            <a:r>
              <a:t>远控视频能播放，但操作和画面不流畅。</a:t>
            </a:r>
          </a:p>
          <a:p xmlns:a="http://schemas.openxmlformats.org/drawingml/2006/main">
            <a:r>
              <a:t>现有截图只能证明“画面可见”。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65"/>
          </a:bodyPr>
          <a:lstStyle xmlns:a="http://schemas.openxmlformats.org/drawingml/2006/main"/>
          <a:p xmlns:a="http://schemas.openxmlformats.org/drawingml/2006/main">
            <a:r>
              <a:t>当前走 CPU / 软件解码，没有使用 GPU。</a:t>
            </a:r>
          </a:p>
          <a:p xmlns:a="http://schemas.openxmlformats.org/drawingml/2006/main">
            <a:r>
              <a:t>同场景性能数据仍待补齐。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本案例目标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先证明 HarmonyOS 硬解能跑通，再根据穿刺结果拆完整工程任务。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6389"/>
          </a:bodyPr>
          <a:lstStyle xmlns:a="http://schemas.openxmlformats.org/drawingml/2006/main"/>
          <a:p xmlns:a="http://schemas.openxmlformats.org/drawingml/2006/main">
            <a:r>
              <a:t>BEFORE VIDEO · PENDING</a:t>
            </a:r>
          </a:p>
          <a:p xmlns:a="http://schemas.openxmlformats.org/drawingml/2006/main">
            <a:r>
              <a:t>待补：同设备、同片段、CPU / FPS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播放卡顿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已知走 CPU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目标接入硬解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先做最小穿刺</a:t>
            </a:r>
          </a:p>
        </p:txBody>
      </p:sp>
      <p:cxnSp>
        <p:nvCxnSpPr>
          <p:cNvPr id="317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18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19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面对 55 万行代码，AI 先追一条“视频从哪来、到哪去”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五步找到主链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确定问题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卡顿发生在远控视频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搜索入口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只搜 video / decode / display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找到接收点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哪里收到视频数据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继续向下追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哪里解码、哪里显示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形成地图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记录文件、入口和未知项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用户播放远程视频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收到视频数据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判断走旧方案还是新方案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把数据交给解码器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拿到解码后的画面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把画面交给显示模块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界面显示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记录成功、失败与下一步</a:t>
            </a:r>
          </a:p>
        </p:txBody>
      </p:sp>
      <p:cxnSp>
        <p:nvCxnSpPr>
          <p:cNvPr id="497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8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9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0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1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2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3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AI 每一步留下什么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8056"/>
          </a:bodyPr>
          <a:lstStyle xmlns:a="http://schemas.openxmlformats.org/drawingml/2006/main"/>
          <a:p xmlns:a="http://schemas.openxmlformats.org/drawingml/2006/main">
            <a:r>
              <a:t>搜索词</a:t>
            </a:r>
          </a:p>
          <a:p xmlns:a="http://schemas.openxmlformats.org/drawingml/2006/main">
            <a:r>
              <a:t>命中文件</a:t>
            </a:r>
          </a:p>
          <a:p xmlns:a="http://schemas.openxmlformats.org/drawingml/2006/main">
            <a:r>
              <a:t>函数入口</a:t>
            </a:r>
          </a:p>
          <a:p xmlns:a="http://schemas.openxmlformats.org/drawingml/2006/main">
            <a:r>
              <a:t>下一步调用</a:t>
            </a:r>
          </a:p>
          <a:p xmlns:a="http://schemas.openxmlformats.org/drawingml/2006/main">
            <a:r>
              <a:t>还没确认的问题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搜索不到 / 证据不足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缩小问题</a:t>
            </a:r>
          </a:p>
          <a:p xmlns:a="http://schemas.openxmlformats.org/drawingml/2006/main">
            <a:r>
              <a:t>继续只读搜索</a:t>
            </a:r>
          </a:p>
        </p:txBody>
      </p:sp>
      <p:cxnSp>
        <p:nvCxnSpPr>
          <p:cNvPr id="512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输出是一张可复查的代码地图，不是“AI 已经读懂整个仓库”。</a:t>
            </a:r>
          </a:p>
        </p:txBody>
      </p:sp>
      <p:pic>
        <p:nvPicPr>
          <p:cNvPr id="5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ecc174822f4244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239250" y="5381625"/>
            <a:ext cx="2190750" cy="523875"/>
          </a:xfrm>
          <a:prstGeom xmlns:a="http://schemas.openxmlformats.org/drawingml/2006/main" prst="roundRect">
            <a:avLst/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跨平台调研：找共同步骤，不照抄代码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看软件解码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 Windows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 Android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提取共同步骤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对照 HarmonyOS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形成候选方案</a:t>
            </a:r>
          </a:p>
        </p:txBody>
      </p:sp>
      <p:cxnSp>
        <p:nvCxnSpPr>
          <p:cNvPr id="28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9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9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9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9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9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只复用“输入—解码—取结果—显示—失败回退”的步骤，不复制平台 API。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参考实现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能学什么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不能照抄什么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FFmpeg / OpenH264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正确性与软件回退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内存与线程模型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硬解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生命周期与失败处理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API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Android 硬解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输入、输出、释放顺序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MediaCodec / Surface 细节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最终要使用的平台能力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仍需最小穿刺验证</a:t>
            </a:r>
          </a:p>
        </p:txBody>
      </p:sp>
      <p:pic>
        <p:nvPicPr>
          <p:cNvPr id="3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54884f9234a59"/>
          <a:srcRect xmlns:a="http://schemas.openxmlformats.org/drawingml/2006/main" l="4545" t="0" r="45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48625" y="2428875"/>
            <a:ext cx="3571875" cy="2619375"/>
          </a:xfrm>
          <a:prstGeom xmlns:a="http://schemas.openxmlformats.org/drawingml/2006/main" prst="roundRect">
            <a:avLst/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调研输出：一份候选方案、风险清单和待验证问题。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最终方案：保留旧路径，先让硬解跑通，再逐步替换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进入新方案前先检查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视频数据到达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检查设备能力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检查当前状态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可以进入硬解？</a:t>
            </a:r>
          </a:p>
        </p:txBody>
      </p:sp>
      <p:cxnSp>
        <p:nvCxnSpPr>
          <p:cNvPr id="514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15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16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条件不满足，就继续走旧方案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新方案只做三件事：解码、拿到画面、显示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收到视频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送入硬解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拿到结果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转为可显示画面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更新界面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记录结果</a:t>
            </a:r>
          </a:p>
        </p:txBody>
      </p:sp>
      <p:cxnSp>
        <p:nvCxnSpPr>
          <p:cNvPr id="533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34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35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36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37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先证明跑通，不同时做性能优化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新方案失败时立即回退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新方案失败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记录原因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切回旧方案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应用继续可用</a:t>
            </a:r>
          </a:p>
        </p:txBody>
      </p:sp>
      <p:cxnSp>
        <p:nvCxnSpPr>
          <p:cNvPr id="550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51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52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先保证正确和可回退，再谈连续播放、性能和长稳。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最小穿刺：HarmonyOS 硬解能不能跑通一次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只做什么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通过时看到什么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失败就停在哪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新模块进入安装包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构建日志中可以找到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先修构建，不写解码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真机选择硬解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日志显示硬解名称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不支持就停止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解码一个短片段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有解码结果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没结果就停在解码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把结果显示出来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出现正确画面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黑屏就停在显示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模拟失败并回退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旧方案仍可播放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回退失败不进入开发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af044df13b4b0e"/>
          <a:srcRect xmlns:a="http://schemas.openxmlformats.org/drawingml/2006/main" l="4422" t="0" r="4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429625" y="1143000"/>
            <a:ext cx="3190875" cy="2333625"/>
          </a:xfrm>
          <a:prstGeom xmlns:a="http://schemas.openxmlformats.org/drawingml/2006/main" prst="roundRect">
            <a:avLst/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穿刺范围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一个短片段</a:t>
            </a:r>
          </a:p>
          <a:p xmlns:a="http://schemas.openxmlformats.org/drawingml/2006/main">
            <a:r>
              <a:t>一次成功显示</a:t>
            </a:r>
          </a:p>
          <a:p xmlns:a="http://schemas.openxmlformats.org/drawingml/2006/main">
            <a:r>
              <a:t>一次失败回退</a:t>
            </a:r>
          </a:p>
          <a:p xmlns:a="http://schemas.openxmlformats.org/drawingml/2006/main">
            <a:r>
              <a:t>不做并发、性能、长稳</a:t>
            </a:r>
          </a:p>
          <a:p xmlns:a="http://schemas.openxmlformats.org/drawingml/2006/main">
            <a:r>
              <a:t>通过才拆完整任务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穿刺结果先给截图：画面出现了，但还不能直接说硬解成功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2c80a75914168"/>
          <a:srcRect xmlns:a="http://schemas.openxmlformats.org/drawingml/2006/main" l="28333" t="0" r="28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穿刺通过要同时回答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应用能连接远程桌面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视频内容能出现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窗口与输入仍可交互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画面证据已归档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硬解选择日志到齐？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失败回退证据到齐？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同一设备和版本已记录？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/ FPS A/B 已采集？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当前结论：仅画面 READY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9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截图证明“画面和交互可见”；硬解日志与回退证据到齐后，穿刺才算完整 PASS。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穿刺后：生成新计划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P0 固化穿刺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P1 接入真实视频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P2 稳定与回退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P3 性能验证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P4 证据交付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424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保存代码、日志和截图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428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确认还有哪些未知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432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接入真实视频并持续播放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436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补场景切换与失败回退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440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做同设备 A/B 性能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444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汇总回归、长稳和交付报告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02"/>
          </a:bodyPr>
          <a:lstStyle xmlns:a="http://schemas.openxmlformats.org/drawingml/2006/main"/>
          <a:p xmlns:a="http://schemas.openxmlformats.org/drawingml/2006/main">
            <a:r>
              <a:t>P0 固化</a:t>
            </a:r>
          </a:p>
          <a:p xmlns:a="http://schemas.openxmlformats.org/drawingml/2006/main">
            <a:r>
              <a:t>穿刺可以重复运行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02"/>
          </a:bodyPr>
          <a:lstStyle xmlns:a="http://schemas.openxmlformats.org/drawingml/2006/main"/>
          <a:p xmlns:a="http://schemas.openxmlformats.org/drawingml/2006/main">
            <a:r>
              <a:t>P1 接入</a:t>
            </a:r>
          </a:p>
          <a:p xmlns:a="http://schemas.openxmlformats.org/drawingml/2006/main">
            <a:r>
              <a:t>真实视频连续播放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P2 稳定</a:t>
            </a:r>
          </a:p>
          <a:p xmlns:a="http://schemas.openxmlformats.org/drawingml/2006/main">
            <a:r>
              <a:t>切换场景不黑屏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P3 性能</a:t>
            </a:r>
          </a:p>
          <a:p xmlns:a="http://schemas.openxmlformats.org/drawingml/2006/main">
            <a:r>
              <a:t>有 before / after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15"/>
          </a:bodyPr>
          <a:lstStyle xmlns:a="http://schemas.openxmlformats.org/drawingml/2006/main"/>
          <a:p xmlns:a="http://schemas.openxmlformats.org/drawingml/2006/main">
            <a:r>
              <a:t>P4 交付</a:t>
            </a:r>
          </a:p>
          <a:p xmlns:a="http://schemas.openxmlformats.org/drawingml/2006/main">
            <a:r>
              <a:t>Reviewer 可以复查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新计划来自穿刺真实结果，不是穿刺前凭空生成。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把新计划拆成任务：每个任务只交付一个可验收结果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七个任务，从接入到证据交付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T1 接入真实远控视频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T2 连续播放短片段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T3 暂停 / 恢复 / 窗口变化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T4 硬解失败自动回退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T5 同场景 CPU / FPS 对比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T6 目标格式与交互回归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T7 汇总日志、截图、视频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每个任务只交付一个结果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不通过就不进入下一任务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73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任务不按文件切，而按“可验收结果”切；失败时只退回当前任务。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bd9cc484584139"/>
          <a:stretch xmlns:a="http://schemas.openxmlformats.org/drawingml/2006/main"/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先写验收点，再让 AI 开发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构建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硬解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画面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性能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稳定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模块进入 HAP</a:t>
            </a:r>
          </a:p>
          <a:p xmlns:a="http://schemas.openxmlformats.org/drawingml/2006/main">
            <a:r>
              <a:t>并可启动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日志显示</a:t>
            </a:r>
          </a:p>
          <a:p xmlns:a="http://schemas.openxmlformats.org/drawingml/2006/main">
            <a:r>
              <a:t>硬解名称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短片段可见</a:t>
            </a:r>
          </a:p>
          <a:p xmlns:a="http://schemas.openxmlformats.org/drawingml/2006/main">
            <a:r>
              <a:t>且可交互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注入失败后</a:t>
            </a:r>
          </a:p>
          <a:p xmlns:a="http://schemas.openxmlformats.org/drawingml/2006/main">
            <a:r>
              <a:t>旧方案可用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同场景</a:t>
            </a:r>
          </a:p>
          <a:p xmlns:a="http://schemas.openxmlformats.org/drawingml/2006/main">
            <a:r>
              <a:t>CPU / FPS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切换与长稳</a:t>
            </a:r>
          </a:p>
          <a:p xmlns:a="http://schemas.openxmlformats.org/drawingml/2006/main">
            <a:r>
              <a:t>通过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证据完整</a:t>
            </a:r>
          </a:p>
          <a:p xmlns:a="http://schemas.openxmlformats.org/drawingml/2006/main">
            <a:r>
              <a:t>可复查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每个验收点都要写清四件事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场景明确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通过标准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证据类型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采集方式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失败处理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结论状态</a:t>
            </a:r>
          </a:p>
        </p:txBody>
      </p:sp>
      <p:cxnSp>
        <p:nvCxnSpPr>
          <p:cNvPr id="513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14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15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16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17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缺证据只能写 PENDING / UNKNOWN，不能用“应该没问题”替代验收。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这页证明什么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证明团队已把“怎么判断 AI 对不对”写成可执行验收点，而不是口头判断。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最后只看这张表：哪些已证明，哪些还不能下结论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截图、日志和性能数据分别证明不同问题，不能互相替代。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需要证明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画面与交互可见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现有播放截图 / 视频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确实选择硬解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缺少同一次运行的硬解日志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失败可以回退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缺少故障注入记录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/ FPS 有改善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缺少同场景 A/B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场景切换稳定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缺暂停、恢复、窗口变化矩阵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可以工程交付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上述证据未全部到齐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NOT YET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当前证据能证明什么，下一步还要补什么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视频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当前为空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硬解路径待填证据链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commit: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runId: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candidate path: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decoder identity: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frameId / output: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owner / matched EndFrame: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present:</a:t>
            </a:r>
          </a:p>
        </p:txBody>
      </p:sp>
      <p:pic>
        <p:nvPicPr>
          <p:cNvPr id="7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b0e7ac60e42d5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源码存在 bridge→compositor→EndFrame 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源码锚点与调用链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arm64/HAP 构建通过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待产出 build 日志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真机实际选择 OHOS hardware decoder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 decoder identity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某次运行可见播放与部分交互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gpu-validation-video-playback-16s.mp4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某次运行出现黑屏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gpu-failure-black-screen-13s.mp4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CPU/FPS 与卡顿改善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待绑定同一 runId 的 CPU/FPS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resize/后台/重连长稳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待执行 resize / 后台回归矩阵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VIDEO SLOT · AFTER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gpu-hwdecode-after.mp4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画面可见但未绑定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证据待采集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767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68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69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23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3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35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36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37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2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0c41ab3314de4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2026-09-02T00:58:29.1920000Z</dcterms:created>
  <dcterms:modified xsi:type="dcterms:W3CDTF">2026-09-02T00:58:29.1920000Z</dcterms:modified>
</coreProperties>
</file>