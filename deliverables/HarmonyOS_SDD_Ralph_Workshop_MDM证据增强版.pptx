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20e91a3bac47c8" /><Relationship Type="http://schemas.openxmlformats.org/officeDocument/2006/relationships/extended-properties" Target="/docProps/app.xml" Id="Rd96f3ebe03ef4379" /><Relationship Type="http://schemas.openxmlformats.org/officeDocument/2006/relationships/officeDocument" Target="/ppt/presentation.xml" Id="R1e6d3f4560704d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b73df7ecac4805"/>
  </p:sldMasterIdLst>
  <p:notesMasterIdLst>
    <p:notesMasterId xmlns:r="http://schemas.openxmlformats.org/officeDocument/2006/relationships" r:id="Rdf5a6081f4454ef8"/>
  </p:notesMasterIdLst>
  <p:sldIdLst>
    <p:sldId xmlns:r="http://schemas.openxmlformats.org/officeDocument/2006/relationships" id="256" r:id="R112feacf61fa467d"/>
    <p:sldId xmlns:r="http://schemas.openxmlformats.org/officeDocument/2006/relationships" id="257" r:id="Rd841fb572f304bdc"/>
    <p:sldId xmlns:r="http://schemas.openxmlformats.org/officeDocument/2006/relationships" id="258" r:id="R508165abb2fb4ce7"/>
    <p:sldId xmlns:r="http://schemas.openxmlformats.org/officeDocument/2006/relationships" id="259" r:id="R4ae9908aec20458b"/>
    <p:sldId xmlns:r="http://schemas.openxmlformats.org/officeDocument/2006/relationships" id="260" r:id="Ra5706965d16641bf"/>
    <p:sldId xmlns:r="http://schemas.openxmlformats.org/officeDocument/2006/relationships" id="261" r:id="Rc1b2043207dc4aba"/>
    <p:sldId xmlns:r="http://schemas.openxmlformats.org/officeDocument/2006/relationships" id="262" r:id="R81be6ab8c1e249ff"/>
    <p:sldId xmlns:r="http://schemas.openxmlformats.org/officeDocument/2006/relationships" id="263" r:id="Rbc91d08906274daa"/>
    <p:sldId xmlns:r="http://schemas.openxmlformats.org/officeDocument/2006/relationships" id="264" r:id="Rdd6d565ac2d2497a"/>
    <p:sldId xmlns:r="http://schemas.openxmlformats.org/officeDocument/2006/relationships" id="265" r:id="R471f5ac1101b401c"/>
    <p:sldId xmlns:r="http://schemas.openxmlformats.org/officeDocument/2006/relationships" id="266" r:id="Rd2310d49ad254ccc"/>
    <p:sldId xmlns:r="http://schemas.openxmlformats.org/officeDocument/2006/relationships" id="267" r:id="R8555343dc59a48ea"/>
    <p:sldId xmlns:r="http://schemas.openxmlformats.org/officeDocument/2006/relationships" id="268" r:id="Rf3b7ecf38dc24dd5"/>
    <p:sldId xmlns:r="http://schemas.openxmlformats.org/officeDocument/2006/relationships" id="269" r:id="R700fd0d4502c45f4"/>
    <p:sldId xmlns:r="http://schemas.openxmlformats.org/officeDocument/2006/relationships" id="270" r:id="R648a35867b894cc8"/>
    <p:sldId xmlns:r="http://schemas.openxmlformats.org/officeDocument/2006/relationships" id="271" r:id="R9eae335089d341b0"/>
    <p:sldId xmlns:r="http://schemas.openxmlformats.org/officeDocument/2006/relationships" id="272" r:id="R7adb1eaa16584c90"/>
    <p:sldId xmlns:r="http://schemas.openxmlformats.org/officeDocument/2006/relationships" id="273" r:id="R7952ffb00f884419"/>
    <p:sldId xmlns:r="http://schemas.openxmlformats.org/officeDocument/2006/relationships" id="274" r:id="Ra828ff1a47d34d02"/>
    <p:sldId xmlns:r="http://schemas.openxmlformats.org/officeDocument/2006/relationships" id="275" r:id="Rf2e0ad5dc24f4bef"/>
    <p:sldId xmlns:r="http://schemas.openxmlformats.org/officeDocument/2006/relationships" id="276" r:id="Rd49b048e33bd43b5"/>
    <p:sldId xmlns:r="http://schemas.openxmlformats.org/officeDocument/2006/relationships" id="277" r:id="R9c3b5dada9be4092"/>
    <p:sldId xmlns:r="http://schemas.openxmlformats.org/officeDocument/2006/relationships" id="278" r:id="Red4ebfb1edec4a1c"/>
    <p:sldId xmlns:r="http://schemas.openxmlformats.org/officeDocument/2006/relationships" id="279" r:id="R933626b341624213"/>
    <p:sldId xmlns:r="http://schemas.openxmlformats.org/officeDocument/2006/relationships" id="280" r:id="R8b8df08db2e14edc"/>
    <p:sldId xmlns:r="http://schemas.openxmlformats.org/officeDocument/2006/relationships" id="281" r:id="R17e18c2d03f246d5"/>
    <p:sldId xmlns:r="http://schemas.openxmlformats.org/officeDocument/2006/relationships" id="282" r:id="R791313d0081740d0"/>
    <p:sldId xmlns:r="http://schemas.openxmlformats.org/officeDocument/2006/relationships" id="283" r:id="Rea9fe6d97fc641f5"/>
    <p:sldId xmlns:r="http://schemas.openxmlformats.org/officeDocument/2006/relationships" id="284" r:id="Rec78f5bfcc414ec0"/>
    <p:sldId xmlns:r="http://schemas.openxmlformats.org/officeDocument/2006/relationships" id="285" r:id="Rb9f760990253401d"/>
    <p:sldId xmlns:r="http://schemas.openxmlformats.org/officeDocument/2006/relationships" id="286" r:id="Rc2ae8d4276694761"/>
    <p:sldId xmlns:r="http://schemas.openxmlformats.org/officeDocument/2006/relationships" id="287" r:id="Rf936f6155f9d4218"/>
    <p:sldId xmlns:r="http://schemas.openxmlformats.org/officeDocument/2006/relationships" id="288" r:id="R9d4eb4a4e8ff40e9"/>
    <p:sldId xmlns:r="http://schemas.openxmlformats.org/officeDocument/2006/relationships" id="289" r:id="R646070cb7a2c457f"/>
    <p:sldId xmlns:r="http://schemas.openxmlformats.org/officeDocument/2006/relationships" id="290" r:id="R89b4e85cef8f403f"/>
    <p:sldId xmlns:r="http://schemas.openxmlformats.org/officeDocument/2006/relationships" id="291" r:id="R9dfaff44b4ab441c"/>
    <p:sldId xmlns:r="http://schemas.openxmlformats.org/officeDocument/2006/relationships" id="292" r:id="Re507398e54f340ea"/>
    <p:sldId xmlns:r="http://schemas.openxmlformats.org/officeDocument/2006/relationships" id="293" r:id="R27b13c5d8b0d4f96"/>
    <p:sldId xmlns:r="http://schemas.openxmlformats.org/officeDocument/2006/relationships" id="294" r:id="Rcc2ac1eb5e9243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91c2f3739b4dd8" /><Relationship Type="http://schemas.openxmlformats.org/officeDocument/2006/relationships/slideMaster" Target="/ppt/slideMasters/slideMaster1.xml" Id="R06b73df7ecac4805" /><Relationship Type="http://schemas.openxmlformats.org/officeDocument/2006/relationships/notesMaster" Target="/ppt/notesMasters/notesMaster1.xml" Id="Rdf5a6081f4454ef8" /><Relationship Type="http://schemas.openxmlformats.org/officeDocument/2006/relationships/presProps" Target="/ppt/presProps.xml" Id="R8270fe103db44f5d" /><Relationship Type="http://schemas.openxmlformats.org/officeDocument/2006/relationships/tableStyles" Target="/ppt/tableStyles.xml" Id="R7ac4930bb6604227" /><Relationship Type="http://schemas.openxmlformats.org/officeDocument/2006/relationships/slide" Target="/ppt/slides/slide1.xml" Id="R112feacf61fa467d" /><Relationship Type="http://schemas.openxmlformats.org/officeDocument/2006/relationships/slide" Target="/ppt/slides/slide2.xml" Id="Rd841fb572f304bdc" /><Relationship Type="http://schemas.openxmlformats.org/officeDocument/2006/relationships/slide" Target="/ppt/slides/slide3.xml" Id="R508165abb2fb4ce7" /><Relationship Type="http://schemas.openxmlformats.org/officeDocument/2006/relationships/slide" Target="/ppt/slides/slide4.xml" Id="R4ae9908aec20458b" /><Relationship Type="http://schemas.openxmlformats.org/officeDocument/2006/relationships/slide" Target="/ppt/slides/slide5.xml" Id="Ra5706965d16641bf" /><Relationship Type="http://schemas.openxmlformats.org/officeDocument/2006/relationships/slide" Target="/ppt/slides/slide6.xml" Id="Rc1b2043207dc4aba" /><Relationship Type="http://schemas.openxmlformats.org/officeDocument/2006/relationships/slide" Target="/ppt/slides/slide7.xml" Id="R81be6ab8c1e249ff" /><Relationship Type="http://schemas.openxmlformats.org/officeDocument/2006/relationships/slide" Target="/ppt/slides/slide8.xml" Id="Rbc91d08906274daa" /><Relationship Type="http://schemas.openxmlformats.org/officeDocument/2006/relationships/slide" Target="/ppt/slides/slide9.xml" Id="Rdd6d565ac2d2497a" /><Relationship Type="http://schemas.openxmlformats.org/officeDocument/2006/relationships/slide" Target="/ppt/slides/slide10.xml" Id="R471f5ac1101b401c" /><Relationship Type="http://schemas.openxmlformats.org/officeDocument/2006/relationships/slide" Target="/ppt/slides/slide11.xml" Id="Rd2310d49ad254ccc" /><Relationship Type="http://schemas.openxmlformats.org/officeDocument/2006/relationships/slide" Target="/ppt/slides/slide12.xml" Id="R8555343dc59a48ea" /><Relationship Type="http://schemas.openxmlformats.org/officeDocument/2006/relationships/slide" Target="/ppt/slides/slide13.xml" Id="Rf3b7ecf38dc24dd5" /><Relationship Type="http://schemas.openxmlformats.org/officeDocument/2006/relationships/slide" Target="/ppt/slides/slide14.xml" Id="R700fd0d4502c45f4" /><Relationship Type="http://schemas.openxmlformats.org/officeDocument/2006/relationships/slide" Target="/ppt/slides/slide15.xml" Id="R648a35867b894cc8" /><Relationship Type="http://schemas.openxmlformats.org/officeDocument/2006/relationships/slide" Target="/ppt/slides/slide16.xml" Id="R9eae335089d341b0" /><Relationship Type="http://schemas.openxmlformats.org/officeDocument/2006/relationships/slide" Target="/ppt/slides/slide17.xml" Id="R7adb1eaa16584c90" /><Relationship Type="http://schemas.openxmlformats.org/officeDocument/2006/relationships/slide" Target="/ppt/slides/slide18.xml" Id="R7952ffb00f884419" /><Relationship Type="http://schemas.openxmlformats.org/officeDocument/2006/relationships/slide" Target="/ppt/slides/slide19.xml" Id="Ra828ff1a47d34d02" /><Relationship Type="http://schemas.openxmlformats.org/officeDocument/2006/relationships/slide" Target="/ppt/slides/slide20.xml" Id="Rf2e0ad5dc24f4bef" /><Relationship Type="http://schemas.openxmlformats.org/officeDocument/2006/relationships/slide" Target="/ppt/slides/slide21.xml" Id="Rd49b048e33bd43b5" /><Relationship Type="http://schemas.openxmlformats.org/officeDocument/2006/relationships/slide" Target="/ppt/slides/slide22.xml" Id="R9c3b5dada9be4092" /><Relationship Type="http://schemas.openxmlformats.org/officeDocument/2006/relationships/slide" Target="/ppt/slides/slide23.xml" Id="Red4ebfb1edec4a1c" /><Relationship Type="http://schemas.openxmlformats.org/officeDocument/2006/relationships/slide" Target="/ppt/slides/slide24.xml" Id="R933626b341624213" /><Relationship Type="http://schemas.openxmlformats.org/officeDocument/2006/relationships/slide" Target="/ppt/slides/slide25.xml" Id="R8b8df08db2e14edc" /><Relationship Type="http://schemas.openxmlformats.org/officeDocument/2006/relationships/slide" Target="/ppt/slides/slide26.xml" Id="R17e18c2d03f246d5" /><Relationship Type="http://schemas.openxmlformats.org/officeDocument/2006/relationships/slide" Target="/ppt/slides/slide27.xml" Id="R791313d0081740d0" /><Relationship Type="http://schemas.openxmlformats.org/officeDocument/2006/relationships/slide" Target="/ppt/slides/slide28.xml" Id="Rea9fe6d97fc641f5" /><Relationship Type="http://schemas.openxmlformats.org/officeDocument/2006/relationships/slide" Target="/ppt/slides/slide29.xml" Id="Rec78f5bfcc414ec0" /><Relationship Type="http://schemas.openxmlformats.org/officeDocument/2006/relationships/slide" Target="/ppt/slides/slide30.xml" Id="Rb9f760990253401d" /><Relationship Type="http://schemas.openxmlformats.org/officeDocument/2006/relationships/slide" Target="/ppt/slides/slide31.xml" Id="Rc2ae8d4276694761" /><Relationship Type="http://schemas.openxmlformats.org/officeDocument/2006/relationships/slide" Target="/ppt/slides/slide32.xml" Id="Rf936f6155f9d4218" /><Relationship Type="http://schemas.openxmlformats.org/officeDocument/2006/relationships/slide" Target="/ppt/slides/slide33.xml" Id="R9d4eb4a4e8ff40e9" /><Relationship Type="http://schemas.openxmlformats.org/officeDocument/2006/relationships/slide" Target="/ppt/slides/slide34.xml" Id="R646070cb7a2c457f" /><Relationship Type="http://schemas.openxmlformats.org/officeDocument/2006/relationships/slide" Target="/ppt/slides/slide35.xml" Id="R89b4e85cef8f403f" /><Relationship Type="http://schemas.openxmlformats.org/officeDocument/2006/relationships/slide" Target="/ppt/slides/slide36.xml" Id="R9dfaff44b4ab441c" /><Relationship Type="http://schemas.openxmlformats.org/officeDocument/2006/relationships/slide" Target="/ppt/slides/slide37.xml" Id="Re507398e54f340ea" /><Relationship Type="http://schemas.openxmlformats.org/officeDocument/2006/relationships/slide" Target="/ppt/slides/slide38.xml" Id="R27b13c5d8b0d4f96" /><Relationship Type="http://schemas.openxmlformats.org/officeDocument/2006/relationships/slide" Target="/ppt/slides/slide39.xml" Id="Rcc2ac1eb5e9243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d1320b2ea347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972c34c0cb4579" /><Relationship Type="http://schemas.openxmlformats.org/officeDocument/2006/relationships/notesMaster" Target="/ppt/notesMasters/notesMaster1.xml" Id="R741e533123724e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5613f8a47d4527" /><Relationship Type="http://schemas.openxmlformats.org/officeDocument/2006/relationships/notesMaster" Target="/ppt/notesMasters/notesMaster1.xml" Id="Rac6431fd3b0641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6d1ea80abc45a2" /><Relationship Type="http://schemas.openxmlformats.org/officeDocument/2006/relationships/notesMaster" Target="/ppt/notesMasters/notesMaster1.xml" Id="R1581e42a282745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bd1f9f38f94a0d" /><Relationship Type="http://schemas.openxmlformats.org/officeDocument/2006/relationships/notesMaster" Target="/ppt/notesMasters/notesMaster1.xml" Id="R71e6f8c30b5049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177f033dc34964" /><Relationship Type="http://schemas.openxmlformats.org/officeDocument/2006/relationships/notesMaster" Target="/ppt/notesMasters/notesMaster1.xml" Id="R7490ee1efba249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91995bf2fc4c0a" /><Relationship Type="http://schemas.openxmlformats.org/officeDocument/2006/relationships/notesMaster" Target="/ppt/notesMasters/notesMaster1.xml" Id="Rd311012768ec45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61b1da17534a9f" /><Relationship Type="http://schemas.openxmlformats.org/officeDocument/2006/relationships/notesMaster" Target="/ppt/notesMasters/notesMaster1.xml" Id="R5ba2c890d8f746c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2ce94e78d14ba4" /><Relationship Type="http://schemas.openxmlformats.org/officeDocument/2006/relationships/notesMaster" Target="/ppt/notesMasters/notesMaster1.xml" Id="R28458ead314844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18174d64474ad0" /><Relationship Type="http://schemas.openxmlformats.org/officeDocument/2006/relationships/notesMaster" Target="/ppt/notesMasters/notesMaster1.xml" Id="R9f7669678cf848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de9dba9209487f" /><Relationship Type="http://schemas.openxmlformats.org/officeDocument/2006/relationships/notesMaster" Target="/ppt/notesMasters/notesMaster1.xml" Id="Rac8fd17f9683464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93b4d8b6884cff" /><Relationship Type="http://schemas.openxmlformats.org/officeDocument/2006/relationships/notesMaster" Target="/ppt/notesMasters/notesMaster1.xml" Id="Rb4713e5fbabc43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ce323faad94a2e" /><Relationship Type="http://schemas.openxmlformats.org/officeDocument/2006/relationships/notesMaster" Target="/ppt/notesMasters/notesMaster1.xml" Id="R0256b9a4ba814d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d35fd2dbd54aae" /><Relationship Type="http://schemas.openxmlformats.org/officeDocument/2006/relationships/notesMaster" Target="/ppt/notesMasters/notesMaster1.xml" Id="R41fe4f845877494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cd30495ccc94558" /><Relationship Type="http://schemas.openxmlformats.org/officeDocument/2006/relationships/notesMaster" Target="/ppt/notesMasters/notesMaster1.xml" Id="R2bd05e24e5bd41e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2bd167f119b433e" /><Relationship Type="http://schemas.openxmlformats.org/officeDocument/2006/relationships/notesMaster" Target="/ppt/notesMasters/notesMaster1.xml" Id="Rf2404183b6804cf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1866da4cf0841a5" /><Relationship Type="http://schemas.openxmlformats.org/officeDocument/2006/relationships/notesMaster" Target="/ppt/notesMasters/notesMaster1.xml" Id="Ra8be85577f30470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351870f11a042a1" /><Relationship Type="http://schemas.openxmlformats.org/officeDocument/2006/relationships/notesMaster" Target="/ppt/notesMasters/notesMaster1.xml" Id="R2e9eba152de94b1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ac8bee9c59a4948" /><Relationship Type="http://schemas.openxmlformats.org/officeDocument/2006/relationships/notesMaster" Target="/ppt/notesMasters/notesMaster1.xml" Id="R7dc262a3e6a0407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e83a669067f40e9" /><Relationship Type="http://schemas.openxmlformats.org/officeDocument/2006/relationships/notesMaster" Target="/ppt/notesMasters/notesMaster1.xml" Id="R5aad2cd116374bc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aef1dbc150842e9" /><Relationship Type="http://schemas.openxmlformats.org/officeDocument/2006/relationships/notesMaster" Target="/ppt/notesMasters/notesMaster1.xml" Id="Rb7e0e6526141430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7badbb354cf4d6a" /><Relationship Type="http://schemas.openxmlformats.org/officeDocument/2006/relationships/notesMaster" Target="/ppt/notesMasters/notesMaster1.xml" Id="Rd2f9fc8d4dbf4cb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2491e846ff94792" /><Relationship Type="http://schemas.openxmlformats.org/officeDocument/2006/relationships/notesMaster" Target="/ppt/notesMasters/notesMaster1.xml" Id="R892d723e73854dd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5ac000da2c54eba" /><Relationship Type="http://schemas.openxmlformats.org/officeDocument/2006/relationships/notesMaster" Target="/ppt/notesMasters/notesMaster1.xml" Id="R9f23645cc889420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b743e0301f14e4a" /><Relationship Type="http://schemas.openxmlformats.org/officeDocument/2006/relationships/notesMaster" Target="/ppt/notesMasters/notesMaster1.xml" Id="R4314a384d49b490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7564e4be9344426" /><Relationship Type="http://schemas.openxmlformats.org/officeDocument/2006/relationships/notesMaster" Target="/ppt/notesMasters/notesMaster1.xml" Id="R8b73c9e8a3ae4bb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bf39645f708465f" /><Relationship Type="http://schemas.openxmlformats.org/officeDocument/2006/relationships/notesMaster" Target="/ppt/notesMasters/notesMaster1.xml" Id="R829768415794457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c6197e1b6754157" /><Relationship Type="http://schemas.openxmlformats.org/officeDocument/2006/relationships/notesMaster" Target="/ppt/notesMasters/notesMaster1.xml" Id="Rc381f91d80bc4bf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a3b91cae7624c8c" /><Relationship Type="http://schemas.openxmlformats.org/officeDocument/2006/relationships/notesMaster" Target="/ppt/notesMasters/notesMaster1.xml" Id="R448b91a59b884ae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89b8f949e1844d7" /><Relationship Type="http://schemas.openxmlformats.org/officeDocument/2006/relationships/notesMaster" Target="/ppt/notesMasters/notesMaster1.xml" Id="R7a872559404c491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dd17846a571428b" /><Relationship Type="http://schemas.openxmlformats.org/officeDocument/2006/relationships/notesMaster" Target="/ppt/notesMasters/notesMaster1.xml" Id="Rf91a71693b804ca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7adc54a1b3b481f" /><Relationship Type="http://schemas.openxmlformats.org/officeDocument/2006/relationships/notesMaster" Target="/ppt/notesMasters/notesMaster1.xml" Id="R90ec5a96149b4b3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377296f28744497" /><Relationship Type="http://schemas.openxmlformats.org/officeDocument/2006/relationships/notesMaster" Target="/ppt/notesMasters/notesMaster1.xml" Id="Raae0051e854c461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9f1dfd2e47349a6" /><Relationship Type="http://schemas.openxmlformats.org/officeDocument/2006/relationships/notesMaster" Target="/ppt/notesMasters/notesMaster1.xml" Id="R45fc1e01c0fc4ef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eb84c8b72ea4c55" /><Relationship Type="http://schemas.openxmlformats.org/officeDocument/2006/relationships/notesMaster" Target="/ppt/notesMasters/notesMaster1.xml" Id="R8c7b23a3df4447f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02084df5dcd4980" /><Relationship Type="http://schemas.openxmlformats.org/officeDocument/2006/relationships/notesMaster" Target="/ppt/notesMasters/notesMaster1.xml" Id="Rf84f00746742498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c2116fe50164abf" /><Relationship Type="http://schemas.openxmlformats.org/officeDocument/2006/relationships/notesMaster" Target="/ppt/notesMasters/notesMaster1.xml" Id="Rc64478c2f9e64ce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544a9b2fa19440b" /><Relationship Type="http://schemas.openxmlformats.org/officeDocument/2006/relationships/notesMaster" Target="/ppt/notesMasters/notesMaster1.xml" Id="R46cc80e543814d7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b4f7b8556074cd0" /><Relationship Type="http://schemas.openxmlformats.org/officeDocument/2006/relationships/notesMaster" Target="/ppt/notesMasters/notesMaster1.xml" Id="R42c1cf7b416c49f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f01554968ac4a62" /><Relationship Type="http://schemas.openxmlformats.org/officeDocument/2006/relationships/notesMaster" Target="/ppt/notesMasters/notesMaster1.xml" Id="Rbad50c7ff73343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这一页展示的是仓库原始 Markdown 渲染结果，不是重新编写的摘要卡片。</a:t>
            </a:r>
          </a:p>
          <a:p xmlns:a="http://schemas.openxmlformats.org/drawingml/2006/main">
            <a:r>
              <a:t>现场打开任一文件，要求学员指出：这一阶段生成了什么、哪一行会影响下一阶段。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View 不直接调用 MDM；全局事务在 UsbGlobalPolicyService；设备意图在 State Service；系统粒度在 Dispatch。</a:t>
            </a:r>
          </a:p>
          <a:p xmlns:a="http://schemas.openxmlformats.org/drawingml/2006/main">
            <a:r>
              <a:t>底部事件链专门解释为什么 Trace 已入库仍可能不刷新。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不要按 Tab 拆 Story；一个 Tab 里可能跨越身份、状态、系统副作用和验收。</a:t>
            </a:r>
          </a:p>
          <a:p xmlns:a="http://schemas.openxmlformats.org/drawingml/2006/main">
            <a:r>
              <a:t>每个 Story 必须能制造属于自己的 RED。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security_tool/entry/src/test/peripheral/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课堂可让学员指出 Packet 里最重要的不是 goal，而是 forbidden、RED 和 stop。</a:t>
            </a:r>
          </a:p>
          <a:p xmlns:a="http://schemas.openxmlformats.org/drawingml/2006/main">
            <a:r>
              <a:t>如果 AI 要修改 PeripheralPage 来修复事务问题，Reviewer 应判 NEEDS_REPLAN。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不逐条念十五轮，只讲五个转折。</a:t>
            </a:r>
          </a:p>
          <a:p xmlns:a="http://schemas.openxmlformats.org/drawingml/2006/main">
            <a:r>
              <a:t>让学员选择一个转折，回答：症状、根因、新不变量和下一轮 oracle。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C:\Users\mu\Desktop\code\ppt\harmonyos-sdd-ralph-workshop\harmonyos-sdd-workshop-media\freerdp-stutter-scenario.jpeg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**任务背景**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基于 30 万行级以上开源库实现 HarmonyOS 远控应用。用户报告播放远端视频时出现卡顿，希望评估 HarmonyOS 硬件解码与 GPU 合成方案。当前没有与源码 commit、decoder path、CPU/FPS 绑定的 before 证据，因此根因和改善幅度都不能提前下结论。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本地 FreeRDP 快照：2014 个相关源文件 / 约 559,355 行</a:t>
            </a:r>
          </a:p>
          <a:p xmlns:a="http://schemas.openxmlformats.org/drawingml/2006/main">
            <a:r>
              <a:t>用户报告：远端视频播放卡顿</a:t>
            </a:r>
          </a:p>
          <a:p xmlns:a="http://schemas.openxmlformats.org/drawingml/2006/main">
            <a:r>
              <a:t>现有媒体：某次运行可见播放/交互，但未绑定 decoder path</a:t>
            </a:r>
          </a:p>
          <a:p xmlns:a="http://schemas.openxmlformats.org/drawingml/2006/main">
            <a:r>
              <a:t>第一目标：证明当前路径、建立 before 基线</a:t>
            </a:r>
          </a:p>
          <a:p xmlns:a="http://schemas.openxmlformats.org/drawingml/2006/main">
            <a:r>
              <a:t>最终目标：硬解路径可用、可回退、可验收、可维护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harmonyos-sdd-workshop-media/gpu-cpu-stutter-before.mp4 --&gt;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当前用 `freerdp-stutter-scenario.jpeg` 做场景占位，它不证明卡顿。正式授课应替换为 20–30 秒 before 视频，并同时录入 CPU/FPS 与 codec path；拍摄脚本见 `harmonyos-sdd-workshop-media/VIDEO_TODO.md`。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![FreeRDP 视频播放卡顿场景](harmonyos-sdd-workshop-media/freerdp-stutter-scenario.jpeg)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**从“读全库”改成“回答五个问题”**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协议：H.264 从哪里进入？</a:t>
            </a:r>
          </a:p>
          <a:p xmlns:a="http://schemas.openxmlformats.org/drawingml/2006/main">
            <a:r>
              <a:t>选择：command 被 GPU compositor consumed，还是回到 original GDI？</a:t>
            </a:r>
          </a:p>
          <a:p xmlns:a="http://schemas.openxmlformats.org/drawingml/2006/main">
            <a:r>
              <a:t>输出：格式、stride、plane 是什么？</a:t>
            </a:r>
          </a:p>
          <a:p xmlns:a="http://schemas.openxmlformats.org/drawingml/2006/main">
            <a:r>
              <a:t>显示：谁拥有 Surface，何时 present？</a:t>
            </a:r>
          </a:p>
          <a:p xmlns:a="http://schemas.openxmlformats.org/drawingml/2006/main">
            <a:r>
              <a:t>证明：怎样把 decoder、frame、owner、present 绑定到同一 run？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A["gfx-&gt;SurfaceCommand"] --&gt; B["ohos_rdpgfx_surface_command"]</a:t>
            </a:r>
          </a:p>
          <a:p xmlns:a="http://schemas.openxmlformats.org/drawingml/2006/main">
            <a:r>
              <a:t>    B --&gt; C["record_avc420_gpu_candidate"]</a:t>
            </a:r>
          </a:p>
          <a:p xmlns:a="http://schemas.openxmlformats.org/drawingml/2006/main">
            <a:r>
              <a:t>    C --&gt;|ready/consumed| D["OnSurfaceCommand → worker"]</a:t>
            </a:r>
          </a:p>
          <a:p xmlns:a="http://schemas.openxmlformats.org/drawingml/2006/main">
            <a:r>
              <a:t>    D --&gt; E["ProcessCommand → OH_AVCodec"]</a:t>
            </a:r>
          </a:p>
          <a:p xmlns:a="http://schemas.openxmlformats.org/drawingml/2006/main">
            <a:r>
              <a:t>    E --&gt; F["native buffer → CompositeFrame"]</a:t>
            </a:r>
          </a:p>
          <a:p xmlns:a="http://schemas.openxmlformats.org/drawingml/2006/main">
            <a:r>
              <a:t>    F --&gt; G["pendingFrameId"]</a:t>
            </a:r>
          </a:p>
          <a:p xmlns:a="http://schemas.openxmlformats.org/drawingml/2006/main">
            <a:r>
              <a:t>    G --&gt; H["matched EndFrame → PresentComposite"]</a:t>
            </a:r>
          </a:p>
          <a:p xmlns:a="http://schemas.openxmlformats.org/drawingml/2006/main">
            <a:r>
              <a:t>    C --&gt;|not consumed| I["original SurfaceCommand"]</a:t>
            </a:r>
          </a:p>
          <a:p xmlns:a="http://schemas.openxmlformats.org/drawingml/2006/main">
            <a:r>
              <a:t>    I --&gt; J["gdi_SurfaceCommand → H264 subsystem/GDI"]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右侧放上下文预算：`1 个问题 + 1 条调用链 + 3–7 个接口 + 1 个假设 + 1 条下一步命令`。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已有后端 | 作用 | AI 应该学习什么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FFmpeg / OpenH264 | 通用软件路径 | 正确性 fallback、YUV 输出语义 |</a:t>
            </a:r>
          </a:p>
          <a:p xmlns:a="http://schemas.openxmlformats.org/drawingml/2006/main">
            <a:r>
              <a:t>| Windows Media Foundation | Windows 硬解 | 平台 decoder 生命周期与失败传播 |</a:t>
            </a:r>
          </a:p>
          <a:p xmlns:a="http://schemas.openxmlformats.org/drawingml/2006/main">
            <a:r>
              <a:t>| Android MediaCodec | 移动平台硬解 | buffer 输入输出、format change、释放 |</a:t>
            </a:r>
          </a:p>
          <a:p xmlns:a="http://schemas.openxmlformats.org/drawingml/2006/main">
            <a:r>
              <a:t>| HarmonyOS `OH_AVCodec` | 目标平台 | 能力查询、AVBuffer/Surface、stride/plane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中央结论：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共同契约：Create → Configure → Start → Input → Output → Validate → Release</a:t>
            </a:r>
          </a:p>
          <a:p xmlns:a="http://schemas.openxmlformats.org/drawingml/2006/main">
            <a:r>
              <a:t>平台差异：API、buffer ownership、output format、Surface/lifecycle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A["gfx-&gt;SurfaceCommand"] --&gt; B["ohos_rdpgfx_surface_command"]</a:t>
            </a:r>
          </a:p>
          <a:p xmlns:a="http://schemas.openxmlformats.org/drawingml/2006/main">
            <a:r>
              <a:t>    B --&gt; C["record_avc420_gpu_candidate&lt;br/&gt;原生顺序校验 + consumed policy"]</a:t>
            </a:r>
          </a:p>
          <a:p xmlns:a="http://schemas.openxmlformats.org/drawingml/2006/main">
            <a:r>
              <a:t>    C --&gt;|ready| D["Ohos...SurfaceCommandCallback"]</a:t>
            </a:r>
          </a:p>
          <a:p xmlns:a="http://schemas.openxmlformats.org/drawingml/2006/main">
            <a:r>
              <a:t>    D --&gt; E["Avc420GpuCompositor::OnSurfaceCommand"]</a:t>
            </a:r>
          </a:p>
          <a:p xmlns:a="http://schemas.openxmlformats.org/drawingml/2006/main">
            <a:r>
              <a:t>    E --&gt; F["worker → ProcessCommand"]</a:t>
            </a:r>
          </a:p>
          <a:p xmlns:a="http://schemas.openxmlformats.org/drawingml/2006/main">
            <a:r>
              <a:t>    F --&gt; G["OH_AVCodec → OH_NativeBuffer"]</a:t>
            </a:r>
          </a:p>
          <a:p xmlns:a="http://schemas.openxmlformats.org/drawingml/2006/main">
            <a:r>
              <a:t>    G --&gt; H["CompositeFrame → pendingFrameId"]</a:t>
            </a:r>
          </a:p>
          <a:p xmlns:a="http://schemas.openxmlformats.org/drawingml/2006/main">
            <a:r>
              <a:t>    H --&gt; I["matched EndFrame"]</a:t>
            </a:r>
          </a:p>
          <a:p xmlns:a="http://schemas.openxmlformats.org/drawingml/2006/main">
            <a:r>
              <a:t>    I --&gt; J["PresentQueuedUpdate → EGL swap"]</a:t>
            </a:r>
          </a:p>
          <a:p xmlns:a="http://schemas.openxmlformats.org/drawingml/2006/main">
            <a:r>
              <a:t>    C --&gt;|not consumed / takeover 前失败| K["original SurfaceCommand"]</a:t>
            </a:r>
          </a:p>
          <a:p xmlns:a="http://schemas.openxmlformats.org/drawingml/2006/main">
            <a:r>
              <a:t>    K --&gt; L["gdi_SurfaceCommand → H264 subsystem / GDI"]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Architecture Decision：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在 OHOS RDPGFX bridge 保存原回调并受控拦截；</a:t>
            </a:r>
          </a:p>
          <a:p xmlns:a="http://schemas.openxmlformats.org/drawingml/2006/main">
            <a:r>
              <a:t>App compositor 直接管理 OH_AVCodec、native buffer、retained composite 与 EndFrame；</a:t>
            </a:r>
          </a:p>
          <a:p xmlns:a="http://schemas.openxmlformats.org/drawingml/2006/main">
            <a:r>
              <a:t>takeover 前失败回到 original GDI/H264 subsystem；</a:t>
            </a:r>
          </a:p>
          <a:p xmlns:a="http://schemas.openxmlformats.org/drawingml/2006/main">
            <a:r>
              <a:t>先用 AVC420 证明一帧 decode→pending→matched present→fallback；</a:t>
            </a:r>
          </a:p>
          <a:p xmlns:a="http://schemas.openxmlformats.org/drawingml/2006/main">
            <a:r>
              <a:t>AVC444、队列与生命周期在边界证实后分任务推进。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SP-01 bridge 与 compositor 进入 arm64/HAP 产物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SP-02 真机选择 hardware decoder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SP-03 一个 AVC420 sample 产生可关联的 native output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SP-04 同一 frame 完成 composite / pending / matched EndFrame present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SP-05 注入失败时回到可解释 fallback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每个节点下固定显示一条证据：build symbol、decoder name、frameId + stride/planes、owner + EndFrame、fallback reason。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Task | 主要源码边界 | 一个可观察结果 / Stop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T00 | diagnostics only | 保存同 runId before；路径不明则不归因 |</a:t>
            </a:r>
          </a:p>
          <a:p xmlns:a="http://schemas.openxmlformats.org/drawingml/2006/main">
            <a:r>
              <a:t>| T01 | `InstallRdpgfxDiagnosticsHooks`、`bridge_attach`、decoder init | bridge + hardware decoder 真机成立；只编译成功则停 |</a:t>
            </a:r>
          </a:p>
          <a:p xmlns:a="http://schemas.openxmlformats.org/drawingml/2006/main">
            <a:r>
              <a:t>| T02 | decoder input/output、`OH_AVBuffer_GetNativeBuffer` | 一帧输入输出可关联；format/native buffer 不明则停 |</a:t>
            </a:r>
          </a:p>
          <a:p xmlns:a="http://schemas.openxmlformats.org/drawingml/2006/main">
            <a:r>
              <a:t>| T03 | candidate policy、`OnSurfaceCommand`、`ProcessCommand`、`PresentEndFrame` | consumed→owner→matched present 闭环；GDI/GPU 双写则 FAIL |</a:t>
            </a:r>
          </a:p>
          <a:p xmlns:a="http://schemas.openxmlformats.org/drawingml/2006/main">
            <a:r>
              <a:t>| T04 | `EnqueueSurfaceCommand`、worker compaction | 连续队列有界；depth/age 持续增长则停 |</a:t>
            </a:r>
          </a:p>
          <a:p xmlns:a="http://schemas.openxmlformats.org/drawingml/2006/main">
            <a:r>
              <a:t>| T05 | target generation、pause/detach/recreate | resize/后台/重连拒绝 stale task；旧 target 可写则 FAIL |</a:t>
            </a:r>
          </a:p>
          <a:p xmlns:a="http://schemas.openxmlformats.org/drawingml/2006/main">
            <a:r>
              <a:t>| T06 | AVC444 candidate/compositor、LC retained state | 单 decoder + LC + EndFrame；复用 420 假设则停 |</a:t>
            </a:r>
          </a:p>
          <a:p xmlns:a="http://schemas.openxmlformats.org/drawingml/2006/main">
            <a:r>
              <a:t>| T07 | 测试/脚本/报告，生产代码冻结 | 同场景 A/B；缺 CPU/FPS/path/soak 则 UNKNOWN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sequenceDiagram</a:t>
            </a:r>
          </a:p>
          <a:p xmlns:a="http://schemas.openxmlformats.org/drawingml/2006/main">
            <a:r>
              <a:t>    participant H as Human / Planner</a:t>
            </a:r>
          </a:p>
          <a:p xmlns:a="http://schemas.openxmlformats.org/drawingml/2006/main">
            <a:r>
              <a:t>    participant E as Explorer</a:t>
            </a:r>
          </a:p>
          <a:p xmlns:a="http://schemas.openxmlformats.org/drawingml/2006/main">
            <a:r>
              <a:t>    participant I as Implementer</a:t>
            </a:r>
          </a:p>
          <a:p xmlns:a="http://schemas.openxmlformats.org/drawingml/2006/main">
            <a:r>
              <a:t>    participant T as Tool / MCP</a:t>
            </a:r>
          </a:p>
          <a:p xmlns:a="http://schemas.openxmlformats.org/drawingml/2006/main">
            <a:r>
              <a:t>    participant R as Reviewer</a:t>
            </a:r>
          </a:p>
          <a:p xmlns:a="http://schemas.openxmlformats.org/drawingml/2006/main">
            <a:r>
              <a:t>    H-&gt;&gt;E: 只读调用链与 GAP</a:t>
            </a:r>
          </a:p>
          <a:p xmlns:a="http://schemas.openxmlformats.org/drawingml/2006/main">
            <a:r>
              <a:t>    E--&gt;&gt;H: codebase map + evidence index</a:t>
            </a:r>
          </a:p>
          <a:p xmlns:a="http://schemas.openxmlformats.org/drawingml/2006/main">
            <a:r>
              <a:t>    H-&gt;&gt;I: 单张 Task Card</a:t>
            </a:r>
          </a:p>
          <a:p xmlns:a="http://schemas.openxmlformats.org/drawingml/2006/main">
            <a:r>
              <a:t>    I--&gt;&gt;T: 最小 diff + verify commands</a:t>
            </a:r>
          </a:p>
          <a:p xmlns:a="http://schemas.openxmlformats.org/drawingml/2006/main">
            <a:r>
              <a:t>    T--&gt;&gt;R: build/device/log/video evidence</a:t>
            </a:r>
          </a:p>
          <a:p xmlns:a="http://schemas.openxmlformats.org/drawingml/2006/main">
            <a:r>
              <a:t>    R--&gt;&gt;H: Trace + Outcome verdict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左侧循环播放黑屏片段；右侧逐层点亮：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1 command received</a:t>
            </a:r>
          </a:p>
          <a:p xmlns:a="http://schemas.openxmlformats.org/drawingml/2006/main">
            <a:r>
              <a:t>2 candidate path / decoder selected</a:t>
            </a:r>
          </a:p>
          <a:p xmlns:a="http://schemas.openxmlformats.org/drawingml/2006/main">
            <a:r>
              <a:t>3 compressed input queued</a:t>
            </a:r>
          </a:p>
          <a:p xmlns:a="http://schemas.openxmlformats.org/drawingml/2006/main">
            <a:r>
              <a:t>4 decoded output valid</a:t>
            </a:r>
          </a:p>
          <a:p xmlns:a="http://schemas.openxmlformats.org/drawingml/2006/main">
            <a:r>
              <a:t>5 format / stride / planes valid</a:t>
            </a:r>
          </a:p>
          <a:p xmlns:a="http://schemas.openxmlformats.org/drawingml/2006/main">
            <a:r>
              <a:t>6 command state applied</a:t>
            </a:r>
          </a:p>
          <a:p xmlns:a="http://schemas.openxmlformats.org/drawingml/2006/main">
            <a:r>
              <a:t>7 render owner correct</a:t>
            </a:r>
          </a:p>
          <a:p xmlns:a="http://schemas.openxmlformats.org/drawingml/2006/main">
            <a:r>
              <a:t>8 EndFrame present</a:t>
            </a:r>
          </a:p>
          <a:p xmlns:a="http://schemas.openxmlformats.org/drawingml/2006/main">
            <a:r>
              <a:t>9 next frame continues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底部写：**第一处与预期不一致的位置，才是本轮修改边界。**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frameId | codec | decoder | output | owner | present | verdict |</a:t>
            </a:r>
          </a:p>
          <a:p xmlns:a="http://schemas.openxmlformats.org/drawingml/2006/main">
            <a:r>
              <a:t>|---:|---|---|---|---|---|---|</a:t>
            </a:r>
          </a:p>
          <a:p xmlns:a="http://schemas.openxmlformats.org/drawingml/2006/main">
            <a:r>
              <a:t>|  |  |  |  |  |  | `PENDING`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本表等待真实 frame trace；不再使用未绑定 run 的示例 frameId 冒充证据。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下方两句：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“API 调用成功”只证明一个边界。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“截图看起来正确”只证明一个采样瞬间。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工程能力 | 必须回答 | 失败表现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生命周期 | create/start/flush/stop/destroy 与 Surface generation 如何对齐 | resize 黑屏、旧 target |</a:t>
            </a:r>
          </a:p>
          <a:p xmlns:a="http://schemas.openxmlformats.org/drawingml/2006/main">
            <a:r>
              <a:t>| 队列/背压 | 输入、输出、present 队列是否有界 | 延迟增长、内存上涨 |</a:t>
            </a:r>
          </a:p>
          <a:p xmlns:a="http://schemas.openxmlformats.org/drawingml/2006/main">
            <a:r>
              <a:t>| 所有权 | GDI、AVC420、AVC444 谁能写 XComponent | 闪烁、旧帧覆盖 |</a:t>
            </a:r>
          </a:p>
          <a:p xmlns:a="http://schemas.openxmlformats.org/drawingml/2006/main">
            <a:r>
              <a:t>| 回退 | 硬解失败能否回软件/原生路径 | 静默黑屏 |</a:t>
            </a:r>
          </a:p>
          <a:p xmlns:a="http://schemas.openxmlformats.org/drawingml/2006/main">
            <a:r>
              <a:t>| 可观测性 | 能否证明 decoder、frame、owner、present | 只能靠肉眼猜 |</a:t>
            </a:r>
          </a:p>
          <a:p xmlns:a="http://schemas.openxmlformats.org/drawingml/2006/main">
            <a:r>
              <a:t>| 回归 | 输入、resize、后台、重连是否仍工作 | 局部 GREEN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左：before 视频槽位（`PENDING`；当前为空）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中：硬解路径待填证据链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commit:</a:t>
            </a:r>
          </a:p>
          <a:p xmlns:a="http://schemas.openxmlformats.org/drawingml/2006/main">
            <a:r>
              <a:t>runId:</a:t>
            </a:r>
          </a:p>
          <a:p xmlns:a="http://schemas.openxmlformats.org/drawingml/2006/main">
            <a:r>
              <a:t>candidate path:</a:t>
            </a:r>
          </a:p>
          <a:p xmlns:a="http://schemas.openxmlformats.org/drawingml/2006/main">
            <a:r>
              <a:t>decoder identity:</a:t>
            </a:r>
          </a:p>
          <a:p xmlns:a="http://schemas.openxmlformats.org/drawingml/2006/main">
            <a:r>
              <a:t>frameId / output:</a:t>
            </a:r>
          </a:p>
          <a:p xmlns:a="http://schemas.openxmlformats.org/drawingml/2006/main">
            <a:r>
              <a:t>owner / matched EndFrame:</a:t>
            </a:r>
          </a:p>
          <a:p xmlns:a="http://schemas.openxmlformats.org/drawingml/2006/main">
            <a:r>
              <a:t>present: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右：现有可见媒体与验收矩阵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结论 | 当前证据 | 判定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源码存在 bridge→compositor→EndFrame 路径 | 源码锚点与调用链 | `REPO FACT` |</a:t>
            </a:r>
          </a:p>
          <a:p xmlns:a="http://schemas.openxmlformats.org/drawingml/2006/main">
            <a:r>
              <a:t>| 当前 arm64/HAP 构建通过 |  | `PENDING` |</a:t>
            </a:r>
          </a:p>
          <a:p xmlns:a="http://schemas.openxmlformats.org/drawingml/2006/main">
            <a:r>
              <a:t>| 真机实际选择 OHOS hardware decoder |  | `PENDING` |</a:t>
            </a:r>
          </a:p>
          <a:p xmlns:a="http://schemas.openxmlformats.org/drawingml/2006/main">
            <a:r>
              <a:t>| 某次运行可见播放与部分交互 | `gpu-validation-video-playback-16s.mp4` | `MEDIA FACT / UNBOUND` |</a:t>
            </a:r>
          </a:p>
          <a:p xmlns:a="http://schemas.openxmlformats.org/drawingml/2006/main">
            <a:r>
              <a:t>| 某次运行出现黑屏 | `gpu-failure-black-screen-13s.mp4` | `MEDIA FACT / UNBOUND` |</a:t>
            </a:r>
          </a:p>
          <a:p xmlns:a="http://schemas.openxmlformats.org/drawingml/2006/main">
            <a:r>
              <a:t>| CPU/FPS 与卡顿改善 |  | `UNKNOWN` |</a:t>
            </a:r>
          </a:p>
          <a:p xmlns:a="http://schemas.openxmlformats.org/drawingml/2006/main">
            <a:r>
              <a:t>| resize/后台/重连长稳 |  | `UNKNOWN`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harmonyos-sdd-workshop-media/gpu-hwdecode-after.mp4 --&gt;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d7359edb204b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dcc6835acd4692" /><Relationship Type="http://schemas.openxmlformats.org/officeDocument/2006/relationships/slideLayout" Target="/ppt/slideLayouts/slideLayout1.xml" Id="Rb8dcb6fdb22541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dcb6fdb22541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aa2e86a2ff45cc" /><Relationship Type="http://schemas.openxmlformats.org/officeDocument/2006/relationships/image" Target="/ppt/media/image.png" Id="Re48bd8e12a8f4f06" /><Relationship Type="http://schemas.openxmlformats.org/officeDocument/2006/relationships/notesSlide" Target="/ppt/notesSlides/notesSlide1.xml" Id="R598a9bd087f54e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721820f2b413e" /><Relationship Type="http://schemas.openxmlformats.org/officeDocument/2006/relationships/notesSlide" Target="/ppt/notesSlides/notesSlide2.xml" Id="R47aa4df181ae46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48af5804942cf" /><Relationship Type="http://schemas.openxmlformats.org/officeDocument/2006/relationships/image" Target="/ppt/media/image2.png" Id="R18d62c9835e3454a" /><Relationship Type="http://schemas.openxmlformats.org/officeDocument/2006/relationships/notesSlide" Target="/ppt/notesSlides/notesSlide3.xml" Id="Re47bf2cd77d34c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06ec2af974cf0" /><Relationship Type="http://schemas.openxmlformats.org/officeDocument/2006/relationships/notesSlide" Target="/ppt/notesSlides/notesSlide4.xml" Id="R945c8e29995d46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2a081af934c48" /><Relationship Type="http://schemas.openxmlformats.org/officeDocument/2006/relationships/notesSlide" Target="/ppt/notesSlides/notesSlide5.xml" Id="R8fc7c14c6e1548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51ca32e4c407f" /><Relationship Type="http://schemas.openxmlformats.org/officeDocument/2006/relationships/notesSlide" Target="/ppt/notesSlides/notesSlide6.xml" Id="R0a7a80587db74a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441501667489e" /><Relationship Type="http://schemas.openxmlformats.org/officeDocument/2006/relationships/notesSlide" Target="/ppt/notesSlides/notesSlide7.xml" Id="R31fc855e0b9e45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4a5d630d04d6c" /><Relationship Type="http://schemas.openxmlformats.org/officeDocument/2006/relationships/notesSlide" Target="/ppt/notesSlides/notesSlide8.xml" Id="R2985433dfb5441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03f576ca746c1" /><Relationship Type="http://schemas.openxmlformats.org/officeDocument/2006/relationships/notesSlide" Target="/ppt/notesSlides/notesSlide9.xml" Id="Rf6bd7b7d936d4c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110bd750f40cb" /><Relationship Type="http://schemas.openxmlformats.org/officeDocument/2006/relationships/image" Target="/ppt/media/image3.png" Id="Rd9971b922dda4c69" /><Relationship Type="http://schemas.openxmlformats.org/officeDocument/2006/relationships/image" Target="/ppt/media/image4.png" Id="Raebda7a7fd944943" /><Relationship Type="http://schemas.openxmlformats.org/officeDocument/2006/relationships/image" Target="/ppt/media/image5.png" Id="Rdaa11d03f6c24a39" /><Relationship Type="http://schemas.openxmlformats.org/officeDocument/2006/relationships/image" Target="/ppt/media/image6.png" Id="R7c40672a6fa54004" /><Relationship Type="http://schemas.openxmlformats.org/officeDocument/2006/relationships/image" Target="/ppt/media/image7.png" Id="Rd455fa6335b9445a" /><Relationship Type="http://schemas.openxmlformats.org/officeDocument/2006/relationships/image" Target="/ppt/media/image8.png" Id="R9fad2c252b3e4fda" /><Relationship Type="http://schemas.openxmlformats.org/officeDocument/2006/relationships/notesSlide" Target="/ppt/notesSlides/notesSlide10.xml" Id="R5a141bf7525a48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b46728133457a" /><Relationship Type="http://schemas.openxmlformats.org/officeDocument/2006/relationships/image" Target="/ppt/media/image9.png" Id="R3d2c131eb10e44bf" /><Relationship Type="http://schemas.openxmlformats.org/officeDocument/2006/relationships/notesSlide" Target="/ppt/notesSlides/notesSlide11.xml" Id="R0e5b1341d56543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f578c63ea4caf" /><Relationship Type="http://schemas.openxmlformats.org/officeDocument/2006/relationships/notesSlide" Target="/ppt/notesSlides/notesSlide12.xml" Id="Rbb12d6ef8288475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1f92c10d543fc" /><Relationship Type="http://schemas.openxmlformats.org/officeDocument/2006/relationships/image" Target="/ppt/media/image10.png" Id="R6672280bf51a4ca7" /><Relationship Type="http://schemas.openxmlformats.org/officeDocument/2006/relationships/notesSlide" Target="/ppt/notesSlides/notesSlide13.xml" Id="Rffc14e776ae84d1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49315818546b5" /><Relationship Type="http://schemas.openxmlformats.org/officeDocument/2006/relationships/notesSlide" Target="/ppt/notesSlides/notesSlide14.xml" Id="R0f9f062311f547e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d06669cc946de" /><Relationship Type="http://schemas.openxmlformats.org/officeDocument/2006/relationships/notesSlide" Target="/ppt/notesSlides/notesSlide15.xml" Id="R6c89077fd65c4a4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efb24ea56440d" /><Relationship Type="http://schemas.openxmlformats.org/officeDocument/2006/relationships/notesSlide" Target="/ppt/notesSlides/notesSlide16.xml" Id="Rbf3e9a66dbaa40a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bc6fb243741cb" /><Relationship Type="http://schemas.openxmlformats.org/officeDocument/2006/relationships/notesSlide" Target="/ppt/notesSlides/notesSlide17.xml" Id="R40329ca5865e41f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5e35a8e63406a" /><Relationship Type="http://schemas.openxmlformats.org/officeDocument/2006/relationships/notesSlide" Target="/ppt/notesSlides/notesSlide18.xml" Id="R03bd3e3692ee488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c674c77af45ae" /><Relationship Type="http://schemas.openxmlformats.org/officeDocument/2006/relationships/image" Target="/ppt/media/image11.png" Id="R78454c5f9e9347a8" /><Relationship Type="http://schemas.openxmlformats.org/officeDocument/2006/relationships/notesSlide" Target="/ppt/notesSlides/notesSlide19.xml" Id="Rcdbf92e2e6e64b0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96664d33f487b" /><Relationship Type="http://schemas.openxmlformats.org/officeDocument/2006/relationships/notesSlide" Target="/ppt/notesSlides/notesSlide20.xml" Id="Rb5db94745f374ff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16e46b4e44c85" /><Relationship Type="http://schemas.openxmlformats.org/officeDocument/2006/relationships/image" Target="/ppt/media/image12.png" Id="R305764b65c1941fb" /><Relationship Type="http://schemas.openxmlformats.org/officeDocument/2006/relationships/notesSlide" Target="/ppt/notesSlides/notesSlide21.xml" Id="R2434a9fe6569487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30e32dcb14b51" /><Relationship Type="http://schemas.openxmlformats.org/officeDocument/2006/relationships/notesSlide" Target="/ppt/notesSlides/notesSlide22.xml" Id="Ra66f5a860e0d462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c5691c68048fb" /><Relationship Type="http://schemas.openxmlformats.org/officeDocument/2006/relationships/notesSlide" Target="/ppt/notesSlides/notesSlide23.xml" Id="R4c139c63367d4bf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c8415dd5f4e73" /><Relationship Type="http://schemas.openxmlformats.org/officeDocument/2006/relationships/notesSlide" Target="/ppt/notesSlides/notesSlide24.xml" Id="Rd1c8402236094e9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e5e6ff92c4e93" /><Relationship Type="http://schemas.openxmlformats.org/officeDocument/2006/relationships/image" Target="/ppt/media/image.jpeg" Id="R764f123387f64c05" /><Relationship Type="http://schemas.openxmlformats.org/officeDocument/2006/relationships/notesSlide" Target="/ppt/notesSlides/notesSlide25.xml" Id="Re633d3ac644d4bb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59ea1b7c745f9" /><Relationship Type="http://schemas.openxmlformats.org/officeDocument/2006/relationships/image" Target="/ppt/media/image2.jpeg" Id="Re9fd686d8a06409e" /><Relationship Type="http://schemas.openxmlformats.org/officeDocument/2006/relationships/notesSlide" Target="/ppt/notesSlides/notesSlide26.xml" Id="Re122fe570c4f41c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8b2bcef0a46b3" /><Relationship Type="http://schemas.openxmlformats.org/officeDocument/2006/relationships/notesSlide" Target="/ppt/notesSlides/notesSlide27.xml" Id="R242a84f31d414e8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c1d565b054e24" /><Relationship Type="http://schemas.openxmlformats.org/officeDocument/2006/relationships/image" Target="/ppt/media/image3.jpeg" Id="R0cd58fa8d95b4305" /><Relationship Type="http://schemas.openxmlformats.org/officeDocument/2006/relationships/notesSlide" Target="/ppt/notesSlides/notesSlide28.xml" Id="R71d56e9d87f0410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61f95e227a472c" /><Relationship Type="http://schemas.openxmlformats.org/officeDocument/2006/relationships/image" Target="/ppt/media/image4.jpeg" Id="R4ac924faa1e34bdb" /><Relationship Type="http://schemas.openxmlformats.org/officeDocument/2006/relationships/notesSlide" Target="/ppt/notesSlides/notesSlide29.xml" Id="R04b2643ba5304dc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8d963d0294c1a" /><Relationship Type="http://schemas.openxmlformats.org/officeDocument/2006/relationships/image" Target="/ppt/media/image5.jpeg" Id="R49eef8b657484031" /><Relationship Type="http://schemas.openxmlformats.org/officeDocument/2006/relationships/notesSlide" Target="/ppt/notesSlides/notesSlide30.xml" Id="R89e24f5b54b045b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10636f5744cb8" /><Relationship Type="http://schemas.openxmlformats.org/officeDocument/2006/relationships/notesSlide" Target="/ppt/notesSlides/notesSlide31.xml" Id="R6235cc94ef2f4b5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8ba193d834cb6" /><Relationship Type="http://schemas.openxmlformats.org/officeDocument/2006/relationships/image" Target="/ppt/media/image6.jpeg" Id="R0d56be1ce42f47fa" /><Relationship Type="http://schemas.openxmlformats.org/officeDocument/2006/relationships/notesSlide" Target="/ppt/notesSlides/notesSlide32.xml" Id="Rc7b5379015ef47e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d7f866f2d4c3e" /><Relationship Type="http://schemas.openxmlformats.org/officeDocument/2006/relationships/notesSlide" Target="/ppt/notesSlides/notesSlide33.xml" Id="R4b82cedbd670492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89b69ee41466e" /><Relationship Type="http://schemas.openxmlformats.org/officeDocument/2006/relationships/notesSlide" Target="/ppt/notesSlides/notesSlide34.xml" Id="R5829eb4138e34fe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1b71e02924ebe" /><Relationship Type="http://schemas.openxmlformats.org/officeDocument/2006/relationships/image" Target="/ppt/media/image7.jpeg" Id="R71f28c98bd154f41" /><Relationship Type="http://schemas.openxmlformats.org/officeDocument/2006/relationships/notesSlide" Target="/ppt/notesSlides/notesSlide35.xml" Id="R2065de184223424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5c29259b445d3" /><Relationship Type="http://schemas.openxmlformats.org/officeDocument/2006/relationships/notesSlide" Target="/ppt/notesSlides/notesSlide36.xml" Id="R946d666c2e68484a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e4e713e9a4986" /><Relationship Type="http://schemas.openxmlformats.org/officeDocument/2006/relationships/notesSlide" Target="/ppt/notesSlides/notesSlide37.xml" Id="R06ed3795ae6f4a5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3c43b43964c5f" /><Relationship Type="http://schemas.openxmlformats.org/officeDocument/2006/relationships/image" Target="/ppt/media/image8.jpeg" Id="R31c5cc0c57e6456d" /><Relationship Type="http://schemas.openxmlformats.org/officeDocument/2006/relationships/notesSlide" Target="/ppt/notesSlides/notesSlide38.xml" Id="Rd1776909910d480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ce1e529a746b9" /><Relationship Type="http://schemas.openxmlformats.org/officeDocument/2006/relationships/image" Target="/ppt/media/image13.png" Id="Raee7445aabf847c9" /><Relationship Type="http://schemas.openxmlformats.org/officeDocument/2006/relationships/notesSlide" Target="/ppt/notesSlides/notesSlide39.xml" Id="Rbbbbb60cf14542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bd8e12a8f4f06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12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15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12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2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3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126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127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62c9835e3454a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13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6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9F48DB-C5C7-4335-BB9E-B73D52C0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61171-81CC-4DFC-9737-55E0F23D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DAF982-71C5-4756-B165-44F76C2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CDA90-9D91-4EEB-BC01-F32AC0E8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F52AD3-AFE6-4F50-AFAA-65AD2301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7C0B7-DC74-4AEE-9D96-8A149760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2DC47-EBC8-4B0C-A475-83AA85DB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B7F1B2-6AE5-4751-8EA9-B64A4574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83E89-30E3-4416-BE9E-86DD9BEF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26258-370E-4875-A26B-A4B36C3B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78AB4F-6F43-468B-A391-5F7C01A5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0DBD02-9A25-472B-93B7-936D2372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52B366-2CF8-4C30-84F9-B6EA246B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511965-B9A2-488A-A717-4C029C4A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F85ADA-3C76-47A6-B505-E0863F04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CF94F-4967-4C0D-BA3C-89F7136F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8FEE9F-E3FD-4C5D-BB20-8F78078B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5AE4C-400C-4F1E-992D-2C1DDC1F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D7DF36-A8EA-4C9C-9AC5-EE16F7C7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1CAC99-BFC9-42B1-A1A7-AD471E1C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DE83FF-FAA7-48D5-9340-3D1279DF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052C5D-A746-4863-AAF2-326132F4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D148AD-9AD7-4BB8-9903-B8026570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65CD0A-F879-4077-A6CC-6F925DFD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1509C-7EBF-4973-BC7D-078F921C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25E3FA-5AC8-4E75-9E5B-45A03E4E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91E3FB-2A85-4C40-BA04-0DD21B96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2FDC98-B8D8-4C96-8259-D4DBBA5C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76E517-49AB-43AE-B9B6-2B9169D1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9FDE83-1302-4045-97DD-A5C3A218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E163C7-3ED4-49E4-9540-C3355104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356313-9BE1-44CB-80BF-628726E3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08D99F-AA79-4FFA-9E90-0B4841EA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9F80DB-FF98-4DC5-84A1-A7495F13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362807-62CC-4787-B8A5-9E8B34DD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99B40F-5887-4D20-9986-5D17E90C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F33564-5A78-4784-9DDA-84FC1D5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0DECA5-022B-4DF8-A190-A2F737CE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EAB2D0-CD9D-4C7F-A4F6-4C08C442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BBC1D7-D113-4F7C-91A1-4B0F19F2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5553D4-E6EA-4A47-A841-7E636F5D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C9B461-33BC-4023-B88F-61C25638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2E2416-07E3-4312-B3CB-F94AF8F5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935F70E-EF1F-42EB-8786-472C416D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D17346-9DFF-4D2C-9D3A-3754514F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1B56DC3-7B41-48A8-B8AD-904C5D11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EBF862E-4941-4000-A50D-1332ACF3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A3FA578-05DC-4814-8D9D-D841ADC7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019000-929F-4B02-841F-BA55948F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30BA7B-511B-4416-90C0-3C51DC64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97609B-01E5-46FF-B626-12E19DBE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C5E13-AA16-40F6-A282-61E74028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D586C-4A52-496C-B034-693FA6BA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六个阶段不是目录索引：真实文档必须能被打开、截取和追问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850A7-D5AD-4DD8-B904-D00B3390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这一页先展示六份仓库原文；后续每一步都把关键段落、代码锚点和验收结论摊开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34969-F838-4D5F-A4AD-C7A19960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317FFF-D345-4892-9B2C-503ECC36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71b922dda4c69"/>
          <a:srcRect xmlns:a="http://schemas.openxmlformats.org/drawingml/2006/main" l="0" t="17146" r="0" b="171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428750"/>
            <a:ext cx="3333750" cy="156210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6B222-5806-4C0B-8C89-0DE96946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AF08B-1FA0-46C8-A3F0-1C96FE27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765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F2275-359C-4696-AC10-E35B0572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7657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6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6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E776D-06B8-4515-AADE-22DCE79F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da7a7fd944943"/>
          <a:srcRect xmlns:a="http://schemas.openxmlformats.org/drawingml/2006/main" l="0" t="17146" r="0" b="171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62450" y="1428750"/>
            <a:ext cx="3333750" cy="156210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923AA7-D9E5-4BFD-A728-826FBD97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2895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BCB1A6-81BF-4531-8E75-F703F9A5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765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0D81DF-7796-4907-9ACE-31C9D266D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7657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6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6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F6C798-D0F0-427C-9376-55584EF8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11d03f6c24a39"/>
          <a:srcRect xmlns:a="http://schemas.openxmlformats.org/drawingml/2006/main" l="0" t="17146" r="0" b="171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0" y="1428750"/>
            <a:ext cx="3333750" cy="156210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251E5F-0FB6-4AB3-A3BB-58F05CC9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2895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0742A6-ACA5-432F-958F-40214368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765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986E22-36CC-432B-AFBF-F3F61E8B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7657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6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6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AA3361-2E7B-466B-B681-109F6279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3486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0672a6fa54004"/>
          <a:srcRect xmlns:a="http://schemas.openxmlformats.org/drawingml/2006/main" l="0" t="17146" r="0" b="171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3733800"/>
            <a:ext cx="3333750" cy="156210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166A0D-3418-42B1-9E09-E31F551F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340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D23B76-C52D-4608-99CF-EE9A218C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816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5AEA56-7571-49F7-8CF5-0DD834C6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8162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6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6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CD2CA9-FB88-4E40-B351-2040D24B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57600"/>
            <a:ext cx="3486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5fa6335b9445a"/>
          <a:srcRect xmlns:a="http://schemas.openxmlformats.org/drawingml/2006/main" l="0" t="17146" r="0" b="171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62450" y="3733800"/>
            <a:ext cx="3333750" cy="156210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99C5D3-B1CA-4496-B418-7173D040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3340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D3A07D-8F32-46E7-B163-9AF840A9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3816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运行账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DC6A46-226A-4D4E-A74C-B0124795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38162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6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6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382BDD-1ECD-4064-A54B-A654FF59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57600"/>
            <a:ext cx="3486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ad2c252b3e4fda"/>
          <a:srcRect xmlns:a="http://schemas.openxmlformats.org/drawingml/2006/main" l="0" t="17146" r="0" b="171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0" y="3733800"/>
            <a:ext cx="3333750" cy="156210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3CB0E1-5257-466D-9AC4-C52A4F04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E6D728-727A-48CA-BECD-65644080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816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66A40A-0A75-45BF-9F7B-1C49F79E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38162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6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6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7E0537-27C6-4943-BAC4-697F751D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38850"/>
            <a:ext cx="10934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86C934-055C-4013-A69F-B20F43BC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真实目录：case-materials/mdm/01 → 06；文档先行，截图只是证据窗口，不代替原文。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B09266-30C3-43EA-9BF3-529C6A57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DA922D-9415-44AA-A2EC-A80C6547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B87AC1-FC6C-4EE0-9240-E32C5DAA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159C60-0233-48EF-8D49-3B43FE67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CA907C-BA7D-4943-983B-FFF4EAD9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A30CD-B76C-48AE-8B3E-6CC88172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资产同步不是“读完仓库”：五轮读取的结果已经写进真实文档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EB5CA-0013-434F-874F-C9663EA2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左边看原文，右边看从页面到系统调用的路径；每一跳都能在代码里打开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21D58-F6EF-43B0-AC02-A7F542BC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2c131eb10e44bf"/>
          <a:srcRect xmlns:a="http://schemas.openxmlformats.org/drawingml/2006/main" l="0" t="208" r="0" b="2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352550"/>
            <a:ext cx="6572250" cy="46672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42ED5-5BA3-4036-B332-16467F16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代码穿刺路径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C929FC-BF89-4847-AA5E-AD311E33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2306D-0E20-4992-BA32-7C4ED953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3981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F9C26-C119-4FEE-9DB6-ADBE459F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742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D5A071-2CAF-49EA-BD59-D33324C6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3357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182FFF-9EE6-46BB-99DB-722A6889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5737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PeripheralPage.ets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358D12-A1FB-4073-9023-7D05392C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85975"/>
            <a:ext cx="3028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入口与三个 Tab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E422A-88C0-4C6B-8BB2-5BD3BD94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431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7A0A7-85F2-45E0-BE0E-16C2A353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8125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01005B-D96E-4B1F-A504-612730F9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33650"/>
            <a:ext cx="3981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E59BA9-DDDB-44BE-BE5B-5BD9A646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33650"/>
            <a:ext cx="742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D209B4-D6C7-45EA-949F-2113C4E2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7652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00EB0D-CAF4-4BE9-A614-2949B81F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03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PeripheralViewModel.ets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45AB11-EB47-42DF-B7F2-A5FFE660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28925"/>
            <a:ext cx="3028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跨 Tab 刷新协调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7A4C71-8FFA-4CEB-AB69-4B2393C4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861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A979F2-9F46-4859-8114-81A3FFA8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242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7E50F5-DEB6-42FC-A7CC-D4ED6953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76600"/>
            <a:ext cx="3981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FA4750-633C-4AC1-975B-305C0D68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76600"/>
            <a:ext cx="742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7EECBE-08D0-46DE-9A4F-BEDB8467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1947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DOMAIN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E34ADD-9ADD-43CC-8B21-EF839537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4327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UsbGlobalPolicyService.ets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8578E7-E769-485C-8957-7AF3165E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571875"/>
            <a:ext cx="3028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挂起 / 补偿 / 重放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3C80BE-E29A-49A0-97D0-D306752D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8290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CFEE86-46C8-488F-823F-0EFA1700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6715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0C5A14-3E31-4126-A60B-C883DD38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19550"/>
            <a:ext cx="3981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C5EBD2-2484-401F-986B-FFC8FB69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19550"/>
            <a:ext cx="742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4A6F83-80F5-48A5-A710-0183EBCC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6242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ADAPTER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74AA82-8AD1-4CF4-A58F-8EE378CD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862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PeripheralDevicePolicyDispatchService.ets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C08843-D8B9-4FEF-B9F1-0EC70258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14825"/>
            <a:ext cx="3028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fingerprint → baseClass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704DAC-27F5-4F1A-AEAF-3849AF3E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720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FBA8D5-888A-401C-9E5B-DD72D257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101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C5078D-A680-46BF-BAB3-3F7E3F1E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62500"/>
            <a:ext cx="3981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803329-1C8C-4CAB-A6AA-D48B258D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62500"/>
            <a:ext cx="742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7CD46D-88BA-4405-8BC4-7F349588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90537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ORACLE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7AFBE6-1387-43CC-A2D1-057F123D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2917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test/peripheral + e2e/cases/peripheral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6ECBB4-1342-4D72-AAB1-69250B34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57775"/>
            <a:ext cx="3028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UT / UI / 系统回读 / 实物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3DA3A1-176D-48CC-9960-C45CD698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619750"/>
            <a:ext cx="409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5C70F6-2144-421B-8513-D4E42A6B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8642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Exit：能画链、能定位文件、不能确认的进入 Spike。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C005BC-22C7-4527-8A94-434DCD72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223CBD-E339-4D52-B5B0-56CF66C3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30DC7F0-0071-4EB7-981E-EE4F7A5F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0D17BFF-184D-4EDA-9505-3501B178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6B14C-B140-4ECE-9052-11848220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7950C-8E00-40C6-8DB6-5F41F199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0A197-68B0-4377-A070-8B2527D6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973B8-8BA3-486E-A668-972E0F43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7B5CF0-AF97-42D4-BC54-EB125D0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606B2-FD44-4D0F-95F8-44E00EA0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DCBC9-A7A3-482B-9C0D-85A77FC1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E92B74-ED5F-4A2B-9EC1-B814ACFB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46E033-1191-483B-BE43-FD76B803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AE41A-F272-4896-8A62-F3E81926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FF5298-5D81-4425-9BC1-98292B83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ABAAF-DEDE-4C6D-B63B-CE84F029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3256D5-A852-4A81-8263-7AF7AD29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A384F3-BC0C-41AA-AF61-4C0B4265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E8E197-3FDD-4801-83C2-1DFD989B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FCC30A-B254-42EB-B32D-124D447D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A06592-6421-46DD-AD6A-70A5A5F1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4E7E5B-00C6-4469-9BA7-A119567A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87CACA-2A22-4EFE-B39C-B24DA69C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E551C4-755B-495B-8D35-DE04B640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8025C7-5619-4CFD-8300-6F12400D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B89B8-897D-4D54-BE0D-D9CCE8A7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3C5403-F2E4-4D9C-ADB4-BFA39975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80C76-E041-48A9-870B-2A963438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9E979B-3198-4AC0-928B-25887C02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02FF4A-8A0C-48F1-A3E8-BEEA596B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2A4AB4-0442-4F82-9402-D2F520D0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6DC286-5971-4840-9A1B-3B55D22B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4EC88F-C111-4E8F-8914-A73258FE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9A09DF-81AD-4AD0-BCE9-E4199EE5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FB42DC-AB7D-4F18-A28F-B38B3D8C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26A263-1426-4024-903B-682F9D5F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11BAB3-9637-4EE6-8118-84EBD8FB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6B1BB5-648F-473F-82A6-1D4A4D8B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D5C7BB-838B-455A-BCFF-7AC3E747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3E80AB-524A-458C-9295-86E3B745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F78035-F95A-4044-B900-E9BEB66E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656C48-CD67-4B56-AF34-1E05BB4B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38F9FF-632B-472F-9CE7-A221F7FE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164EC8-9AE2-4E59-8763-D3A6FAD4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05D261-3098-47F9-A0CC-1DA98775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193A10-486D-483A-9528-32A52AFB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5FCDB23-480D-4E42-8849-BAAA28E0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0D76AB-26F4-4171-B914-7FE50D0A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6CD5A9F-DC49-490F-BD40-8ABB03D0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5BBCD78-EAEA-4CEE-85E6-8CD16F66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404201-F31A-489C-B203-0C0373AB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653CDF5-33B2-482F-8203-AE962EAE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4D60EA2-E29F-4478-A809-E2807A01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A31F60F-D5EF-4A70-B42C-05821B5D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6CA2CCA-2A17-4385-ABCA-F5FCBA28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80EAE9-BB86-4BF7-99CB-1D20171F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53C00BC-A497-45C3-82A9-3FD8D580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DC59279-9AF7-45F7-A622-F6BA9433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9B9979E-542A-4C8E-9751-85F7B826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1DC8D2-C144-444A-8CC4-84D3B50E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D89CDA-B7A9-4273-A5DF-6B7B82C3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9869D3-8746-4E0D-B49D-C49CC935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方案推导要留下被拒绝的方案：为什么最终选择三层策略模型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6107B-CBBE-4B36-9B8D-EE69496D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左边是仓库中的候选方案表；右边把冻结后的判定顺序画成可执行决策树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441E4-EB41-4D45-BA62-5CE85D7F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2280bf51a4ca7"/>
          <a:srcRect xmlns:a="http://schemas.openxmlformats.org/drawingml/2006/main" l="1105" t="0" r="110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352550"/>
            <a:ext cx="6191250" cy="4514850"/>
          </a:xfrm>
          <a:prstGeom xmlns:a="http://schemas.openxmlformats.org/drawingml/2006/main" prst="roundRect">
            <a:avLst>
              <a:gd name="adj" fmla="val 2532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05AE32-5397-4D90-86F4-59107BBF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51CA5-63EA-48C9-8285-2446BC12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9AD8EE-13ED-4E61-BB6E-8CEA1916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52600"/>
            <a:ext cx="428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932E8-B7C8-49C4-8D6A-56C0D4DF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66900"/>
            <a:ext cx="398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globalUsbDisabled 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DA7F6-8A13-4213-B752-BF64428E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24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D2B709-C8A5-47F5-8E20-C190620F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52700"/>
            <a:ext cx="1352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C81B52-380E-419A-9E3E-4841399B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57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DENY ALL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45BD06-ACAF-49AF-BDBB-BEBD9330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24790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747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95B27-23FB-4B43-B8A3-013F4AC3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NO 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659BE9-EDBC-46DB-BD1D-72428E04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4790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DC2845-826A-43AD-8AB3-2C01A076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314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4F325-6C36-4DFC-AF19-ECB8FB7E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6700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explicit policy for fingerprint 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6E54D6-EFF9-4482-B7E9-C292A565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48000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94162B-D1FB-4B09-A428-2EA4DC0B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71850"/>
            <a:ext cx="314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0749F5-DCD8-4995-8A54-33E69CFC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8615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YES → desiredPolicy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DEA302-2A76-48F0-A36E-6607AEF1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867150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EADE4-F741-4379-9904-554FCBC2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91000"/>
            <a:ext cx="314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C5043A-7633-491F-AE0C-6D203392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0530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NO → usbDefaultPolicy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B87F7F-93B3-4806-A4E7-C7F7D630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10150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7F437C-C2A1-404E-AEA3-513325DA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05400"/>
            <a:ext cx="398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存储策略并行覆盖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7F20FF-9728-4C13-BE42-111CDD7B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72100"/>
            <a:ext cx="3981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USB_STORAGE + DISABLED → DENY_STORAGE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 后必须结合 getter / 运行态判定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31013D-2CFE-47C7-ABC7-521A8A3C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62650"/>
            <a:ext cx="10858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EF7917-CD7E-4EAF-9FF1-0CA470A2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10591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为什么选 C：能分别保存意图、执行态和在线态；能补偿；也能明确系统粒度不足时停止。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7AE281-7B8D-4384-A075-11F2C80B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E08338-9BAB-4516-B368-21B88BEE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3029D1-D195-4993-A075-AE59B014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FE77C4-EC76-454D-B48A-CAA3435B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03EBC1-89E1-4363-A734-2978E141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B3DEE-F003-42A8-B270-0E920CF2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41222F-5F3D-4924-BB61-AF894332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BEE88E-9932-4F30-96E7-8CB87421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765B90-E2E5-41A3-9C7E-B1969B43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9F2EC6-0742-425B-88E7-830578AB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301AE5-1988-4E97-A8FC-AD8E278A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CC0C4-F8E8-409B-88F2-FDD1B65F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6D9280-54C7-4217-AB40-49E88FB4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0D5E04-0520-43E7-9F20-6D4AE0AA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F2B0A8-A65A-4567-BCC0-3644EE70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207C45-7ED0-41B3-9A0D-435C1200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6F9274-892D-4A7C-8325-555446E2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B53BEA-EBE0-4F7F-A9B7-C2FB8561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EBDC17-8383-40F5-B359-5900002E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197867-0E63-4A26-B29B-9B91B305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134301-56CF-4F86-B007-243CBC35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7F8580-55A0-437E-86EB-F9199CAB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7BEFD5-F0F5-4DDD-8FAB-BC116CA8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45C0FC-7BF3-487B-B836-AD16D703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E6C394-FD8F-445F-A9FD-166D1198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AD981-032A-4C21-86F3-75361E6B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6088C9-FEA6-41E1-A335-93E25BC0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A948E6-E464-4265-B6DC-9D01789E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F3B432-C9AE-4DC5-B48B-EA0C8457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954E90-CDEC-493E-BA04-F38F7F6E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C20B8D-5DCD-4462-9E25-83B46BD0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B6D765-C3C9-40BC-95AC-DA4F5A89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2E5C5F-DFA3-4096-9EDC-682B9940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852DA3-D7CF-4573-A5FA-1D69B0AA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CB446C-E2AF-43DD-97F5-55ED4BF9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AA8019-926C-4BE0-B453-3FBEF5B4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D79B5D-69DB-4294-89E1-FD70969D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048CB1-6BE7-4AF5-ACA3-A0E1F842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5F6C30-2C89-44F1-A1A7-63B95F2B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A998C5-D7C3-4262-8077-A2BB8197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6E5C91-3E46-48B1-B4DC-186EE4252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74AE95-DC90-4637-833C-67697952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65F5A5-9F85-47AE-A4EC-58E59E0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67FA5-59DA-4ADB-A959-291EA38E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9DC765-DE89-4F9E-ACC6-6DB0E8BA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C92782-68F5-4643-97B0-0356F5F4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62930-B1EF-4141-8A27-CC508933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E445DB-8285-4FA0-8976-D3EA43CA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7DA1A-3C78-4310-A2E3-07C409BD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88FBF-7DA6-4A5A-80AC-72B08998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49212-9D32-4772-9D2C-44847D4A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EE077-0BAD-4979-9E46-D25D6938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59A4A2-DE9F-4309-ADD4-62F86EB4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849C50-26D3-4945-80D3-84D9566B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F2F62C-5370-40B3-9469-3EF20BCC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33E5F-AF28-45E5-9020-A0D3D493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46F10C-0D5C-4AF6-8C3A-3DCB75E6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BA85EC-71BF-43CC-8843-44C2183B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B10D32-7EE3-440D-BEC1-3C89B352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1F90D1-AD8A-4DCF-A51E-F7A0BCB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3A2E77-6EA3-45C8-893C-42BEC2AE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D7D19E-43FE-4FBF-AA34-1907DE81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3EF47B-24E8-4431-A059-2BBFA4A5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93B91A-59C2-4E64-8616-258FE69B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939325-4A2D-442E-A56C-9EE4DE94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4BF163-C452-43FC-8CAA-651A5A19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8C4281-87BF-472B-969D-E5804048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2AD7B1-9DD5-4401-BB53-2A7ABFE7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40847C-4CC8-478D-B2E5-B9E37455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0E6C30-E29E-474A-BA86-7AD5B4FA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C15CCF-7CC8-499F-A8DF-3E4A5B92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988101-9B2B-40B7-82E0-AD2F9C83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0BE5C9-EA6F-4972-B84A-C44E25A4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A2B2F0-C552-4D29-B53A-0BEDBB0E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8CCBA6-40B8-4503-8E4A-FF8117FD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44CE06-2399-4465-84D9-D1150AA1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292930-B2E1-443C-8A0A-B0891857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469472-3321-4616-BC76-ECC44F97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17A2E9-03EB-4707-A7FE-E066173E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CDEEB7-7381-47CC-87E3-27FBA0EA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10CDEC-BB9D-49D9-810A-BF2E36DA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DBD97D-0BB5-4CBC-98F4-0F5C0486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A5391A-FDE0-424D-ADAB-2146497C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C7E3AB-5925-4738-9C3C-4C6D4CF5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FEF64A-5250-4A70-B354-8E3DFE3B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02E880-93B3-42E5-AB63-9DE38A22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EC7DEA-B06D-4F99-8731-B2BC7135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AA3211A-F1F9-493D-8D21-2E64BD3C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EC2A402-4424-45F9-8585-8BCC76E4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E5BD45-EB67-45BC-9F6C-31D10821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0961E-DBC2-4E0D-B23F-BA42E3DC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46DC2-E281-4919-9569-307D537E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不只给类名：每一层负责哪份状态、调用谁、证据从哪里回来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83CFB-7147-461F-8A8C-1D0E3D78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左侧是代码目录定位；右侧是前台、后台事件、数据和系统能力四条真实链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A3AF6D-B788-4C42-9CFB-A78976DE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CF9514-CEAC-44DB-A145-911E39CD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代码目录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A68449-5101-4753-8962-2E773458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5BE5DE-9723-4A62-ABA1-2AA00F65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354330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AABAA-0DE8-4200-A1C2-65ECD123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2004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entry/src/main/ets/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├─ pages/peripheral/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├─ PeripheralPage.ets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├─ InterfaceControlTab.ets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└─ PeripheralPolicyList.ets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├─ viewmodels/peripheral/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├─ PeripheralViewModel.ets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├─ InterfaceControlViewModel.ets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└─ PeripheralPolicyViewModel.ets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├─ services/peripheral/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├─ UsbGlobalPolicyService.ets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├─ UsbDevicePolicyStateService.ets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├─ PeripheralDevicePolicyDispatchService.ets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│  └─ PeripheralTraceMaintenanceService.ets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└─ repositories/peripheral/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├─ UsbDevicePolicyStateRepository.ets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└─ PeripheralTraceEntryRepository.ets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FC70F8-A415-4A2D-A28C-1DCB7316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运行时四条链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8365A-0171-4FAE-B7E9-3EAA7DA4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72F0D-2477-458A-B874-38534F03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33550"/>
            <a:ext cx="7200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FA8D2-B1DD-4FE0-B90A-275AE881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335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A6EC76-4B4B-4EB4-9B8A-A5726D4C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90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前台交互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3801C-3D71-4D1E-AFC9-23FE5C56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47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2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  →  Parent VM  →  Child VM  →  Domain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5051BB-AD86-4030-9B2C-ADAF5BFF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52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提交受控状态；View 不直接修数据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AFCC5-97FD-418F-90E4-0A2E1ED2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24150"/>
            <a:ext cx="7200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6063C7-7D17-4CB8-9D54-DA812420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241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581669-5A6E-426F-BF5B-88161781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813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后台事件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3F7C37-180B-46F8-97F6-BBA68C91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384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2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CommonEvent  →  Producer  →  Pipeline  →  Consumer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0AE37F-63FE-40D9-9BBB-84E924A9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432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ATTACHED / DETACHED 形成事实时间线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3D7D71-CC03-49BE-8AD4-7D0E7B46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14750"/>
            <a:ext cx="7200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CE7C14-7CDA-4BB2-982B-9A92E286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147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3531E2-D209-426E-9AE4-F745B1CA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719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应用数据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76D3A1-3D7B-48BF-B04D-CB4B4077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29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2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 +  Policy State RDB  +  Trace RDB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F99828-8C63-468C-864C-A4518DDE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3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默认值、策略意图、连接事实分开存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AFE739-6B2C-4391-8968-08D7C616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05350"/>
            <a:ext cx="7200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FE36F4-A732-4EE7-AF14-EEDBCA4C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053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6D7649-9463-4D53-B465-D6999282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9625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系统执行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A4E27E-6869-440D-A31E-463C8F56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819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2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restrictions usb  +  MDM usbManager  +  getDevices()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643F9E-7DF5-4AF7-AC2C-B9413D5F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244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全局回读、类型级下发、在线态对账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3E72C8-6668-4982-95DD-87F5F624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695950"/>
            <a:ext cx="7200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F18CDE-0BDF-46A2-888D-C2E1C1CE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724525"/>
            <a:ext cx="693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排障顺序：系统事件 → 写库/通知 → VM reload；不要先在 View 上补刷新。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0863C5-7371-47BD-A8DD-DD4FEF2C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真实映射：03-外设管理MVVM与策略RFC.md#运行时框架；08-代码级调用链与课堂穿刺.md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1AE262-D57A-4C21-B302-055D4024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6CDBD6E-639D-40CE-9B03-92888FFE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48E0049-9C2A-4B86-81C7-5EDD4F4C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35DAF-DB38-4551-A416-43161801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5EA3E-EA9D-4757-928B-282506D6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791B6-814B-4ED5-96DF-4DD01843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43DA7-B51A-4E9D-95E6-E268F0A7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CB8281-3C48-4994-AD78-4E21938F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685B7E-F64B-4474-9668-99C9A7B0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6485C7-EE92-4F6D-8514-CCA76AA4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BA4C4-3BF3-44E8-9B8D-0F9C59AC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C309D0-5448-40FB-9DE3-B88F471B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394DFB-C040-4B7B-9A65-B6C843A5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09933C-1094-4BA0-AB05-8837A4E9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5BF07A-C040-4B38-A85C-0DEB2A01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A772B0-A9CD-4826-8905-EA5CF6DB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F06EFC-E4CD-4C07-A9AC-B401D089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15EAF5-B675-4796-A894-0021C3A6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06565D-2298-4831-99F3-CCB638D5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E36FE-673F-4663-B4CA-CEF34526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E1BE7A-85EC-4EEB-8C33-2386464D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6C1746-E92F-451B-8829-8A144C04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DBFC92-681A-4DA8-B61A-520BE756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F4F816-194B-4584-BE2E-7900378D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6FFAEC-03FE-4E0F-9811-834A3141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B38D8D-D65E-419B-A939-B9E40B6A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FA62F2-4F51-4C32-8922-6A23246E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7244B5-CD78-44ED-B1C7-C58DED68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64DC97-D764-456F-BE30-253639AC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6824D6-F700-4C8F-8FDE-85FF6448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A6CC0A-223B-4C58-952A-E51C37E5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37304E-75DC-4734-B0A7-B6362526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EDAF91-50EF-404F-BDC9-D20F2E8C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6C7AF6-10D3-4846-B6E4-94CB761C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AA873B-A4AA-4815-AEC9-A5C31818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7FC3B4-2D4B-4038-A925-EAF2D223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862D50-2102-4139-A2C9-2C56701F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4BBE5D-D97F-4D4F-8390-2D5FB2F3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88F726-0D7D-473C-A249-CEB998C9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6C724A-0537-43A7-B06A-97B06DD7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BDFB4A-2CAA-4535-8266-28CDAAAE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2DB16C-8922-435E-9FEE-86D63F74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3D9362-09C5-4E98-938E-BBCCC57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2C4631-50F7-4545-A775-05F3DA74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DF3F70-C207-4E2B-BEB4-8FA012C6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366984-E9BA-4113-8F73-B67CB2C2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DF1461-D0B1-4FF2-BAE0-7DB97FD1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F1F291-70A6-4476-AE65-240529EE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9C4D1D-F3E4-43C1-B2AB-8BF5280A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A06A41-428A-4B51-B629-1359B7CE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B1E8076-EDF1-4C6E-8E51-552C3F94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7C9E90E-BD84-4A54-9246-6677438B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5AB2E4D-FDDE-47F8-9607-2817B184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E3D95-4A5A-497D-9397-AAC96455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982CC-3034-4503-AB23-3E7DA71A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全局禁用/恢复是一笔有补偿的事务：调用顺序必须可见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ADBA4-F20E-4824-9BD9-73745F06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下面是 setDisabled() 的真实责任边界；任何一步失败，都能指出回滚从哪里开始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393B18-8FCF-45FB-960E-014B6873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BFE20-737B-44AF-8082-F1B467A2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1790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743F8-66C2-4C01-B473-74F97A1C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Interface VM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8AC779-6061-49D5-96CF-42D841C7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79070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C0A19-5DE9-44E5-AA7E-7D486F30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409700"/>
            <a:ext cx="1790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3F981D-2ECC-4AFB-BA2A-A3ED6073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859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Global Service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E6806-FFD9-4869-8A81-9AF8CA72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9070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FDAD47-45B2-43B7-A94D-00D5E799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409700"/>
            <a:ext cx="1790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C8591-15F6-4FC0-A28A-C7AA897B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859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1520A2-EADA-4C09-ABA9-56D30FFA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79070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B01495-D76C-46BB-AD26-A877ACE1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409700"/>
            <a:ext cx="1790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596F54-4337-4528-A752-840239E8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4859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Dispatch / EDM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91681B-2A72-4F03-A213-5ED3752B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179070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F235B6-B024-43EF-B365-2650C1AB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409700"/>
            <a:ext cx="1790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3C4D9E-AE2E-4AC7-906E-6EF78BE9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4859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restrictions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6F940D-CC0F-4822-82A9-07F422C1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179070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38752C-D091-4183-8E5B-857E1412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43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Disable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859E29-11CF-42CE-A3DF-95FBB1E9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436D17-E0C9-4421-B89E-F28EADEB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266950"/>
            <a:ext cx="224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D711C0-F9C1-4713-A096-13E02A26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621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C246B3-446A-45A4-B409-A33AB772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038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setDisabled(true)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DB14B8-2B2C-4331-A438-844BD7C9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47950"/>
            <a:ext cx="224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3C7D2D-F363-42B5-929D-E7738647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431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4E42AB-C3BA-4A64-A726-BB47879F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19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snapshot present &amp;&amp; active=deny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CDCAF3-5E47-44A8-9471-A881F0B9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28950"/>
            <a:ext cx="449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CF3976-CFAC-4B58-8FE6-59615E5F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241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6C7BB2-7681-4EA6-9627-D8C05800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00350"/>
            <a:ext cx="434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34A35B-9A2F-45CF-A7AF-1D68FF4D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409950"/>
            <a:ext cx="674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509EBD-EC9D-4B24-8BBB-F84CC2F1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3051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8FF98A-EAA1-42E4-A277-9651DBB9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81350"/>
            <a:ext cx="659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setDisallowedPolicy('usb', true)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EEFE2C-79F2-45D7-88ED-69EBBD7C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90950"/>
            <a:ext cx="224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DD67D5-67F0-43F9-9D59-254BEDDF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861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4BD2FB-3C65-4FE7-95C1-234426D2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62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commit active=none; keep desired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119F57-7F1D-4A9D-9CFF-1DF58F90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019550"/>
            <a:ext cx="6438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B17F17-2E05-440D-9F8D-8F6742FB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114800"/>
            <a:ext cx="6172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ALT 任何失败：反向重放已移除的 deny；UI 保持旧状态并返回 reasonCode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BFFF51-E66B-4298-8B6F-4DB0F998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Enable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95C5E5-3BAE-439A-8CFE-5A9A09EC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F78FE6-9326-4A70-A327-83F5B862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953000"/>
            <a:ext cx="224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E73B6C-6236-4216-A008-7C2885C3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8482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382CC92-7777-4838-A1D5-05E6A8B3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setDisabled(false)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EB53E4-4E12-4CDD-95B4-CE35077F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276850"/>
            <a:ext cx="674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E8AB76F-C751-4E9F-AFE2-C58641AC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1720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CC4A2D-22A9-4A60-8F31-25CDB524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048250"/>
            <a:ext cx="659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setDisallowedPolicy('usb', false)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23966E9-1651-4773-A4D7-80F078F0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600700"/>
            <a:ext cx="224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E63C69E-3866-46C3-B65D-1D3FC21A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4959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475220-E78C-4044-9CBF-7AC5C900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3721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1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enumerate present &amp;&amp; desired=deny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133736-3763-4E21-B103-6923CAFB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924550"/>
            <a:ext cx="449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151EAD-2383-4554-AC16-8F93A1DB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8197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A3C93E1-B11F-480F-81C1-04B56884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695950"/>
            <a:ext cx="434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replay deny; collect partial failures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B918CDE-ACB6-42E9-A12E-BA865568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72200"/>
            <a:ext cx="10782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B1B3B40-73C9-4A73-A821-6B7A3613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81725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UT 证明顺序和补偿；真机还要证明 restrictions 回读、EDM 类型规则与实际 USB 行为一致。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F05FF1A-2D12-432B-A470-CF87A192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4606358-59DC-44EC-947A-9467AFBA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015D91F-94CB-4170-94AE-C26863A9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3C57AB-0B1A-4980-8DB0-B927CBA4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815B9-124B-4C8F-8EE6-61599935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7B66D-A44B-4367-B5A8-C90E7FBD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拆分不是八张卡：文档里已经写清依赖、代码边界和独立 Oracle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329ED-8AAC-4541-A14F-28C8314D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左边展示真实 Story 地图原文；右边只画关键依赖，避免按页面切成无法独立验收的大任务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388816-25C7-4E82-88B3-4E135C4B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54c5f9e9347a8"/>
          <a:srcRect xmlns:a="http://schemas.openxmlformats.org/drawingml/2006/main" l="1683" t="0" r="16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352550"/>
            <a:ext cx="6324600" cy="46672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2DD3A4-2350-4BD0-BA17-DB53CF2F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FF666-CC80-45D3-8A5C-21B4CD0B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CD2C79-D393-4B2B-96EB-CD34B680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75260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7E4909-4AC9-4200-8EBE-62107A4D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09750"/>
            <a:ext cx="16002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3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B32379-0390-4ECB-A64E-AFE7D494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70BCCE-6ED9-4D2F-9EBA-41655C6A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75260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93158-D6ED-41A7-B71C-6134A8CE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809750"/>
            <a:ext cx="16002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3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状态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3906FC-39DF-49AD-9359-E869F295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03835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desired/active/present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0F774-FA91-4CA0-8E29-246A58C3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1930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1259A1-AC91-4645-AD62-756C1849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8859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726A77-251E-44DF-8BB4-E9F172A3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80035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484747-088E-48FC-A0D4-DBA03667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57500"/>
            <a:ext cx="16002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3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默认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1B53DA-1CA4-424A-86CB-AF617395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8610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handleConnect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FA230C-3DDA-46EE-BAEC-C1FFD823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0035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6EFFBA-5CDB-47CC-BEF7-57EF6EB2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57500"/>
            <a:ext cx="16002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3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显式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79B6C5-EB8A-47BE-994C-F5A40F39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8610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dispatch/baseClass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194C0C-03F8-4999-93FD-D09C970E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305050"/>
            <a:ext cx="19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B55E25-F83E-404D-A5E1-A9FD08E5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19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85D7D0-6A15-4BE6-82BD-893A477B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1265EF-AAFA-4849-9030-216FBD74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905250"/>
            <a:ext cx="16002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3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全局事务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74CE34-75F8-4FB0-BAC5-001725A9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13385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suspend/compensate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A440C1-168C-43FD-94E5-2C0B2483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84810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2EFA3A-9425-42B1-81E4-8D5C479F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905250"/>
            <a:ext cx="16002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3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S6 还原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6C00A7-9B0C-4587-B123-5A1B8ED3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3385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clear EDM first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B5996B-14A8-44B1-AD39-4B2325B5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1480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DEAC50-AA05-40CD-A346-CA760FB0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814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10CC98-E559-46F3-89FE-CE0D7149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89585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CBB064-F61D-4995-940C-8AA55027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953000"/>
            <a:ext cx="16002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3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S7 Trace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686E24-8D7A-48FD-A299-17FE663B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18160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append → notify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17FAFA5-49E7-46AC-A332-5A1DD0DF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9585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6EA541-9A01-4A80-A441-364861DA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953000"/>
            <a:ext cx="16002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3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S8 验收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800D80-C8D8-45A5-A009-CADDCEFA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18160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UT/E2E/readback/device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D6FE37-ED94-47D1-8E3F-613766F9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16255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1BDF1F-BC69-47D3-8826-2D706C88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29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35F7841-5E3C-448C-B522-7842BBF0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657850"/>
            <a:ext cx="4305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2C063D-E9F1-4297-9399-A8058B0A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24525"/>
            <a:ext cx="407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8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 = 文档冻结 + RED 可制造 + allowed paths 明确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681BBE-56CB-45E4-ACB9-1A0EEEA8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真实产物：case-materials/mdm/04-Feature与Story拆解.md；UT：entry/src/test/peripheral/*.test.ets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0DF404-5B7D-4FC1-B2C1-92F59F4B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B2FF21-9699-40A1-A469-0A367BAE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C629CB-3DA2-4D0A-9B3C-2A714816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5ABA6C-8895-4597-A515-BE2EBF91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9A758C-D352-4232-B022-F7EC203E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 让新 Session 不靠聊天记忆：范围、反例和停止条件都写进任务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C1CE96-734B-40CA-AADC-B3FC9AF1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示例：S5 全局 USB 与单设备 deny 协同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8FC6E-CA75-4168-B4C2-03E3A9A5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3E5946-88EB-4E16-9A60-6FAFA325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724650" cy="46863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520428-4747-410C-990B-F9558787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457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→ S5 Worker Packet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8E608A-870C-46EE-94C8-DEEF1E02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70A2A-B953-4D1F-9C0F-06CAE397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457950" cy="413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story_id: PER-USB-S5-GLOBAL-TRANSACTION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goal: 全局禁用前挂起 active deny，失败补偿；恢复后重放在线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inputs: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- 03-外设管理MVVM与策略RFC.md#全局事务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R7 失败证据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allowed_paths: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usb-global-policy-service.test.ets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forbidden: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修改默认名单语义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suspend second fails → first must be denied again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 fail: all suspended policies compensated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 success: desired unchanged, active=none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enable: replay only present &amp;&amp;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need_to_change_forbidden_path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platform granularity requires product decision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072C67-9D04-40A7-873B-76275E03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097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Reviewer 只问四件事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F95892-0ADA-4AB8-A0A0-DDF553C2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6764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16EBD-E37D-4A9C-A030-BFA7B0F0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0975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E62B5-C8D1-4620-BE07-6FF0B8C9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240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DF3BB4-3547-44B3-BFD3-6EBCA61C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9335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范围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E5D226-34FE-4E40-A040-6884DCAD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266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Diff 是否只落在 allowed paths？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9F5AB8-EFB3-4EAE-9601-F275F108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1940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D64D66-623F-490A-B7EE-698F75A0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33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D4C07D-DF57-486C-B840-45303E90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43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反例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271E12-6B8F-4129-A35B-A5C3531C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2766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旧实现是否在同一 RED 上失败？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D48BC-2B1E-4313-A874-68B9219A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2905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7635BA-D71C-49E0-B9A7-CB8290DE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43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4A8E93-830B-4DC6-9A60-531F3804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952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 Oracle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863AED-5FCF-425F-ACCE-7619A821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2862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补偿顺序、状态和告警是否独立可读？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28E7FB-27A5-4915-B318-E722F72A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3870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E75DE8-542C-4492-90DF-1B10511E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53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4340AC-3865-40AA-977C-9F7F683B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62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停止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FE14D8-2DEA-4CCD-9364-E251400A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2959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需要越界或系统证据不可得时是否主动升级？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262AB9-8305-4CD3-ACF9-DE0C56F2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真实模板：case-materials/mdm/04-Feature与Story拆解.md#Worker-Packet；代码：UsbGlobalPolicyService.ets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F2F619-A5AD-43E0-8968-78BB71C5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70CC48-7884-44D9-B83D-FD3FAF14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906240-DE1C-42BA-AA60-2B6B267E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BE806-22EE-49DA-8ED5-DEFCB495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001FD8-16AA-437B-8282-DFA55DCB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不是一圈箭头：运行账必须留下每轮假设、命令、结果和下一步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FBC77-EE19-421E-9BD8-3B1E8336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左边是 15 轮真实演进账；右边是一轮的固定执行协议和三种停止判定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0B4BEB-663D-44EC-8CBA-C6F4025E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764b65c1941fb"/>
          <a:srcRect xmlns:a="http://schemas.openxmlformats.org/drawingml/2006/main" l="0" t="637" r="0" b="6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352550"/>
            <a:ext cx="6629400" cy="46672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1EEF03-E9AA-4660-98EA-9C26B5A6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单轮协议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BD152C-6206-44A0-8EC6-FA0FEF08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19421-1DFF-44A2-920F-30BC0E69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752600"/>
            <a:ext cx="388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F1E38-3A82-49EF-8CE3-9CF9B376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8288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2C6CB7-FD73-42F5-B38E-C1188F9C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2880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RFC + Story + progress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B53B7A-53EC-4C8A-80B3-9D4E814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E52E98-8C14-4F32-882C-291F0F31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56195-8E22-4CF0-81B0-06656FDD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76500"/>
            <a:ext cx="388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E7EB2F-2B32-4DF0-A32B-F7D7E564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DE51D6-DD05-437A-9AF8-7604633E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写假设并制造可复现失败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E6E507-D9EA-4E52-AD05-2782ECD1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9718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7C22CF-7F8D-4B0E-8506-ED4248F8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0990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F800A2-4C89-41FE-9017-1746AFD0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200400"/>
            <a:ext cx="388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BE1B1A-B2A7-479D-9A22-5936D5C2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766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3 MIN DIFF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5C3DC-972E-48E5-8189-88799F3F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7660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只改 allowed paths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D84B13-BB53-42B9-AE68-92AE8BD5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957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6ED489-7763-48ED-A4AA-9C1D4515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73380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2D80E2-EF39-459E-A51E-D3FCA1C0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924300"/>
            <a:ext cx="388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EEB633-D3AF-4140-9FE4-618A192E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005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0C34D6-04AA-46CB-8D40-F64BFCF9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0050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UT → E2E → readback → device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C9E8A-6896-41FD-8689-27F179C3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4196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E530DF-81DC-4008-AF32-1B4BF290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45770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8A3D98-3009-42DF-ACB8-D20C414F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648200"/>
            <a:ext cx="388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024EA8-F039-4E51-A738-4858750A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244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5 RECORD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975A2A-11C2-4B4C-B0E7-51FF1E6D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2440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 + gaps + next + stop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C2004A-DA12-4585-8527-1EAF857A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581650"/>
            <a:ext cx="1238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BDE9E9-FF3F-4E96-9BB9-5FDFE286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56388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CONTINUE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6C81F0-0847-417F-9125-17361129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5810250"/>
            <a:ext cx="114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4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4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新证据可推翻假设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28354C-CD76-4EA7-9DFC-672184DD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581650"/>
            <a:ext cx="1238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EB41E7-F664-4EC2-9F39-F8708D62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6388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A45221-C75F-4E87-B8AC-6E9976C9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810250"/>
            <a:ext cx="114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4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4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已满足或无新证据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E2088C-619A-4D4F-8186-74D0E51C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581650"/>
            <a:ext cx="1238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DBF296-807C-4DC9-B883-14670696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56388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1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ESCALATE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5F8785-C628-497D-A464-6790AC8B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5810250"/>
            <a:ext cx="114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4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4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 / 产品口径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AC099D-8CB9-4E76-AEB5-846F8045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F70DAF-28D5-494A-9AE8-EDE3AC04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E2CC28-BA4B-4EA6-BF25-05432346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0277A2-C244-4E9A-8063-76290586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777CE-507A-4236-AC01-73A9A256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318E0-A1D2-4C48-93DF-E08FE131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十五轮真实收敛不是提交清单：五个转折把错误固化成工程不变量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3888F-8FA9-4B8A-BF4B-1940DCF6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每个转折都保留症状、根因、新规则和下一轮 oracle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6A56F-A6C3-4409-AC06-06B3CF4C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DC4BD-DEC1-4F89-A9B9-5B9B29DE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2AF77-FFFF-4C54-B850-28E06F18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01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FBFF8E-06EC-4977-9E86-CB83A03A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3620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5F3BE-2D4E-4A64-999B-3E290F4B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668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接口总控被当默认策略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796879-0E8D-41E3-8D23-D89D67A12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4668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新不变量：全局与默认分离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F92A3-B54A-41C4-964A-63CAE9E9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621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Oracle：restrictions 回读 + 首插策略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F1B128-92CA-4B3C-9A7F-BBC3EDBB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05A8D-FCD0-4B11-A284-113076F7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145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R3–R6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E4EEC-D958-4B7C-9A11-01AF0901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2764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DAEDD-FCB6-4254-8F36-ACA15FB4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812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Trace/还原/执行态混淆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8F62B-2E48-4F1E-B1A7-AB7069B2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812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新不变量：Trace ≠ Policy；desired ≠ active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65C43-3C0D-45FC-B78B-CEC89777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765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Oracle：清 Trace 后规则仍在；还原清 EDM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08488A-180C-45B0-AA49-F7573C7C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1D796C-4ABA-4398-861A-9DDAD5C5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R7–R10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F95C0A-181F-4D12-ACB6-DAF067AF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908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05054B-636A-4DE8-8228-79605A4C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956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全局协同与 allow 漏记录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CD2406-3672-491E-B612-AAC3FD19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956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新不变量：补偿/重放；allow 也保存状态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0B8B7B-8099-41F8-B1A0-A5062169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909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Oracle：事务 UT + 白名单卡片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D9F82E-89F3-474A-837D-C1F59326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1A5896-1197-43B4-9779-5F9F5880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433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R11–R12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DC647A-686B-47C3-9781-826F403B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052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8301A9-5A56-4F1F-A1A5-24FEFB77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100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9200007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F93CC9-33A1-4296-B1D8-4A94BC11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2100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新不变量：残留先清；引入 PARTIAL_APPLIED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6663D1-78D6-4931-A675-2DC23F16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053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Oracle：系统列表 + getter + 挂载 + 重插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46AB6F-5EDD-4CA7-836C-5DC7B981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482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37042C-24D0-4EC7-B603-02E0AFDD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577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R13–R15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79F02A-6EBC-4A62-BF5B-71D97A9D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0196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D9233C-C7C3-4CC4-8941-647E35C3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244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不刷新 / present / baseClass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F8C7B3-E8C1-40FC-BAA0-12D5C03E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1244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新不变量：事实立即发布；启动对账；双设备反例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0B0E1B-4132-4675-81DB-CA896033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97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Oracle：时间线 + getDevices + 同类第二台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2FED79-613A-4F51-A4DA-33618704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109156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5D0766-F2F4-4715-8D10-992037B4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10275"/>
            <a:ext cx="10648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判断 AI 是否真的进步：下一轮是否比上一轮多了一条可执行约束，而不是只多了一段解释。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F78B4B-006A-4D32-9EE1-748DF97E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 15 轮：case-materials/mdm/05-Ralph迭代运行账.md；真实线程索引：13-本地Session真实问题证据卡.md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E17DA6-DF7B-436F-9D73-A11CF670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53950A-2050-448A-8A41-A2A35738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GIT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83FAA0D-2576-4018-8EC0-038BD010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439485-8CD4-4FF8-9B4D-079BFDAD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C6E7DD-6522-49EA-93C9-0454A0DA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7AAA57-2793-4DBF-BAE2-D317ADAE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E6FBA-30F2-4FC4-8C8F-2DE0F8BC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44978-E55B-4EFB-ACDA-72B03E84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82B38-0E12-4572-8B5A-80A4A186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FBFF92-4F60-4D5E-AC48-6AA4A183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77FF1B-D92E-4996-97E7-8D550D14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E548C0-DB6D-47FF-817D-1956BB92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D3F00-163A-42C6-B08D-6BC15369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BD9D44-91B7-4157-8DD8-91ABF9E4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9A168-F523-4879-82AE-AC8725CD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78FB18-72A8-4452-B05C-688E54EB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9126C5-E0CC-48F4-837A-65EDCAE0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C693BF-1389-43DE-AD5D-93070F9D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FE55D3-E6E5-45DF-B789-3AB92569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9D213D-F796-4C40-9723-B483FD56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00FDE7-2949-402A-B6BA-6E48D0C2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447AA2-8B07-4255-AE37-1E035266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DC3BE4-6868-4C01-A1B7-EC108F5D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B0C11F-3241-418D-8C77-F3D5E322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F3C6C1-99BB-484E-AB1C-16F6724C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7BC799-FF91-4B0E-A0A9-8C421035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5C8C12-E789-4202-9E40-7445DACD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390441-CC02-4849-88FD-0F89E1CA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5BC943-081E-4B1A-B45A-8CC4A075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F869F8-2F26-4026-A8FA-43CCE973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5E5B63-DD39-4E2B-AEA1-BBFB98C5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DF63DD-4EBC-47D4-9F7F-60ECC82B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EA8B27-6D6F-4171-B620-BED4FBF4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5747BD-02E0-4D13-8FE8-573DBB94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808B6C-ED01-4643-89AE-A21D00B3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7DAFDA-E7FD-4D53-953F-818601C3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226A8D-07EF-4B40-A9B2-B493C9EA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F9755E-F9AB-4404-81BC-F037D4B7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F228A7-7C10-4341-87D7-1BF15071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4497BB-D818-4030-9ECF-D5AA5A58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FB3307-B2D4-4BA2-ADA0-379BD365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3DE941-FE4D-45BF-9736-95CF4D76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9B43F5-8BE3-4F47-B433-525BC1B1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6CE477-6121-427B-8F77-D5BB112F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C332F32-0C50-47CE-8F52-4A30FA64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F4807B-1734-44D6-821B-31CC0198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1B192C-1DF1-4DFB-9179-D1AF163E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4EA5DFA-C4CF-46B9-874D-8D8E010A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5ED733-BF0F-404D-A37F-3427A468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B8B459D-ABA9-4355-9D23-FFBD4839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9AB831D-A503-47CB-8FBD-FFFB1480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1AD196-1FE7-4305-A9C3-780791D6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21ACC5-6E68-4C0C-A488-D93C55FE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9520BE-7C90-4809-8E21-F4ADFB33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22770-B0B1-4162-8E49-537647B6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2DC237-A467-439F-AE45-EA630B31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85FD0-CBE1-4667-8790-F8AE8A74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8CADD-2220-4DC4-9682-58886507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10777-473A-4D47-BF26-43B5F4F9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6E4F63-B4DB-4BAA-9B38-0A93A0AD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072215-AB7A-4FEE-8790-432BEB0A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565F73-29CF-4CB3-9004-1488970F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20CAD-92A4-4D69-ACA7-66D68994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0B3D5-9631-4FDF-A6F3-9CC25C7C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D4C3A6-9B51-4AF2-95F5-A4516B9B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15B29D-CC0D-40E0-A50E-BF8BF038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E6D6CD-5EDC-4EDC-BF7F-D1373160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7DCDEE-C9CF-488F-A195-3402EC2B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85271E-292E-449C-B452-5D86242A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4D38BA-C572-4524-AEBA-522285CF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AD806-970F-4E90-BBFB-16C65E31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88D6FA-01C8-4164-BBB6-FC8CC4A5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609BF9-D767-4FD9-90E3-3AF598C0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6C7F9-C2B8-4569-B8D8-EBBB03EB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8E765F-0C93-4ACB-AB3F-6F975455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22F1E5-70AB-4139-BABB-31C08405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D16B2C-EE57-4531-B6F8-2B8B5CED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4224EB-8703-4F8E-BF5E-D7D0BF5A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4B1C8E-D240-46F6-8968-070A6925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347CC7-7AA6-4588-B74C-4D154C64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D4F293-B1E5-4E17-A51F-4EB88647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B9AF8F-042A-44FF-8B9C-3512A30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E5DB6A-40B6-47B6-8052-1C5BF472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A72D23-D033-420D-8CD8-4A34138E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2E048C-C848-4538-B279-EFEA2682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F351E8-47CE-4EE9-A939-5BAF6FD8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EDFA50-DDF3-41A4-A567-55D5C045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832104-7FDC-4C54-B210-325EE941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59B390-9781-4561-9394-309E4296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4035A-80B2-4790-BEBF-4D7950B9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314746-F8FA-411A-8322-97369AF9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CE6916-5614-438D-81E0-3F401024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25D680-F630-44E3-A4E1-567DAF60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0E6F8D-AEA0-4E28-975B-086DF010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B8DB287-A6B3-403A-8EE9-A8DF4A94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4F33B4-A89C-4B3A-92FD-192D9148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7ACE628-0D4C-43B0-9B92-49C656E4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FB47C0-8E07-4195-8F87-029C5F36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A498B41-9E4E-473A-88CF-F600FD82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7304188-A48C-42C2-A22B-E63C9EE7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9481CE-F4CD-447D-AE2A-06BF6DA9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D34D1-EA09-4774-9766-56CED481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AEAFA-CE2A-4222-A94D-7F0F7518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253FB-4FCD-41F2-8536-BBB83624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494B56-D3F4-4A58-AC2A-51609F79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f123387f64c05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35463-AC1F-42CE-8260-70C3B9BEE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9AA73B-9B8F-4E40-8423-ABD34640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B39F9-36C7-496A-BD20-7E115B05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F9921-4427-47B5-B00E-A6ACF987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99A624-C412-4E4C-B495-A0242473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466B46-CD53-4879-99BD-02B7885B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86D3AB-BD33-4209-AAB8-8B99738A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D72CAB-DF7C-4C56-B787-0903BFBE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B150D5-7FA8-44E3-99DC-EB8C4242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B2EED1-7712-4A2F-86B0-92C487AD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9F1794-0DDA-4613-A257-376612F7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7D68E2-4F41-46AD-BB4C-CB59575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7C88AA-6886-45BF-A085-E5F23387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13A42D-A34D-453C-89A6-41DE9797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46512D-7E48-4A73-8237-6872D435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475546-88CA-401F-B1C4-95B2CDF0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CFC435-971D-4569-889F-EAC60EC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4E7BF-45A9-49C4-84BB-E7E81F27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A13FE9-7B57-4D8D-BCDF-BC8F79BB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FE3A42-4371-4B7A-8448-E4FAC6AC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3CA6FD-A46C-40E3-A0E3-8FD83BBE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5ABF0E-E371-41F8-A1A8-31DBBE62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6A9611-3143-4941-93B7-BE8CD3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691614-98DE-4EE3-A48D-8A90D8BF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A0232D-B471-41BA-A25F-111826B7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E3A2C1-13AE-4FB0-8B06-195CE465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3340B7-3DE9-4402-8E06-20234BBC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C9A8CB-736C-4B77-A522-D073803A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2ABDCE-E081-4924-8F61-BC60C1BB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B1D044-F899-4A74-9593-82551AEE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5843BF-61F5-4765-AF5F-A363A556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A26450-51D2-4C67-8077-B713FD58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FE66C6-69B0-40E3-9625-8B6A75ED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AD9903-6A4A-4F10-8321-00B6F1D6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007B3A-C2DB-49F0-BB38-4612E351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DD0F63-F76C-43BF-AF88-0A238896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D06A1D-2001-4D8D-80A7-2FB548D6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327D2D-8DAA-4956-BD57-E1E72551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AA8FEE9-DCB2-44CA-AFAE-04A9325C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FA7951F-00EC-44AC-BB56-E0AE10AB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0FDAF5-C448-4E5B-89BB-03EF2BF9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0EA28D-62A2-4572-B05B-321F7413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026B9E2-D820-46B0-AA57-DC12A742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E3989D-C6BE-42D8-9E00-DDD82685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C80A0D-E3BD-4C6F-A43A-71293C62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4ABB0-C4FE-4388-B1BF-89D7F7A6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93A330-6A68-4D5A-84D7-C7F539A5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E4699-90BD-4039-B2A9-93470276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040528-225C-448C-8C1F-6A3A39A4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B3A879-C941-4B52-86CD-805D9CDC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7F129-156E-408A-B3D0-9794F65E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17356-32AF-4EDF-BB7B-B88023AC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2D846-E0EC-4D50-9223-4A999155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fd686d8a06409e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3ED68F-6FD5-4AD1-8B97-CAB190CD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B5F75E-37E8-4CF9-A8DD-6AD56F91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6C650-5E27-4C19-BA85-2EFD2614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BE4681-43FB-40A6-BC05-79EC0F10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9C9FF-40EB-4059-BC44-79DBCD71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C12E5-444F-41A6-B279-F3EF7610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C8EF14-4B37-490C-8A7A-131E5181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A936D3-3F2E-4A01-A2EB-FC463D69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5A5DFB-A19F-45C8-946F-916299A3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79F246-5061-47D4-8108-BABB0F8D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31F7AA-F89E-4AA8-A1D6-8B412914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AC075-89E8-4D4B-8D6E-B8062E77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B2C401-EBBE-483F-AF18-A5FC8F78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3685DB-B4C8-452A-9784-9E7E16C6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9B4255-8851-4355-9137-6EEE7825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864A5C-FB67-4A1E-80CE-883ADB4D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8F3022-0D52-477A-816B-0779EF35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4F4A54-2FAD-4ABE-9C56-9495849E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E75943-54BC-414D-981C-73825076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E19129-9B01-41CA-87CD-833C7B56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24CDE9-5C1C-4CD9-B819-C5F9218F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F7AB276-8423-4A96-9352-0F78398D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317EB-AD15-4731-90D4-B2468C24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787D55-A2A3-4781-BA61-065F4F8F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C77D18-B8B7-4843-B205-BDDE3322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当前材料已能讲清方法、架构和真实问题；设备级最终矩阵仍诚实保留 PENDING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A1B4E3-1B1C-4644-9367-BD5FE102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8A4E7-61B2-4D5D-BA8A-44692A6F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F86DE-F8AD-4604-A377-788818BC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83ADF4-5DD1-43DD-95E1-E17E5587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C258A3-6C3C-4334-A269-FEB1C8F5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A9DEF-F8BA-43A1-904C-A0D1E59A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00AE35-04B2-4881-8A8A-997AEFE0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8ABD1-7946-4247-A620-86D749F8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139A-FC91-4984-AA4F-A524FAD7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3F9C6F-0677-40D1-AD9D-4856D2F1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03A5-8A82-4748-81A5-5ACE8211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E672D7-94AF-4998-B099-CC4C79A1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CED5E-BE44-4E13-A2C8-997E06F5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A29530-9ABE-4251-8747-1D4463AF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97AAE3-63E6-48F6-ABBC-BCF5F235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E3C388-9522-4B67-B821-832A6588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D33D77-6961-498C-B7BC-E3DE79F0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07E129-047D-4967-9752-410F171C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2AB505-F493-409C-9BAB-DDA3DF4B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FCBCB0-BE9B-41A6-B4C5-ABB3F4A5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E08BEB-0B4E-41C7-8D1F-DA0EF8F9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27DC35-E2A2-4EBA-A844-3FD471E0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EFA7D6-E47C-404E-B74D-D66425A2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ADE3ED-1834-4E1D-8793-E619419A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C868FE-126E-4B45-9CF2-E40A8556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F95216-5AC1-4CE6-9B3E-4038E22A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DE94BF-D6F5-4A68-A27A-B266DC78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0E0619-4E76-455C-9885-9167629B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5E7618-8873-487A-B365-D335DF88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F4E15C-19A6-4045-A5CE-433FD732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EEEDBD-DFC8-472A-99F7-6A989DBE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6C1D51-C8F6-4616-82B3-1E431656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47999F-D34A-490B-94CE-005BDCA0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183D24-05C7-4F1F-B51F-52DF8B98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63BEE5-DB36-4964-9E78-BE54C990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BEF3B3-30F5-4E22-B17E-E6FED5E3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49D88D-F264-4A1C-8F79-15DFE58C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CA6D9CF-1D54-4D5B-87A6-2521B428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05E2AE-5334-4B7B-8024-11E783E7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CEB0A4-8FB1-428F-802E-61B56F7D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D605042-FC03-4A88-ACDC-17CD2C60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6A48BBE-C41F-49CD-9441-C0A4A6D5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0D0C939-17AC-4C37-9202-BE5E88F6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4E0CE6E-7DFB-4A33-B829-58008CD1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DD18E1-70EB-4F50-9FD3-5A4612A6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C383E24-4E6B-4948-8373-4C118BE1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7CB0031-6EAE-471A-AAD7-7B244265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15CFB76-65FB-4210-B572-BE591CA5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2102AA-70FD-4F80-8593-B6F012C3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05D6635-0CC9-499B-B329-09A3B81C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0F853E-6267-46BF-96B6-EA6BCED3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5CECDB2-30CB-4C49-9ABD-43687FCD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8B5A3A6-A942-45A0-A92E-CE4CCE95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restrictions / disallowed type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1CDA8E1-2E44-49DD-8FC0-147CFA82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A2C9436-9146-4B85-AB0A-CE2E2C53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EA7CF38-2CBA-4C79-9EEA-C9A4C2BD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3A13DBF-7647-4A29-9C64-E2B44C1F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FC123F-6706-4BE6-A945-7B2FE88C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 baseClass 双设备、重插、离线对账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A0D5100-7B44-4596-8B22-33EE5368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E1342C1-EC0F-47D7-8EFA-36BD1F08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0E300E1-7F9A-4C5B-AA12-C0EE9CC3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CB129E3-7F20-44DE-AA1F-281495AA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现场需补的 3 份素材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09D6538-3CDA-4F65-ACD8-AEA8DC1F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EDM 残留清理前后  ② 9200007 重插结果  ③ 同 baseClass 双设备影响面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4FCD076-022A-4842-B4D5-80E4CAB7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C660594-5240-4741-9EA1-2F8BEA4A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证据总表：00-外设管理证据状态总表.md；验收：06-测试验收报告.md；12-附录E外设验收手册.md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8C639E8-FD01-40F2-8660-32FF5572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0815E7F-049E-4865-9139-4B23B7C8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案例二先回答：我们到底知道什么，不知道什么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d58fa8d95b4305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先把事实分成三类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用户报告“远端视频卡顿”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仓库中存在 bridge → compositor → EndFrame 路径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现有媒体只能证明某次运行“看得见画面”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未知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当次运行到底走软件解码还是硬件解码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frame 的 owner、stride/plane 与 present 是否一致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CPU / FPS / 卡顿改善幅度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第一步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 commit、runId、decoder path、frameId、CPU/FPS 绑定到同一次运行，建立 before 基线。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VIDEO · PENDING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当前占位图不证明卡顿；正式视频需同时录入 path / CPU / FPS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用户现象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当前路径证明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before 基线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再讨论硬解 / GPU 方案</a:t>
            </a:r>
          </a:p>
        </p:txBody>
      </p:sp>
      <p:cxnSp>
        <p:nvCxnSpPr>
          <p:cNvPr id="157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8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9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读大仓库不是读全库，而是沿一帧回答五个问题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先问五个问题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协议入口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H.264 从哪里进入？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路径选择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被 GPU consumed，还是回 original GDI？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输出格式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format、stride、plane 是什么？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显示所有权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谁拥有 Surface，何时 present？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同轮证明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怎样把 decoder、frame、owner、present 绑定到同一 run？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ohos_rdpgfx_surface_command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record_avc420_gpu_candidate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OnSurfaceCommand → worker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ProcessCommand → OH_AVCodec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 buffer → CompositeFrame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pendingFrameId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 → PresentComposite</a:t>
            </a:r>
          </a:p>
        </p:txBody>
      </p:sp>
      <p:cxnSp>
        <p:nvCxnSpPr>
          <p:cNvPr id="242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3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4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5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6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7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8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一轮只给 AI 这么多上下文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7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个问题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条调用链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3–7 个接口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个假设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条下一步命令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未接管 / 不满足 ready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GDI / H264 subsystem</a:t>
            </a:r>
          </a:p>
        </p:txBody>
      </p:sp>
      <p:cxnSp>
        <p:nvCxnSpPr>
          <p:cNvPr id="257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这条 fallback 必须保留；否则“尝试硬解”会直接变成黑屏风险。</a:t>
            </a:r>
          </a:p>
        </p:txBody>
      </p:sp>
      <p:pic>
        <p:nvPicPr>
          <p:cNvPr id="2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924faa1e34bdb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跨平台调研只复制生命周期契约，不复制实现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Configure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Release</a:t>
            </a:r>
          </a:p>
        </p:txBody>
      </p:sp>
      <p:cxnSp>
        <p:nvCxnSpPr>
          <p:cNvPr id="15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所有平台都必须回答同一生命周期；真正需要重新设计的是 buffer 所有权、输出格式与 Surface 生命周期。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已有后端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应该学习什么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FFmpeg / OpenH264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通用软件路径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正确性 fallback、YUV 输出语义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Media Foundation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硬解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平台 decoder 生命周期与失败传播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Android MediaCodec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移动平台硬解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buffer 输入输出、format change、释放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OH_AVCodec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目标平台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能力查询、AVBuffer/Surface、stride/plane</a:t>
            </a:r>
          </a:p>
        </p:txBody>
      </p:sp>
      <p:pic>
        <p:nvPicPr>
          <p:cNvPr id="1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eef8b657484031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学习已有后端的“契约和失败语义”，不要照抄 Windows / Android 的 API、线程模型或 buffer ownership。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对接方案分三层：接管、合成、回退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Bridge：只决定“是否接管”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 RDPGFX bridge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顺序校验 + candidate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 / consumed ?</a:t>
            </a:r>
          </a:p>
        </p:txBody>
      </p:sp>
      <p:cxnSp>
        <p:nvCxnSpPr>
          <p:cNvPr id="239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0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1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保存原回调；在接管前完成校验。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Compositor：接管后负责“一帧完整闭环”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OH_AVCodec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NativeBuffer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CompositeFrame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+ pendingFrameId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EGL swap</a:t>
            </a:r>
          </a:p>
        </p:txBody>
      </p:sp>
      <p:cxnSp>
        <p:nvCxnSpPr>
          <p:cNvPr id="258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59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0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1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2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 frameId 必须贯穿 decoder output、owner、pending 与 present。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Fallback：接管前失败必须回到原路径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takeover 前失败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gdi_SurfaceCommand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H264 subsystem / GDI</a:t>
            </a:r>
          </a:p>
        </p:txBody>
      </p:sp>
      <p:cxnSp>
        <p:nvCxnSpPr>
          <p:cNvPr id="275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76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77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边界原则：接管前可回退；接管后不能再让 GDI 与 GPU 同时写同一 Surface。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最小穿刺不是性能优化，只证明一帧闭环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穿刺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只证明什么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必须看到的证据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还不能证明什么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与 compositor 真正进入 arm64 / HAP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symbol / packaged binary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真机一定走 GPU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真机选择到 hardware decoder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identity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一帧已正确显示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一个 AVC420 sample 有可关联输出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frameId + format + stride / planes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与 present 正确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同一帧完成 composite → pending → matched 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+ matched EndFrame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连续播放不卡顿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接管前失败能回到原路径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fallback reason + original callback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工程化队列和生命周期完成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6be1ce42f47fa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为什么只做一帧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一帧足以验证接口边界：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decoder 输出格式是否可用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owner 是否唯一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EndFrame 是否与 pending 匹配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④ 失败是否可回退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但它不等于性能优化完成。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1ADC611-79CF-4EB9-BB65-21256649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EB1C7-6D05-4DE8-BF21-512C64F4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穿刺之后再拆任务，每张任务卡只有一个结果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D0D98-CFE0-4A9F-AAF0-7211D8EC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E8368-D420-40DC-82F5-357C51D6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A0823-8022-4363-8F1C-A81A32A1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E0810-A83B-4380-8B2A-60AB08D4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45159-64FC-4077-8A0F-62AF8AC5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 T00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B2964-670C-4F32-9CF5-7386199B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7B972-0290-4873-9A8A-3664337C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 T01–T03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1E1E0-A388-416B-97B1-2AF4B01B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1583A-1C09-4C7B-B329-9641354E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 T04–T06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52976-77CE-4D58-A414-4EFBB987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B09EE-6236-4DA7-BA40-1C6977D4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 T07</a:t>
            </a:r>
          </a:p>
        </p:txBody>
      </p:sp>
      <p:cxnSp>
        <p:nvCxnSpPr>
          <p:cNvPr id="15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74332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019800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29627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D89378-69BC-4CBF-A380-E0A4B7EA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09750"/>
            <a:ext cx="9067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21494C-E174-4843-BED3-D25BB1A9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57375"/>
            <a:ext cx="7543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F29AB6-A96C-4C29-B53B-C6A8BE3A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1809750"/>
            <a:ext cx="7934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616497-BF96-42FA-A747-6836FEEE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1857375"/>
            <a:ext cx="6410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1CE378-4780-4914-9320-AB9F7909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1809750"/>
            <a:ext cx="43072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6B614E-3234-4D0D-8338-C9B6243A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1857375"/>
            <a:ext cx="41548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主要源码边界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48D83F-4765-4D69-BF26-E0803E10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1809750"/>
            <a:ext cx="53273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8EAB3C-6BF9-4E68-B012-2CF343CE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1857375"/>
            <a:ext cx="51749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一个可观察结果 /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FC0DD-60E0-4507-AC6D-1371CB6E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09800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94FA5-82EB-42AF-9449-E1A64455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257425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578DC7-463C-4A6D-A05B-07ADDB17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209800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8E5C17-316A-4C14-A404-B0DBB6F6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257425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62FFF1-8004-494E-BFF9-3CB5EF43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209800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81608D-20CA-4688-ACC7-A0DF6221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257425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diagnostics only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5DCA9D-EC39-4F4A-B085-7C873236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209800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02632C-D654-46A2-9B8C-D29E3FF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257425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保存同 runId before；路径不明则不归因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6F016C-7B39-4AB5-B2A9-1D3A8067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89622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F6C348-10CD-4B38-B6AA-54619FC0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37247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C37680-7AE1-4BC0-9FEE-A4196950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689622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EEE0B0-D6BD-473C-A2EF-9BF3D82F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737247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BCD904-523F-4291-BD9B-A47AAF0A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689622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502906-205F-4602-BDB7-DB0645A6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737247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InstallRdpgfxDiagnosticsHooks、bridge_attach、decoder init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75C87D-48AC-4E4F-A357-C94936A5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689622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EC6F8E-408B-4490-965D-662A49B8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737247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+ hardware decoder 真机成立；只编译成功则停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89B1F6-E7C9-4E6A-90FE-CAF3E6D5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169444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C15955-0A79-4FE9-9C0B-A4261D31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17069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DFB2B3-D4BE-4FFE-A155-7F9E0885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169444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CE3C48-6EA7-480B-B97D-AB8D780D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217069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AA1607-DF27-442A-B3AA-7466C604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169444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FB7FA3-C49A-402D-B159-E73D162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217069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input/output、OH_AVBuffer_GetNativeBuffer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EC325A-DF32-4A05-A1E3-AC4ECF4A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169444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F08F413-40FA-41B2-AE43-1F6F766D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217069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一帧输入输出可关联；format/native buffer 不明则停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75F63C-1E29-4149-BBD5-2E8AC351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49266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A2E9CA-F4B3-493F-9923-53E08995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6891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100FE8-501A-4C46-B2D0-BAA45AE6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649266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809CEF-13BE-4F4E-8516-51C2C19E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696891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81CB2F-ACB0-4338-9E46-FB890FE6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649266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23B8D9-2C77-4D31-8B44-70E87DE3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696891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 policy、OnSurfaceCommand、ProcessCommand、PresentEndFrame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5993303-6331-40E3-BF80-29C58227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649266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B841B2F-6FC9-4A46-ABD3-C26A3112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696891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consumed→owner→matched present 闭环；GDI/GPU 双写则 FAIL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5E35263-0CAD-4035-A0E6-7DE5CED4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129088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881A28-51F2-4ECA-AA67-0DEC84A0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176713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7A6A8E7-2BC3-473E-AAD0-8E66AE77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129088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92E795-965C-4E97-9F56-B60903AA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176713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2BB3901-F3B9-49AD-8CE0-14FAC3C6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129088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4AF1B5-E21E-4745-AAE0-7E3B649D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176713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EnqueueSurfaceCommand、worker compaction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561D491-C095-49BD-A9F5-88BBBEF1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129088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C64407-0178-4F09-B40B-747D58E0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176713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连续队列有界；depth/age 持续增长则停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6C85141-88F2-41D3-A9C9-A0102471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08909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BD79E76-4C2E-4E02-91BB-8C89A38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56534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C07BA63-AE70-42FA-9AC5-461FD5F5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608909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49F2843-3BEA-4DD2-9437-B8563E6E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656534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T05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CE5547B-EC62-4EDC-9798-B992AB49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608909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4408933-4556-471B-B58B-AB4A39F2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656534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target generation、pause/detach/recreate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FD6EF64-9B39-4BDC-90BE-D004F0F1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608909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97ECDFF-A48F-43FE-90A2-AF818AAB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656534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resize/后台/重连拒绝 stale task；旧 target 可写则 FAIL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CCEA499-1E76-4271-90D4-30E0BAA9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088731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C5F157F-6843-4CA8-ACAF-B320C6C8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6356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ADEA29B-CF63-4AA8-B9FB-CB034953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088731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D39FCA-5455-4A97-AE3B-9B8778D8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136356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06BF749-3EEB-4968-9810-CF71732D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088731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FFF18CE-8D94-4EEA-81B1-BA670012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136356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AVC444 candidate/compositor、LC retained state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606AD1-8379-4145-836F-27C2CA29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088731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626F455-8944-4755-BAF2-B1DBD095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136356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 decoder + LC + EndFrame；复用 420 假设则停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30135B1-1BE3-4AB7-B70C-A871B3D2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68553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C851758-9284-4B7C-A79E-2565C63D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16178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8B7B693-54E5-488D-A56A-A4D1C098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568553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8D2E765-DD7E-499D-ACC5-FD47EAC6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616178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T07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62CB9A9-E414-4B97-9345-48D5AE0D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568553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97FF12B-29A6-40F6-BE0F-7F8C7B6E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616178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测试/脚本/报告，生产代码冻结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E9D7723-EB02-4CC9-A781-1033A09B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568553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5190E7E-1806-4BC2-9A5E-097B1E99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616178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A/B；缺 CPU/FPS/path/soak 则 UNKNOWN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2272773-BF71-4763-8CD6-AEE94209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2246168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五个角色接力：每一步都留下可审查产物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Human / Planner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Explorer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Implementer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MCP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09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只读调用链与 GAP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3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codebase map + evidence index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7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单张 Task Card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1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最小 diff + verify commands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5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511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build / device / log / video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9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Trace + Outcome verdict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Planner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冻结问题与 AC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Explorer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调用链 + GAP + 证据索引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Implementer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 + verify 命令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MCP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/ device / log /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+ Outcome verdict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每次交接都必须是可复查产物，不是“我觉得已经做完了”。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开发遇到黑屏、色块或仍卡顿：先停，再找最早异常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f28c98bd154f41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同一 frame：逐层点亮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received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 path / decoder selected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compressed input queued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decoded output valid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format / stride / planes valid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state applied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render owner correct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EndFrame present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next frame continues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第一处与预期不一致的位置，才是本轮修改边界。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frame 的六个事实，才能推翻错误判断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frameId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codec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decoder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owner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verdict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一条可用证据行必须同时满足：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runId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frameId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output 可关联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唯一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verdict</a:t>
            </a:r>
          </a:p>
        </p:txBody>
      </p:sp>
      <p:cxnSp>
        <p:nvCxnSpPr>
          <p:cNvPr id="258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59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0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1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2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缺任意一项，结论只能是 PENDING / UNKNOWN；不能用别的 run 的截图补洞。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两个常见误判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“API 调用成功”只证明一个边界。   “截图看起来正确”只证明一个采样瞬间。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穿刺证明可行，工程化决定能否交付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单帧穿刺解决“能不能走通”；生命周期、队列、所有权、回退、观测和回归决定“能不能交付”。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工程能力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失败表现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create/start/flush/stop/destroy 与 Surface generation 如何对齐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黑屏、旧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队列/背压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输入、输出、present 队列是否有界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延迟增长、内存上涨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GDI、AVC420、AVC444 谁能写 XComponent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闪烁、旧帧覆盖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硬解失败能否回软件/原生路径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静默黑屏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可观测性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能否证明 decoder、frame、owner、present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只能靠肉眼猜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回归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输入、resize、后台、重连是否仍工作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局部 GREEN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当前证据能证明什么，下一步还要补什么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视频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当前为空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硬解路径待填证据链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commit: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runId: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candidate path: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decoder identity: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frameId / output: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owner / matched EndFrame: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present:</a:t>
            </a:r>
          </a:p>
        </p:txBody>
      </p:sp>
      <p:pic>
        <p:nvPicPr>
          <p:cNvPr id="3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c5cc0c57e6456d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arm64/HAP 构建通过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某次运行出现黑屏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CPU/FPS 与卡顿改善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resize/后台/重连长稳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382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3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4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11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0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2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e7445aabf847c9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2026-09-01T15:27:19.9710000Z</dcterms:created>
  <dcterms:modified xsi:type="dcterms:W3CDTF">2026-09-01T15:27:19.9710000Z</dcterms:modified>
</coreProperties>
</file>