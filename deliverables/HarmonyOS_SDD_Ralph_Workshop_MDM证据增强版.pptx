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a6986b56f2466e" /><Relationship Type="http://schemas.openxmlformats.org/officeDocument/2006/relationships/extended-properties" Target="/docProps/app.xml" Id="R5a93d773885b4072" /><Relationship Type="http://schemas.openxmlformats.org/officeDocument/2006/relationships/officeDocument" Target="/ppt/presentation.xml" Id="Red50604f0b4643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93406a38c54b62"/>
  </p:sldMasterIdLst>
  <p:notesMasterIdLst>
    <p:notesMasterId xmlns:r="http://schemas.openxmlformats.org/officeDocument/2006/relationships" r:id="R3b7eb72d636a4e1f"/>
  </p:notesMasterIdLst>
  <p:sldIdLst>
    <p:sldId xmlns:r="http://schemas.openxmlformats.org/officeDocument/2006/relationships" id="256" r:id="Rc8f3c37327364bbe"/>
    <p:sldId xmlns:r="http://schemas.openxmlformats.org/officeDocument/2006/relationships" id="257" r:id="Rdf8d74b2d35e4106"/>
    <p:sldId xmlns:r="http://schemas.openxmlformats.org/officeDocument/2006/relationships" id="258" r:id="Raee02e30121b4802"/>
    <p:sldId xmlns:r="http://schemas.openxmlformats.org/officeDocument/2006/relationships" id="259" r:id="R0ee67662f6554aab"/>
    <p:sldId xmlns:r="http://schemas.openxmlformats.org/officeDocument/2006/relationships" id="260" r:id="Ra313f20a572f4c99"/>
    <p:sldId xmlns:r="http://schemas.openxmlformats.org/officeDocument/2006/relationships" id="261" r:id="Ra495481a99b540cd"/>
    <p:sldId xmlns:r="http://schemas.openxmlformats.org/officeDocument/2006/relationships" id="262" r:id="R4024353607ec4881"/>
    <p:sldId xmlns:r="http://schemas.openxmlformats.org/officeDocument/2006/relationships" id="263" r:id="Rfd6627bb80624da7"/>
    <p:sldId xmlns:r="http://schemas.openxmlformats.org/officeDocument/2006/relationships" id="264" r:id="R05b8a0f0fba84e8a"/>
    <p:sldId xmlns:r="http://schemas.openxmlformats.org/officeDocument/2006/relationships" id="265" r:id="R07114f3e8fe24442"/>
    <p:sldId xmlns:r="http://schemas.openxmlformats.org/officeDocument/2006/relationships" id="266" r:id="R5d8dc23337e74549"/>
    <p:sldId xmlns:r="http://schemas.openxmlformats.org/officeDocument/2006/relationships" id="267" r:id="Rb866fc9f3b9b4196"/>
    <p:sldId xmlns:r="http://schemas.openxmlformats.org/officeDocument/2006/relationships" id="268" r:id="R42c70b091cf34048"/>
    <p:sldId xmlns:r="http://schemas.openxmlformats.org/officeDocument/2006/relationships" id="269" r:id="Rb649998965294346"/>
    <p:sldId xmlns:r="http://schemas.openxmlformats.org/officeDocument/2006/relationships" id="270" r:id="R99809c01d4304715"/>
    <p:sldId xmlns:r="http://schemas.openxmlformats.org/officeDocument/2006/relationships" id="271" r:id="Re9b26f6e8d964024"/>
    <p:sldId xmlns:r="http://schemas.openxmlformats.org/officeDocument/2006/relationships" id="272" r:id="R55c81095e288403e"/>
    <p:sldId xmlns:r="http://schemas.openxmlformats.org/officeDocument/2006/relationships" id="273" r:id="R2997ea41ff544d0e"/>
    <p:sldId xmlns:r="http://schemas.openxmlformats.org/officeDocument/2006/relationships" id="274" r:id="R0792abbbb7674400"/>
    <p:sldId xmlns:r="http://schemas.openxmlformats.org/officeDocument/2006/relationships" id="275" r:id="R135ccfbf2c01443a"/>
    <p:sldId xmlns:r="http://schemas.openxmlformats.org/officeDocument/2006/relationships" id="276" r:id="Rc35d44c8ecef4b40"/>
    <p:sldId xmlns:r="http://schemas.openxmlformats.org/officeDocument/2006/relationships" id="277" r:id="R028dccfc17cf4ab3"/>
    <p:sldId xmlns:r="http://schemas.openxmlformats.org/officeDocument/2006/relationships" id="278" r:id="R30a2707ef62b4ac9"/>
    <p:sldId xmlns:r="http://schemas.openxmlformats.org/officeDocument/2006/relationships" id="279" r:id="R0bbc4b91d1a4421c"/>
    <p:sldId xmlns:r="http://schemas.openxmlformats.org/officeDocument/2006/relationships" id="280" r:id="Rf402646ed5964890"/>
    <p:sldId xmlns:r="http://schemas.openxmlformats.org/officeDocument/2006/relationships" id="281" r:id="R0de73613426f46ca"/>
    <p:sldId xmlns:r="http://schemas.openxmlformats.org/officeDocument/2006/relationships" id="282" r:id="Rab65ecda234046b6"/>
    <p:sldId xmlns:r="http://schemas.openxmlformats.org/officeDocument/2006/relationships" id="283" r:id="Rb70c8972f03a4a1e"/>
    <p:sldId xmlns:r="http://schemas.openxmlformats.org/officeDocument/2006/relationships" id="284" r:id="R758cd860136a412b"/>
    <p:sldId xmlns:r="http://schemas.openxmlformats.org/officeDocument/2006/relationships" id="285" r:id="R600b7699d5a44309"/>
    <p:sldId xmlns:r="http://schemas.openxmlformats.org/officeDocument/2006/relationships" id="286" r:id="R0277f0f32b384249"/>
    <p:sldId xmlns:r="http://schemas.openxmlformats.org/officeDocument/2006/relationships" id="287" r:id="R8342323f134442f8"/>
    <p:sldId xmlns:r="http://schemas.openxmlformats.org/officeDocument/2006/relationships" id="288" r:id="R57ae22c79adf4f77"/>
    <p:sldId xmlns:r="http://schemas.openxmlformats.org/officeDocument/2006/relationships" id="289" r:id="R3b09feb929ad479c"/>
    <p:sldId xmlns:r="http://schemas.openxmlformats.org/officeDocument/2006/relationships" id="290" r:id="R410ad7e25d644aee"/>
    <p:sldId xmlns:r="http://schemas.openxmlformats.org/officeDocument/2006/relationships" id="291" r:id="Rfe25e98f5c2145fd"/>
    <p:sldId xmlns:r="http://schemas.openxmlformats.org/officeDocument/2006/relationships" id="292" r:id="R29322dcfb66d423f"/>
    <p:sldId xmlns:r="http://schemas.openxmlformats.org/officeDocument/2006/relationships" id="293" r:id="Rb8284279da4e4417"/>
    <p:sldId xmlns:r="http://schemas.openxmlformats.org/officeDocument/2006/relationships" id="294" r:id="Rb91327b34c6640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ca24b5a1a74e74" /><Relationship Type="http://schemas.openxmlformats.org/officeDocument/2006/relationships/slideMaster" Target="/ppt/slideMasters/slideMaster1.xml" Id="R3993406a38c54b62" /><Relationship Type="http://schemas.openxmlformats.org/officeDocument/2006/relationships/notesMaster" Target="/ppt/notesMasters/notesMaster1.xml" Id="R3b7eb72d636a4e1f" /><Relationship Type="http://schemas.openxmlformats.org/officeDocument/2006/relationships/presProps" Target="/ppt/presProps.xml" Id="R8fd6b6b68e4146b3" /><Relationship Type="http://schemas.openxmlformats.org/officeDocument/2006/relationships/tableStyles" Target="/ppt/tableStyles.xml" Id="R0b3d4bc87d5b44da" /><Relationship Type="http://schemas.openxmlformats.org/officeDocument/2006/relationships/slide" Target="/ppt/slides/slide1.xml" Id="Rc8f3c37327364bbe" /><Relationship Type="http://schemas.openxmlformats.org/officeDocument/2006/relationships/slide" Target="/ppt/slides/slide2.xml" Id="Rdf8d74b2d35e4106" /><Relationship Type="http://schemas.openxmlformats.org/officeDocument/2006/relationships/slide" Target="/ppt/slides/slide3.xml" Id="Raee02e30121b4802" /><Relationship Type="http://schemas.openxmlformats.org/officeDocument/2006/relationships/slide" Target="/ppt/slides/slide4.xml" Id="R0ee67662f6554aab" /><Relationship Type="http://schemas.openxmlformats.org/officeDocument/2006/relationships/slide" Target="/ppt/slides/slide5.xml" Id="Ra313f20a572f4c99" /><Relationship Type="http://schemas.openxmlformats.org/officeDocument/2006/relationships/slide" Target="/ppt/slides/slide6.xml" Id="Ra495481a99b540cd" /><Relationship Type="http://schemas.openxmlformats.org/officeDocument/2006/relationships/slide" Target="/ppt/slides/slide7.xml" Id="R4024353607ec4881" /><Relationship Type="http://schemas.openxmlformats.org/officeDocument/2006/relationships/slide" Target="/ppt/slides/slide8.xml" Id="Rfd6627bb80624da7" /><Relationship Type="http://schemas.openxmlformats.org/officeDocument/2006/relationships/slide" Target="/ppt/slides/slide9.xml" Id="R05b8a0f0fba84e8a" /><Relationship Type="http://schemas.openxmlformats.org/officeDocument/2006/relationships/slide" Target="/ppt/slides/slide10.xml" Id="R07114f3e8fe24442" /><Relationship Type="http://schemas.openxmlformats.org/officeDocument/2006/relationships/slide" Target="/ppt/slides/slide11.xml" Id="R5d8dc23337e74549" /><Relationship Type="http://schemas.openxmlformats.org/officeDocument/2006/relationships/slide" Target="/ppt/slides/slide12.xml" Id="Rb866fc9f3b9b4196" /><Relationship Type="http://schemas.openxmlformats.org/officeDocument/2006/relationships/slide" Target="/ppt/slides/slide13.xml" Id="R42c70b091cf34048" /><Relationship Type="http://schemas.openxmlformats.org/officeDocument/2006/relationships/slide" Target="/ppt/slides/slide14.xml" Id="Rb649998965294346" /><Relationship Type="http://schemas.openxmlformats.org/officeDocument/2006/relationships/slide" Target="/ppt/slides/slide15.xml" Id="R99809c01d4304715" /><Relationship Type="http://schemas.openxmlformats.org/officeDocument/2006/relationships/slide" Target="/ppt/slides/slide16.xml" Id="Re9b26f6e8d964024" /><Relationship Type="http://schemas.openxmlformats.org/officeDocument/2006/relationships/slide" Target="/ppt/slides/slide17.xml" Id="R55c81095e288403e" /><Relationship Type="http://schemas.openxmlformats.org/officeDocument/2006/relationships/slide" Target="/ppt/slides/slide18.xml" Id="R2997ea41ff544d0e" /><Relationship Type="http://schemas.openxmlformats.org/officeDocument/2006/relationships/slide" Target="/ppt/slides/slide19.xml" Id="R0792abbbb7674400" /><Relationship Type="http://schemas.openxmlformats.org/officeDocument/2006/relationships/slide" Target="/ppt/slides/slide20.xml" Id="R135ccfbf2c01443a" /><Relationship Type="http://schemas.openxmlformats.org/officeDocument/2006/relationships/slide" Target="/ppt/slides/slide21.xml" Id="Rc35d44c8ecef4b40" /><Relationship Type="http://schemas.openxmlformats.org/officeDocument/2006/relationships/slide" Target="/ppt/slides/slide22.xml" Id="R028dccfc17cf4ab3" /><Relationship Type="http://schemas.openxmlformats.org/officeDocument/2006/relationships/slide" Target="/ppt/slides/slide23.xml" Id="R30a2707ef62b4ac9" /><Relationship Type="http://schemas.openxmlformats.org/officeDocument/2006/relationships/slide" Target="/ppt/slides/slide24.xml" Id="R0bbc4b91d1a4421c" /><Relationship Type="http://schemas.openxmlformats.org/officeDocument/2006/relationships/slide" Target="/ppt/slides/slide25.xml" Id="Rf402646ed5964890" /><Relationship Type="http://schemas.openxmlformats.org/officeDocument/2006/relationships/slide" Target="/ppt/slides/slide26.xml" Id="R0de73613426f46ca" /><Relationship Type="http://schemas.openxmlformats.org/officeDocument/2006/relationships/slide" Target="/ppt/slides/slide27.xml" Id="Rab65ecda234046b6" /><Relationship Type="http://schemas.openxmlformats.org/officeDocument/2006/relationships/slide" Target="/ppt/slides/slide28.xml" Id="Rb70c8972f03a4a1e" /><Relationship Type="http://schemas.openxmlformats.org/officeDocument/2006/relationships/slide" Target="/ppt/slides/slide29.xml" Id="R758cd860136a412b" /><Relationship Type="http://schemas.openxmlformats.org/officeDocument/2006/relationships/slide" Target="/ppt/slides/slide30.xml" Id="R600b7699d5a44309" /><Relationship Type="http://schemas.openxmlformats.org/officeDocument/2006/relationships/slide" Target="/ppt/slides/slide31.xml" Id="R0277f0f32b384249" /><Relationship Type="http://schemas.openxmlformats.org/officeDocument/2006/relationships/slide" Target="/ppt/slides/slide32.xml" Id="R8342323f134442f8" /><Relationship Type="http://schemas.openxmlformats.org/officeDocument/2006/relationships/slide" Target="/ppt/slides/slide33.xml" Id="R57ae22c79adf4f77" /><Relationship Type="http://schemas.openxmlformats.org/officeDocument/2006/relationships/slide" Target="/ppt/slides/slide34.xml" Id="R3b09feb929ad479c" /><Relationship Type="http://schemas.openxmlformats.org/officeDocument/2006/relationships/slide" Target="/ppt/slides/slide35.xml" Id="R410ad7e25d644aee" /><Relationship Type="http://schemas.openxmlformats.org/officeDocument/2006/relationships/slide" Target="/ppt/slides/slide36.xml" Id="Rfe25e98f5c2145fd" /><Relationship Type="http://schemas.openxmlformats.org/officeDocument/2006/relationships/slide" Target="/ppt/slides/slide37.xml" Id="R29322dcfb66d423f" /><Relationship Type="http://schemas.openxmlformats.org/officeDocument/2006/relationships/slide" Target="/ppt/slides/slide38.xml" Id="Rb8284279da4e4417" /><Relationship Type="http://schemas.openxmlformats.org/officeDocument/2006/relationships/slide" Target="/ppt/slides/slide39.xml" Id="Rb91327b34c6640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931b4f52e4f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9f911162e5454b" /><Relationship Type="http://schemas.openxmlformats.org/officeDocument/2006/relationships/notesMaster" Target="/ppt/notesMasters/notesMaster1.xml" Id="Rf2c8ee87c4d740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eb8ae4b2e641f2" /><Relationship Type="http://schemas.openxmlformats.org/officeDocument/2006/relationships/notesMaster" Target="/ppt/notesMasters/notesMaster1.xml" Id="R48abacf6b7b846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468815876c47e0" /><Relationship Type="http://schemas.openxmlformats.org/officeDocument/2006/relationships/notesMaster" Target="/ppt/notesMasters/notesMaster1.xml" Id="R5bb47af9312343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97122f5d644e8a" /><Relationship Type="http://schemas.openxmlformats.org/officeDocument/2006/relationships/notesMaster" Target="/ppt/notesMasters/notesMaster1.xml" Id="R06474ee8a93b47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e5d4f1a0704e0c" /><Relationship Type="http://schemas.openxmlformats.org/officeDocument/2006/relationships/notesMaster" Target="/ppt/notesMasters/notesMaster1.xml" Id="R6a5f34a75fee47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d266eb931a4d3f" /><Relationship Type="http://schemas.openxmlformats.org/officeDocument/2006/relationships/notesMaster" Target="/ppt/notesMasters/notesMaster1.xml" Id="Rbbddc97ff27147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8bb6b27eee4304" /><Relationship Type="http://schemas.openxmlformats.org/officeDocument/2006/relationships/notesMaster" Target="/ppt/notesMasters/notesMaster1.xml" Id="R42bdff94c57643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7be0726b364d67" /><Relationship Type="http://schemas.openxmlformats.org/officeDocument/2006/relationships/notesMaster" Target="/ppt/notesMasters/notesMaster1.xml" Id="R9090e578c8a542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35f41c99b1435c" /><Relationship Type="http://schemas.openxmlformats.org/officeDocument/2006/relationships/notesMaster" Target="/ppt/notesMasters/notesMaster1.xml" Id="R15118f1c80ce43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498b67c2874924" /><Relationship Type="http://schemas.openxmlformats.org/officeDocument/2006/relationships/notesMaster" Target="/ppt/notesMasters/notesMaster1.xml" Id="R71dea415d1cc44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4055e9381548aa" /><Relationship Type="http://schemas.openxmlformats.org/officeDocument/2006/relationships/notesMaster" Target="/ppt/notesMasters/notesMaster1.xml" Id="Rb1712e3141af4d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48afad33ee4743" /><Relationship Type="http://schemas.openxmlformats.org/officeDocument/2006/relationships/notesMaster" Target="/ppt/notesMasters/notesMaster1.xml" Id="R1fe7a47be5e94a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63fb7260784373" /><Relationship Type="http://schemas.openxmlformats.org/officeDocument/2006/relationships/notesMaster" Target="/ppt/notesMasters/notesMaster1.xml" Id="Rdf435d85dd424d8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7015ee258f4cbd" /><Relationship Type="http://schemas.openxmlformats.org/officeDocument/2006/relationships/notesMaster" Target="/ppt/notesMasters/notesMaster1.xml" Id="R102c0c9ef0384c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a79828eb724f42" /><Relationship Type="http://schemas.openxmlformats.org/officeDocument/2006/relationships/notesMaster" Target="/ppt/notesMasters/notesMaster1.xml" Id="R354f5a7b7a0f45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d35e6d72584d8b" /><Relationship Type="http://schemas.openxmlformats.org/officeDocument/2006/relationships/notesMaster" Target="/ppt/notesMasters/notesMaster1.xml" Id="R80003986d24a40b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2a81dc8eec488e" /><Relationship Type="http://schemas.openxmlformats.org/officeDocument/2006/relationships/notesMaster" Target="/ppt/notesMasters/notesMaster1.xml" Id="R9419617b8ba2471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22517cb87e34708" /><Relationship Type="http://schemas.openxmlformats.org/officeDocument/2006/relationships/notesMaster" Target="/ppt/notesMasters/notesMaster1.xml" Id="R55a58812a9be45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a4209172c94bd9" /><Relationship Type="http://schemas.openxmlformats.org/officeDocument/2006/relationships/notesMaster" Target="/ppt/notesMasters/notesMaster1.xml" Id="R7cd5c93ad9bc48d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aabd8f5fc314e24" /><Relationship Type="http://schemas.openxmlformats.org/officeDocument/2006/relationships/notesMaster" Target="/ppt/notesMasters/notesMaster1.xml" Id="R28276f4410cf462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830727a9f6542be" /><Relationship Type="http://schemas.openxmlformats.org/officeDocument/2006/relationships/notesMaster" Target="/ppt/notesMasters/notesMaster1.xml" Id="Raf51256ca9ec486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5af6bdf306f4d77" /><Relationship Type="http://schemas.openxmlformats.org/officeDocument/2006/relationships/notesMaster" Target="/ppt/notesMasters/notesMaster1.xml" Id="R628b6c7bfb964e9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3af3d10122d43f9" /><Relationship Type="http://schemas.openxmlformats.org/officeDocument/2006/relationships/notesMaster" Target="/ppt/notesMasters/notesMaster1.xml" Id="R3c103459a5664e5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6a4472719bb486d" /><Relationship Type="http://schemas.openxmlformats.org/officeDocument/2006/relationships/notesMaster" Target="/ppt/notesMasters/notesMaster1.xml" Id="Ra125eab2e596407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967ab8db5bd4270" /><Relationship Type="http://schemas.openxmlformats.org/officeDocument/2006/relationships/notesMaster" Target="/ppt/notesMasters/notesMaster1.xml" Id="Rbbe8637aa9384d9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beafc266b2e4a58" /><Relationship Type="http://schemas.openxmlformats.org/officeDocument/2006/relationships/notesMaster" Target="/ppt/notesMasters/notesMaster1.xml" Id="R8000755c981e4fe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e99a89addcd4a21" /><Relationship Type="http://schemas.openxmlformats.org/officeDocument/2006/relationships/notesMaster" Target="/ppt/notesMasters/notesMaster1.xml" Id="R5143d1827ca24e8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4918d4d75fe48ab" /><Relationship Type="http://schemas.openxmlformats.org/officeDocument/2006/relationships/notesMaster" Target="/ppt/notesMasters/notesMaster1.xml" Id="Re90e7090d27545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f58e56d6ce4304" /><Relationship Type="http://schemas.openxmlformats.org/officeDocument/2006/relationships/notesMaster" Target="/ppt/notesMasters/notesMaster1.xml" Id="R28475903584a4f4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80ce73687d54d04" /><Relationship Type="http://schemas.openxmlformats.org/officeDocument/2006/relationships/notesMaster" Target="/ppt/notesMasters/notesMaster1.xml" Id="R15d05befce5f452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fc30e6a402c4fba" /><Relationship Type="http://schemas.openxmlformats.org/officeDocument/2006/relationships/notesMaster" Target="/ppt/notesMasters/notesMaster1.xml" Id="R972ab3f058074a5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686ca0077a2486f" /><Relationship Type="http://schemas.openxmlformats.org/officeDocument/2006/relationships/notesMaster" Target="/ppt/notesMasters/notesMaster1.xml" Id="Rf53a9b8342d44c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055cb0408f04f3d" /><Relationship Type="http://schemas.openxmlformats.org/officeDocument/2006/relationships/notesMaster" Target="/ppt/notesMasters/notesMaster1.xml" Id="Rf48be6e8e5c6437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cbaebd130d14091" /><Relationship Type="http://schemas.openxmlformats.org/officeDocument/2006/relationships/notesMaster" Target="/ppt/notesMasters/notesMaster1.xml" Id="Rffdfea0a6881436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519ff10039a494e" /><Relationship Type="http://schemas.openxmlformats.org/officeDocument/2006/relationships/notesMaster" Target="/ppt/notesMasters/notesMaster1.xml" Id="R9663f0c6255546c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89cc94ddaaf40e2" /><Relationship Type="http://schemas.openxmlformats.org/officeDocument/2006/relationships/notesMaster" Target="/ppt/notesMasters/notesMaster1.xml" Id="R65b03b5402e74fc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20207caf108428c" /><Relationship Type="http://schemas.openxmlformats.org/officeDocument/2006/relationships/notesMaster" Target="/ppt/notesMasters/notesMaster1.xml" Id="Rb4f1dda2be61456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884fbdd2eb145bb" /><Relationship Type="http://schemas.openxmlformats.org/officeDocument/2006/relationships/notesMaster" Target="/ppt/notesMasters/notesMaster1.xml" Id="Rc1644ee217814cb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7447084f41a4a2a" /><Relationship Type="http://schemas.openxmlformats.org/officeDocument/2006/relationships/notesMaster" Target="/ppt/notesMasters/notesMaster1.xml" Id="Rd2fdb23aa04a42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先说清产品、问题和本章产物。这里不把示意图当结果，不填写没有同设备证据的性能数字。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§0–2</a:t>
            </a:r>
          </a:p>
          <a:p xmlns:a="http://schemas.openxmlformats.org/drawingml/2006/main">
            <a:r>
              <a:t>- case-materials/gpu/16-历史Session可复用证据.md</a:t>
            </a:r>
          </a:p>
          <a:p xmlns:a="http://schemas.openxmlformats.org/drawingml/2006/main">
            <a:r>
              <a:t>- case-materials/gpu/00-证据状态总表.md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不要让 AI 总结整仓。冻结一帧，并要求两个探针都留下 Input、Path、Evidence、Verdict 和 Stop。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§2、§11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从左到右只讲一帧。真正的结论是第三方项目把平台显示责任交给了回调，而不是要求 HarmonyOS 复制 X11。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Linux 探针不是让我们照搬 X11，而是确定平台接缝。HarmonyOS Bridge 必须保存 original，并以 consumed/owner/EndFrame 约束接管。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§4、§12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穿刺目标是一帧闭环而非性能优化。先证明 Surface、硬解输出所有权和 matched EndFrame 三个边界。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§5、§13</a:t>
            </a:r>
          </a:p>
          <a:p xmlns:a="http://schemas.openxmlformats.org/drawingml/2006/main">
            <a:r>
              <a:t>- case-materials/gpu/05-最小能力穿刺计划.md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 REPO FACT、RUN FACT、MEDIA FACT 的区别。当前能冻结技术方案，但不能把缺失的同设备 A/B 写成已验证。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§14–15</a:t>
            </a:r>
          </a:p>
          <a:p xmlns:a="http://schemas.openxmlformats.org/drawingml/2006/main">
            <a:r>
              <a:t>- case-materials/gpu/00-证据状态总表.md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方案的核心是可逆接管。只有 consumed 才压制 original，只有首帧验证后才切 owner，生命周期或任一步失败都能回 GDI。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case-materials/gpu/17-复杂三方项目GPU适配源码分析与探针方案.md §6–7</a:t>
            </a:r>
          </a:p>
          <a:p xmlns:a="http://schemas.openxmlformats.org/drawingml/2006/main">
            <a:r>
              <a:t>- case-materials/gpu/04-ADR-GPU-001-HarmonyOS硬解方案.md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这一页解释文档为何成立：先有跨平台调研、穿刺计划、历史 Session 和源码锚点，AI 才生成 17；人冻结边界后，再生成 18 的 G0–G8。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case-materials/gpu/03-跨平台实现调研.md</a:t>
            </a:r>
          </a:p>
          <a:p xmlns:a="http://schemas.openxmlformats.org/drawingml/2006/main">
            <a:r>
              <a:t>- case-materials/gpu/05-最小能力穿刺计划.md</a:t>
            </a:r>
          </a:p>
          <a:p xmlns:a="http://schemas.openxmlformats.org/drawingml/2006/main">
            <a:r>
              <a:t>- case-materials/gpu/11-AI文档生成与审阅链.md</a:t>
            </a:r>
          </a:p>
          <a:p xmlns:a="http://schemas.openxmlformats.org/drawingml/2006/main">
            <a:r>
              <a:t>- case-materials/gpu/17-复杂三方项目GPU适配源码分析与探针方案.md</a:t>
            </a:r>
          </a:p>
          <a:p xmlns:a="http://schemas.openxmlformats.org/drawingml/2006/main">
            <a:r>
              <a:t>- case-materials/gpu/18-GPU适配实施任务包与验收点.md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不要同时把九个 Story 交给 AI。现场展开 G6，让听众看到 Read First、伪代码、AC 和 Stop 是如何限制实现的。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case-materials/gpu/18-GPU适配实施任务包与验收点.md G0–G8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错了时不换方法。把日志按 frameId/PTS/runId 放回同一帧时序，只找第一个 expected 与 actual 不一致的位置。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case-materials/gpu/07-开发排障复盘.md</a:t>
            </a:r>
          </a:p>
          <a:p xmlns:a="http://schemas.openxmlformats.org/drawingml/2006/main">
            <a:r>
              <a:t>- case-materials/gpu/16-历史Session可复用证据.md §6</a:t>
            </a:r>
          </a:p>
          <a:p xmlns:a="http://schemas.openxmlformats.org/drawingml/2006/main">
            <a:r>
              <a:t>- case-materials/gpu/18-GPU适配实施任务包与验收点.md G6/G8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最后用真实视频和 trace 收束。现有 16 秒播放素材可放，但同设备性能 A/B 未齐之前，只能保留 PENDING。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case-materials/gpu/06-工程验收计划.md</a:t>
            </a:r>
          </a:p>
          <a:p xmlns:a="http://schemas.openxmlformats.org/drawingml/2006/main">
            <a:r>
              <a:t>- case-materials/gpu/00-证据状态总表.md</a:t>
            </a:r>
          </a:p>
          <a:p xmlns:a="http://schemas.openxmlformats.org/drawingml/2006/main">
            <a:r>
              <a:t>- case-materials/gpu/10-文档截图与视频占位清单.md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46b0e57c842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35130bdcab422e" /><Relationship Type="http://schemas.openxmlformats.org/officeDocument/2006/relationships/slideLayout" Target="/ppt/slideLayouts/slideLayout1.xml" Id="R16085017246c42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85017246c42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97b005b934409" /><Relationship Type="http://schemas.openxmlformats.org/officeDocument/2006/relationships/image" Target="/ppt/media/image.png" Id="R5d0fe0f5d58b43e1" /><Relationship Type="http://schemas.openxmlformats.org/officeDocument/2006/relationships/notesSlide" Target="/ppt/notesSlides/notesSlide1.xml" Id="R032e7419634f4f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d9a876fb94914" /><Relationship Type="http://schemas.openxmlformats.org/officeDocument/2006/relationships/notesSlide" Target="/ppt/notesSlides/notesSlide2.xml" Id="R4e23df750b0147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6c75442444b00" /><Relationship Type="http://schemas.openxmlformats.org/officeDocument/2006/relationships/image" Target="/ppt/media/image2.png" Id="R22bf9e5715e241df" /><Relationship Type="http://schemas.openxmlformats.org/officeDocument/2006/relationships/notesSlide" Target="/ppt/notesSlides/notesSlide3.xml" Id="R8b377624c54944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0ae651aac41bb" /><Relationship Type="http://schemas.openxmlformats.org/officeDocument/2006/relationships/notesSlide" Target="/ppt/notesSlides/notesSlide4.xml" Id="R73a7e6fe5f1248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f4922a1bd4599" /><Relationship Type="http://schemas.openxmlformats.org/officeDocument/2006/relationships/notesSlide" Target="/ppt/notesSlides/notesSlide5.xml" Id="R7f53d6ddcfd349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acaa16c464374" /><Relationship Type="http://schemas.openxmlformats.org/officeDocument/2006/relationships/notesSlide" Target="/ppt/notesSlides/notesSlide6.xml" Id="R97c6458bbb5344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ee6a3da73446b" /><Relationship Type="http://schemas.openxmlformats.org/officeDocument/2006/relationships/notesSlide" Target="/ppt/notesSlides/notesSlide7.xml" Id="R7de68adf6f6d46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ca8744dd24fd7" /><Relationship Type="http://schemas.openxmlformats.org/officeDocument/2006/relationships/notesSlide" Target="/ppt/notesSlides/notesSlide8.xml" Id="Rfff23af1dd3e43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47ee3f5ba4d72" /><Relationship Type="http://schemas.openxmlformats.org/officeDocument/2006/relationships/notesSlide" Target="/ppt/notesSlides/notesSlide9.xml" Id="R3cdedafe2d8846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8611322be4cbc" /><Relationship Type="http://schemas.openxmlformats.org/officeDocument/2006/relationships/notesSlide" Target="/ppt/notesSlides/notesSlide10.xml" Id="Rfc43db4792b44f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d95870e294136" /><Relationship Type="http://schemas.openxmlformats.org/officeDocument/2006/relationships/notesSlide" Target="/ppt/notesSlides/notesSlide11.xml" Id="R6dd573f836d24c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e5fb52e404d57" /><Relationship Type="http://schemas.openxmlformats.org/officeDocument/2006/relationships/notesSlide" Target="/ppt/notesSlides/notesSlide12.xml" Id="R5d3677a36ca648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ea0193d0041d4" /><Relationship Type="http://schemas.openxmlformats.org/officeDocument/2006/relationships/notesSlide" Target="/ppt/notesSlides/notesSlide13.xml" Id="R9e2014a39fdf42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b126f0b3041fb" /><Relationship Type="http://schemas.openxmlformats.org/officeDocument/2006/relationships/notesSlide" Target="/ppt/notesSlides/notesSlide14.xml" Id="Ree40f34201bd454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b1e471d2742a9" /><Relationship Type="http://schemas.openxmlformats.org/officeDocument/2006/relationships/notesSlide" Target="/ppt/notesSlides/notesSlide15.xml" Id="Rf4a2935ed0e14c3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79d5b3fb14275" /><Relationship Type="http://schemas.openxmlformats.org/officeDocument/2006/relationships/notesSlide" Target="/ppt/notesSlides/notesSlide16.xml" Id="Rf3967330467446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5e4a06e8145fc" /><Relationship Type="http://schemas.openxmlformats.org/officeDocument/2006/relationships/notesSlide" Target="/ppt/notesSlides/notesSlide17.xml" Id="Rc773e412a0d04ff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a77092dfb415c" /><Relationship Type="http://schemas.openxmlformats.org/officeDocument/2006/relationships/notesSlide" Target="/ppt/notesSlides/notesSlide18.xml" Id="R8d7035bfec2942b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fd738a29442f1" /><Relationship Type="http://schemas.openxmlformats.org/officeDocument/2006/relationships/notesSlide" Target="/ppt/notesSlides/notesSlide19.xml" Id="R6f7eae55c7a548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c6e6c64324d3b" /><Relationship Type="http://schemas.openxmlformats.org/officeDocument/2006/relationships/notesSlide" Target="/ppt/notesSlides/notesSlide20.xml" Id="R9f1b83fae6d34c6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209f241bc4e11" /><Relationship Type="http://schemas.openxmlformats.org/officeDocument/2006/relationships/notesSlide" Target="/ppt/notesSlides/notesSlide21.xml" Id="R4757d3e0a56f41a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be420c3884240" /><Relationship Type="http://schemas.openxmlformats.org/officeDocument/2006/relationships/notesSlide" Target="/ppt/notesSlides/notesSlide22.xml" Id="R45bbbd8ba41345c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d92698c4b47f6" /><Relationship Type="http://schemas.openxmlformats.org/officeDocument/2006/relationships/notesSlide" Target="/ppt/notesSlides/notesSlide23.xml" Id="Re3928460b6b744e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71fa3c0f64387" /><Relationship Type="http://schemas.openxmlformats.org/officeDocument/2006/relationships/notesSlide" Target="/ppt/notesSlides/notesSlide24.xml" Id="R6d8f9a6e020c45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978581a3a495b" /><Relationship Type="http://schemas.openxmlformats.org/officeDocument/2006/relationships/image" Target="/ppt/media/image.jpeg" Id="Rb2334f80111045c3" /><Relationship Type="http://schemas.openxmlformats.org/officeDocument/2006/relationships/notesSlide" Target="/ppt/notesSlides/notesSlide25.xml" Id="R21d93f9acb9f47e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378d903b34f46" /><Relationship Type="http://schemas.openxmlformats.org/officeDocument/2006/relationships/image" Target="/ppt/media/image2.jpeg" Id="Raf1a9b0e4b0d4499" /><Relationship Type="http://schemas.openxmlformats.org/officeDocument/2006/relationships/notesSlide" Target="/ppt/notesSlides/notesSlide26.xml" Id="R1fe8e629a02b4b2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60be6e15c4c6f" /><Relationship Type="http://schemas.openxmlformats.org/officeDocument/2006/relationships/notesSlide" Target="/ppt/notesSlides/notesSlide27.xml" Id="Rb57cdc767744471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198b582a64b2f" /><Relationship Type="http://schemas.openxmlformats.org/officeDocument/2006/relationships/notesSlide" Target="/ppt/notesSlides/notesSlide28.xml" Id="R54c2b1012fd145e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da2efba774112" /><Relationship Type="http://schemas.openxmlformats.org/officeDocument/2006/relationships/notesSlide" Target="/ppt/notesSlides/notesSlide29.xml" Id="Rd1ba595e131d47f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3930eb20b4903" /><Relationship Type="http://schemas.openxmlformats.org/officeDocument/2006/relationships/notesSlide" Target="/ppt/notesSlides/notesSlide30.xml" Id="Ra05b847ccb6f498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32907e9394de5" /><Relationship Type="http://schemas.openxmlformats.org/officeDocument/2006/relationships/notesSlide" Target="/ppt/notesSlides/notesSlide31.xml" Id="Re65988f8270147f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4a1301ec14cba" /><Relationship Type="http://schemas.openxmlformats.org/officeDocument/2006/relationships/notesSlide" Target="/ppt/notesSlides/notesSlide32.xml" Id="R09baffbda69b48d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b129eeb154ea2" /><Relationship Type="http://schemas.openxmlformats.org/officeDocument/2006/relationships/notesSlide" Target="/ppt/notesSlides/notesSlide33.xml" Id="R154c689f0c8e4cb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0d15b99bf4b7a" /><Relationship Type="http://schemas.openxmlformats.org/officeDocument/2006/relationships/notesSlide" Target="/ppt/notesSlides/notesSlide34.xml" Id="R9b3faca392c9425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8527e9af448a9" /><Relationship Type="http://schemas.openxmlformats.org/officeDocument/2006/relationships/notesSlide" Target="/ppt/notesSlides/notesSlide35.xml" Id="Rcce337163c7d4f5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f8c65890c4885" /><Relationship Type="http://schemas.openxmlformats.org/officeDocument/2006/relationships/notesSlide" Target="/ppt/notesSlides/notesSlide36.xml" Id="R3757646a8aca45c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6e2bf00f1413b" /><Relationship Type="http://schemas.openxmlformats.org/officeDocument/2006/relationships/notesSlide" Target="/ppt/notesSlides/notesSlide37.xml" Id="Rdaf267edb57f421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4cd5ae8ae4c78" /><Relationship Type="http://schemas.openxmlformats.org/officeDocument/2006/relationships/notesSlide" Target="/ppt/notesSlides/notesSlide38.xml" Id="R39e146d64d81414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53920e0e84914" /><Relationship Type="http://schemas.openxmlformats.org/officeDocument/2006/relationships/image" Target="/ppt/media/image3.png" Id="R2ef06fcfbc1243c1" /><Relationship Type="http://schemas.openxmlformats.org/officeDocument/2006/relationships/notesSlide" Target="/ppt/notesSlides/notesSlide39.xml" Id="R4d8583db989b44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6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fe0f5d58b43e1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64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4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4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4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49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78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8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8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8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624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2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2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2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630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631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6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f9e5715e241df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53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34f80111045c3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a9b0e4b0d4499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C210F3-7302-4F6F-8ACD-4CA952CB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E51F6-EC79-4D14-8F38-34C05171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案例背景：双向远控已打通，但控制 Windows 时视频仍走 CPU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9C5F7-58BA-4B8A-8126-B0DFB6DF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87517-5395-420B-81BB-EF28E09A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EB4F1-E9E3-41ED-B7A0-4DB63065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0D73C-15C3-4605-89F4-F5C59D68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14500"/>
            <a:ext cx="1171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36118-50C9-450C-AC79-21D1501C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419475" y="1666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F950C-6307-4B6C-9C5A-8F3F3E90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714500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F8329-1F5D-44F6-9A84-CD9891D4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753225" y="1666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1FC01-0B31-4C2F-A1DF-BBB959F7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1171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6E250A-5902-4D9B-BA45-E4F7FBFB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06025" y="1666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0E062-98EF-4FFB-9E0A-0CC96611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600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HarmonyOS 主控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FreeRDP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D51ED-42C4-4EED-9D93-22E632B9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14450"/>
            <a:ext cx="2095500" cy="8001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 压缩帧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E2AD1-38B9-4BA5-9055-75673BF7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14450"/>
            <a:ext cx="2095500" cy="8001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CPU 软解 + CPU 合成/拷贝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95198-EADB-46F2-86E8-11BCBE94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314450"/>
            <a:ext cx="14097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Windows 被控</a:t>
            </a:r>
          </a:p>
          <a:p xmlns:a="http://schemas.openxmlformats.org/drawingml/2006/main">
            <a:pPr algn="ctr"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画面可用但卡顿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FF072-D2C8-4F5B-967B-057012C1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1096625" cy="619125"/>
          </a:xfrm>
          <a:prstGeom xmlns:a="http://schemas.openxmlformats.org/drawingml/2006/main" prst="roundRect">
            <a:avLst>
              <a:gd name="adj" fmla="val 1384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E268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7C0E5-76BB-435E-88F9-47C96328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76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本章只回答一件事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76EAE-D6B8-4D90-A3FE-C6B156CD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900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9779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如何在 55.9 万行 FreeRDP / xrdp / HarmonyOS 代码里找到 GPU 适配点，并先证明“一帧接管”成立？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146A6-03BA-42BC-BE39-E7A808EA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119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产品事实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3C6459-F35C-4980-B9C1-8146D4CF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↔ Windows 双向控制链已经打通；本案例聚焦 HarmonyOS 作为主控端的视频显示路径。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4DB993-AB7A-415F-9777-61D2F54C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38625"/>
            <a:ext cx="119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问题事实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BE327F-73AD-4262-87C8-66EE4A83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005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用户报告卡顿；当前链路仍依赖 CPU/软件处理。没有同设备 A/B 数据的地方保留占位，不填性能数字。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C0DBF-7657-41EA-A64B-29016E2C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62300"/>
            <a:ext cx="5905500" cy="2524125"/>
          </a:xfrm>
          <a:prstGeom xmlns:a="http://schemas.openxmlformats.org/drawingml/2006/main" prst="roundRect">
            <a:avLst>
              <a:gd name="adj" fmla="val 452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327C71-1A24-4449-9335-82539DAB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333750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本章现场打开的 4 份文档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E1742-C146-4A51-B4AC-D27309DF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6237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5B8F30-9379-4AFB-9BC4-0C5AF1F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24275"/>
            <a:ext cx="5095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EC4B52-5358-4731-B2CB-DCC684D7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933825"/>
            <a:ext cx="50958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源码调用链、两个探针、十步方案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446291-3365-4B25-8526-8DF31DB8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21957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90E5EC-C8FE-4BAD-91A9-8F6A5ECF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181475"/>
            <a:ext cx="5095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18-GPU适配实施任务包与验收点.md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ED0EBD-3435-4A09-85DC-E9928E8E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91025"/>
            <a:ext cx="50958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G0–G8、伪代码、逐条 AC 与 Stop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54D87A-5435-45E3-959B-109E7BCC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7677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solidFill>
              <a:srgbClr val="D895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911EB6-D695-4C17-A202-B504AEE1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38675"/>
            <a:ext cx="5095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16-历史Session可复用证据.md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9EA777-E68B-465C-98C7-8A7D23A5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48225"/>
            <a:ext cx="50958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真实构建/运行记录与失败假设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8E2861-6B3C-4EF5-8291-76766558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13397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solidFill>
              <a:srgbClr val="D8951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1E4F25-39DA-480B-966B-64BD9730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095875"/>
            <a:ext cx="5095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00-证据状态总表.md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90E352-3C4E-4804-99BD-2E6E7DC5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305425"/>
            <a:ext cx="50958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已有证据、缺失素材与 PENDING 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1B0837-B9B0-46DA-93FE-46C2AFF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29300"/>
            <a:ext cx="11096625" cy="419100"/>
          </a:xfrm>
          <a:prstGeom xmlns:a="http://schemas.openxmlformats.org/drawingml/2006/main" prst="roundRect">
            <a:avLst>
              <a:gd name="adj" fmla="val 1818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BECC0E-43E2-4A2E-A802-0549897A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15025"/>
            <a:ext cx="1071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生成链：Linux 探针 → HarmonyOS 一帧穿刺 → 17 方案文档 → 18 任务包 → 06/00 验收与证据状态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9EE862-6024-44CB-9F77-D5A50F85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3FC9F-D48B-4BEE-9381-FF3CACD1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代码很多，不让 AI 通读：把仓库压缩成“一帧 + 两个探针”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F3706-3C80-4B19-BEF9-EFE97933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F13ED-1F20-46F9-BAA9-513A6566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89C5B-2DF3-4DF4-B44F-DC8780F1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2F14F-AF2C-4B5A-8D42-19135C59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55.9 万行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0D3DF-3037-4461-92F5-6285B8EF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FreeRDP / xrdp / HarmonyOS</a:t>
            </a:r>
          </a:p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协议、平台、渲染、生命周期混在一起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75741-45AD-413A-BE21-BB2F9941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57500"/>
            <a:ext cx="3190875" cy="2286000"/>
          </a:xfrm>
          <a:prstGeom xmlns:a="http://schemas.openxmlformats.org/drawingml/2006/main" prst="roundRect">
            <a:avLst>
              <a:gd name="adj" fmla="val 5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4CAA63-9972-426D-808C-CFC9B2F6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上下文预算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79A17-EE55-4471-8E70-0B5C94B3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28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个关键符号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6F307-5787-4541-9418-0EDE4BBF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71750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DAEC9-9E94-4213-968E-80325BC2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2524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6606C-170A-415A-AE92-7C75BA9F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20955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只追一帧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4E175-5002-4F4D-A862-E1BC31F1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813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PDU 进入 → 屏幕 present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1331D1-E471-4451-B2DB-B814E1BF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95750"/>
            <a:ext cx="2667000" cy="838200"/>
          </a:xfrm>
          <a:prstGeom xmlns:a="http://schemas.openxmlformats.org/drawingml/2006/main" prst="roundRect">
            <a:avLst>
              <a:gd name="adj" fmla="val 11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E6B88-788C-42B3-84F3-B5A63CF9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4815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探针记录必须包含</a:t>
            </a:r>
          </a:p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Input / Path / Evidence / Verdict / Stop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85C4D-C1F3-4312-8C26-BE068AB6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257300"/>
            <a:ext cx="4095750" cy="1790700"/>
          </a:xfrm>
          <a:prstGeom xmlns:a="http://schemas.openxmlformats.org/drawingml/2006/main" prst="roundRect">
            <a:avLst>
              <a:gd name="adj" fmla="val 744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33BCF-B8F8-41E8-BF1D-31AE09F1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28750"/>
            <a:ext cx="14287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Probe-Linux-01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140EF0-96C9-494C-8B3D-12E785B1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478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参考实现怎样交给平台显示？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D25AA2-D236-4A5B-91A1-B92E5E26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381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输出：SurfaceCommand / EndFrame 的源码时序与稳定接缝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F78585-CB2F-4049-8F95-8A4205F4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33750"/>
            <a:ext cx="4095750" cy="1809750"/>
          </a:xfrm>
          <a:prstGeom xmlns:a="http://schemas.openxmlformats.org/drawingml/2006/main" prst="roundRect">
            <a:avLst>
              <a:gd name="adj" fmla="val 736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55FE8-4D68-4EA0-BA45-E1DDD8BB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05200"/>
            <a:ext cx="14287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Probe-OHOS-01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04B170-E9E0-4A71-BC98-736E8085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243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平台能否完成一帧 GPU 穿刺？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15D050-B39E-4B59-9E95-7F898D11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4577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输出：XComponent → AVCodec → NativeBuffer → EGL → present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26424F-3DAA-4F25-A276-0081B490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10250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E0B695-93E2-41A4-8D3A-06769A19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3A3871-2B2F-416E-A3CD-E11E0BAF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67400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EA34BD-FEC9-40F0-BF62-E731045A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§2、§11 两个探针记录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F32E74-A3F9-434A-A7CD-805BAAA3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BDC07-A276-40B3-9F13-0189706C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探针 1：Linux 一帧时序，找到三方项目留下的稳定接缝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6735B-E92A-46F0-9B7D-2D5480EB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5EECB-5EE3-47EC-9D16-A6C03431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8DB02-474B-4AA1-8C84-5520B764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A592AD-AD22-45B4-8DE3-ABFFC682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16192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C9BD6-6F6E-434B-8CC4-4E5A6CE6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6192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49DBA-9F8A-404C-915D-93141941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6192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E6A8C-E2C5-42E4-93EF-C09AD2AA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16192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1A5C4-7F73-4EC0-8198-F6B45064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16192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9A0474-A9CB-42AE-83F2-84712C5C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0955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66B88-9CEC-4346-B572-D6FFC40A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38550" y="2047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931BF-CADA-4F13-AD60-5431951F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68605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A680C-5E04-4156-A091-52B3743D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34050" y="26384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C1A2C3-3010-4977-ABB0-71812D3C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2766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C5F65-65A6-4DB0-9940-3A9D8B04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829550" y="32289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85D46C-6E51-455F-BBE7-392F2191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86715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CCE98-EEC4-4638-9FF1-15FADA08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925050" y="38195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00D0D0-8155-4978-A649-36E67CF2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4577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9CE696-20D2-420B-B5BC-983E4D87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925050" y="44100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DCD037-4B99-47C0-8430-ACA0412F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4300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 Server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92B4EE-54D2-4AE6-86EE-796BE6F0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4300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rdpgfx_main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6DAA53-4352-479B-A61E-3669D3B1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4300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rdpgfx_codec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9F15E-B9F6-46BB-99A6-7E1F0231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14300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GDI gfx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D13BB6-DEA1-40FC-B98F-59411F89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xf_gfx / X11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EAF80-9722-4C74-8B39-8738B7C2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90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WireToSurface1 PDU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3AAF8C-26F3-45C9-BDCC-1789CBA9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97961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parse AVC420 metablock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000CB0-DA10-4688-B9CF-02D68C80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71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7898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context→SurfaceCommand(cmd)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AB660-2C80-40CC-8A47-C5AF04EC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86004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gdi_SurfaceCommand_AVC420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A5477-211B-48E2-9496-CF1E95FD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15290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76923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EndFrame → UpdateSurfaces → XPutImage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E789A1-3492-4E84-B1EB-683D7B2D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00625"/>
            <a:ext cx="11096625" cy="723900"/>
          </a:xfrm>
          <a:prstGeom xmlns:a="http://schemas.openxmlformats.org/drawingml/2006/main" prst="roundRect">
            <a:avLst>
              <a:gd name="adj" fmla="val 131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EDC81C-7115-462F-9636-87E81FCC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4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源码锚点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DF62E0-1400-4291-80D7-EF72B4DF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05400"/>
            <a:ext cx="9667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rdpgfx_main.c:1334–1404   ·   rdpgfx_codec.c:185–214   ·   gdi/gfx.c:316–351,1246–1301   ·   client/X11/xf_gfx.c:39–140,507–530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DBBCB0-5557-4546-BCE1-A1075EA6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391150"/>
            <a:ext cx="966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结论：协议解析保持通用；平台差异位于 SurfaceCommand / EndFrame / UpdateSurfaces 回调之后。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D03545-296B-4525-AF50-5BDCEED6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5787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C66DEB-7D74-4F40-A374-1B961AFB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2A1289-0C24-405D-A821-39E566D7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1502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349CCE-68B5-4896-B04B-F3723552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1502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§3 Linux/X11 一帧时序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8D38FB-BCE6-46EA-B702-357BF5E7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4C71A-1480-4BDB-B7E7-353618B3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真正的适配点：协议资产与平台显示之间的回调接缝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ADDBC-C065-45AA-B466-DC6FC847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ABAE2-0CB6-4F6B-BC10-B7304B2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E0CCF-0C92-4A9D-8A55-83C211E7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A5A70-6728-47F5-84C6-A70223CB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5337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3ADFA-A423-46BD-916D-188B2D83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800975" y="30956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0A691C-04C4-480A-9FC8-218C75F0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38250"/>
            <a:ext cx="3905250" cy="3714750"/>
          </a:xfrm>
          <a:prstGeom xmlns:a="http://schemas.openxmlformats.org/drawingml/2006/main" prst="roundRect">
            <a:avLst>
              <a:gd name="adj" fmla="val 35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CDFE0-68B7-47BE-84A3-AD86F97F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第三方协议资产｜保持不动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11085-781A-404E-8629-F709EBFC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955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CC41F-3C74-4B2D-8550-919D48E5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02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RDPGFX PDU 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E298B-2D69-4443-8082-2BA67167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BEE24-BF51-44A9-BF4D-985F3EAD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AVC420 / AVC444 语义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8DD77-87A9-4BEA-BB99-C543DFBE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724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24207-84B0-4803-95DD-C2D751CE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290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Surface / Frame 状态机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B7E78-3787-4EA2-8821-3DDA54C2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改协议解析会把平台适配扩大成协议回归。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CC9ECF-F8B3-4BEF-AAA4-459AB83D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238250"/>
            <a:ext cx="3857625" cy="3714750"/>
          </a:xfrm>
          <a:prstGeom xmlns:a="http://schemas.openxmlformats.org/drawingml/2006/main" prst="roundRect">
            <a:avLst>
              <a:gd name="adj" fmla="val 359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9497B-AF73-4279-9610-E4F60A10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049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8160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HarmonyOS GPU 后端｜实现同一契约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A3FDD2-4746-4BD0-9C1C-BBB68E5B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955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9242C-8818-479C-8825-CAE5FAF7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02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XComponent / NativeWindow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B9766-EFAB-4157-BE98-1231F5E3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66265-4A2E-4475-AC74-04FABE84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146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 + NativeBuffer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32429-D5C5-4954-949D-1613261B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24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D0D935-AE59-4636-B7EA-1A9F2A5B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290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EGLImage / OES / FBO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BD8A44-DF41-4CD2-89DE-6A60CB6A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57700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不照搬 X11 API 与线程假设，只承接协议交付的帧语义。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5667AA-B95E-4D38-8AA8-C0347987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3524250" cy="2952750"/>
          </a:xfrm>
          <a:prstGeom xmlns:a="http://schemas.openxmlformats.org/drawingml/2006/main" prst="roundRect">
            <a:avLst>
              <a:gd name="adj" fmla="val 5161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E268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AFAB72-E001-4DFE-9A42-19DC0C69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8859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可逆 Bridge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BAB605-BAF1-4102-92C3-80AE09E0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574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SurfaceCommand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0AE941-26E2-4173-B2D0-20B4E3DF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800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D165BB-8BED-4F5F-875B-CC9807C5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385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UpdateSurfaces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3673FA-F2BD-40CD-8884-1FCBE979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910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先保存 original callbacks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A8CB93-E00D-4DF3-B907-42E357E1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191125"/>
            <a:ext cx="11096625" cy="552450"/>
          </a:xfrm>
          <a:prstGeom xmlns:a="http://schemas.openxmlformats.org/drawingml/2006/main" prst="roundRect">
            <a:avLst>
              <a:gd name="adj" fmla="val 1551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D14C45-5452-4DCF-B967-BC002D88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43525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四条不变量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204922-2996-4F57-8C43-0B1FB73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314950"/>
            <a:ext cx="938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始终可达  ·  首帧前不 suppress GDI  ·  一帧只有一个 owner  ·  matched EndFrame 才 present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6C1240-FB76-4B58-B0A4-0C1BEE9A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B3842E-DE02-460D-8504-AB56AE02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A68911-FB44-4E00-B831-4C034EB2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3E2844-2B27-485F-B01B-EB7E3DF1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§4、§12 回调接缝与执行语义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DBA74C-D789-4B10-A491-1771E696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311E4-98DE-46C6-9FEB-60C6779E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探针 2：用 XComponent 穿刺“硬解 → 零拷贝 → 帧边界提交”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CE271-D69F-4A18-A3C6-3B45E01A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28BF2-D6A5-4355-AE57-209B65B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6C9B9-6442-49AD-961D-BE977EB9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71F70-5760-4B8C-B591-FD043928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573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一帧 probe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120D6-05E9-4139-8263-53C176D9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049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不先改完整远控链路，只验证三个互操作边界是否真的成立。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8DCBE-3637-408F-ABD0-00209B53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479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E63AE-BD09-421E-8937-DCC9ACC7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181225" y="24003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97C05-881E-4FD9-B4FB-E91AE83C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479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FEE63-47AE-465B-B735-FE93DF64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990975" y="24003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91ADE-2B77-4D95-9B51-F05BC1D1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479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2C0A6-244E-4415-937A-BA69C3D7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00725" y="24003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5157A-CD9B-4D8F-B769-E62838D1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479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163882-05FB-480A-B9F9-7CB6C690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10475" y="24003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13C33-CF1E-46C3-A83D-25487049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479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1F23F7-E993-4FF7-B29D-93E8716C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20225" y="24003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A2501-80AE-4D3A-8354-4581803C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Surface</a:t>
            </a:r>
          </a:p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4D484-E382-46AE-8990-DE9A008E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压缩码流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BA27BC-B8AC-49F8-903F-C4E257AA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7FD5DB-2E8C-47A0-B792-A4D958E0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HARDWARE AVC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8B39C-E876-4781-BF26-70E41BFF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37AA8B-6596-41F9-9247-77AA5C40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format / stride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56C1C3-3169-4577-A1DD-692BF0D6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EGLImage + OES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E4F542-A0CC-4FDB-A47F-F9A65CEB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零拷贝 import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129939-6635-41EF-AD0C-0C6CA58F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Retained FBO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DF1E1-40B3-474C-B75E-A0D11C7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dirty compose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AAEC44-F63B-4542-B3F3-8EBD74BB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52625"/>
            <a:ext cx="13716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AF9BCF-6C9E-42EE-B0C3-BB8533A8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733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matched → swap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BA7206-653F-4EE6-B187-E9FE4D22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19500"/>
            <a:ext cx="2762250" cy="666750"/>
          </a:xfrm>
          <a:prstGeom xmlns:a="http://schemas.openxmlformats.org/drawingml/2006/main" prst="roundRect">
            <a:avLst>
              <a:gd name="adj" fmla="val 142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Surface 生命周期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A7C2E3-179C-4EF5-8392-A4B58D71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053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67BF92-4617-4731-9C15-7F73D40E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152650" y="4705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EFEE26-D5C5-4327-979C-E0744680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90537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created / changed / destroyed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3D0A21-8ED5-4FE1-A1E4-32455CF9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19500"/>
            <a:ext cx="2762250" cy="666750"/>
          </a:xfrm>
          <a:prstGeom xmlns:a="http://schemas.openxmlformats.org/drawingml/2006/main" prst="roundRect">
            <a:avLst>
              <a:gd name="adj" fmla="val 142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Decoder / Buffer 所有权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95EF82-FEB5-4E8F-A3F2-358D7274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053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8CB528-A85E-4DFB-8C02-657D0610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57900" y="4705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F97E39-2793-4739-B131-0A1F844E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90537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 PTS ↔ output buffer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577172-F28D-40EF-9F1D-BE086093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619500"/>
            <a:ext cx="2762250" cy="666750"/>
          </a:xfrm>
          <a:prstGeom xmlns:a="http://schemas.openxmlformats.org/drawingml/2006/main" prst="roundRect">
            <a:avLst>
              <a:gd name="adj" fmla="val 142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pending / EndFrame 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7FC19F-F9FC-4544-9794-4F5C3ED9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3053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753241-8CBD-4FAA-BF49-F1B89A8A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9963150" y="4705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9AA905-21DD-4BEB-86B5-DDB05AB8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90537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不提前显示 · 不双写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436B35-E49B-41E2-9315-60D09A4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096625" cy="419100"/>
          </a:xfrm>
          <a:prstGeom xmlns:a="http://schemas.openxmlformats.org/drawingml/2006/main" prst="roundRect">
            <a:avLst>
              <a:gd name="adj" fmla="val 1590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46D00E-3449-4E7C-8A0B-85736274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源码锚点：xcomponent_native_host.cpp:22–76 · native_bridge_context.cpp:284–323 · compositor:551–603 / 788–803 / 1569–1632 / 2248–2393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C18444-B39A-4EF5-96FF-58B36584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BB27F8-CE82-4677-9895-5E4F924C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2AEF1F-4EDE-4439-96A6-65A5B51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F24B4F-320D-4261-8597-6576DA4E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§5、§13 Probe-OHOS-01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C4E75D-76D5-441A-96E8-748FB130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476F5-8D70-4194-8C69-D0B68A02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穿刺结论：五道 Gate 逐个关闭未知，才能冻结方案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95E0C-97D4-439E-A8A1-986AC758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0B5BA-AF90-48D1-9BA7-EFA73F1D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3D404-382A-4DD0-B376-CE3EC037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A221E-649A-4A95-9D2C-6B20511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8915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7D428-7B50-4CCA-9756-522754AF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896475" y="21907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5CD428-1FC9-4D95-B727-A4553577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859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92D35-FCDB-4521-9264-3545E491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A3C22-8D22-4DA9-981A-D4DDCB6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571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Surface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C81F4-82D8-4F07-9377-94F36778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9718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target 可创建/更新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5BB59-66AC-4259-9370-9C5961E3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859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332B23-4125-4F1B-AD6F-BB3AEEF9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668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DA75D-FAC0-4E27-9190-037D40A3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07659B-2046-4F32-9355-5980A420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9718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HARDWARE AVC 可启动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D1CBB9-27C1-4EE2-B4FA-578E379F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859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D12B1C-308C-470B-B268-FC8E8270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668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F9630-DBA7-4475-B5EC-70E708AD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71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316B2A-D416-4729-8322-3795D6A8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718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NativeBuffer + format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C8F85-B87B-4BC6-9A48-87DE2A8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859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9CBA6D-D0F9-4EC6-A378-1E08B808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668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233FE-09EE-41EC-9432-7956DF82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71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53D89-2505-46AD-BBEA-0B4FC2D8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9718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EGLImage / OES 成功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43788D-5FF7-42E5-A507-A9E9B236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0859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0FC7FC-2B93-47D6-B179-2CB1F2DB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668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39F05C-4B44-4B77-9A42-77F77CB0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571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DE021-6D39-4C54-B785-E2055CE4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9718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matched EndFrame 才 swap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469F07-5C83-471B-90B1-FEA7B5B6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33800"/>
            <a:ext cx="6905625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CF41DA-CD3C-4258-B596-FFF2D855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每道 Gate 的记录格式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5980A6-E02D-4908-88D0-33B3303B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Input → path::symbol → expected → actual → Verdict → artifact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4D03C2-BACF-4493-A8DE-148B33B6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 hardware identity、同 run trace 或 fallback 记录时，只能标 PENDING；源码事实不能替代运行事实。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3B1EAA-3F7E-4FE3-8167-99C91D78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33800"/>
            <a:ext cx="39052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F8F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6C5A28-5AAC-4DE3-BCD4-D71850AB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52875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当前可冻结什么？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A1C481-4ED5-49F4-9691-E9AC9E48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00550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✓ 技术方向可行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✓ 适配接缝与回退边界可定义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— 同设备性能 A/B 仍待视频与 trace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047225-CD80-45BE-93E4-CC34CE3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CC72B1-A771-449B-9E30-88A3A52E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A0224A-BA93-4C86-8551-79305041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B49A69-F505-4FAA-B2CA-B391F0B8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§14–15；00-证据状态总表.md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67ED5C-E26E-4F75-A111-68E05905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C2DAE-5567-4A48-A25C-55358DDA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最终方案：在回调接缝受控接管 GPU，任何失败都回到 original GDI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51813-B3CB-4086-A18B-19682187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5F752-85B7-411A-9E2C-2E3CE9C3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78A52-759B-411D-944D-E0200E4E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547BE-6976-4984-B7B6-BE5B0C7F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43125"/>
            <a:ext cx="1628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7D8F5-D3DE-4F1D-9E2D-4200C5B1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562350" y="20955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1FEEB-6890-46D2-8319-B8E967F4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43125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464D6F-0CEA-4682-9CD3-060F3388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43600" y="20955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86372-7C27-4C5B-9894-D8F3AE36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43125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CD634-2876-4A20-84D6-1D2E9976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24850" y="20955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675B9-4140-440D-912C-B7A45EC9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143125"/>
            <a:ext cx="1295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43B6B-84D9-4DFD-B47F-AAACF19A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848975" y="20955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DB0D2-BCB8-4825-B62E-26654536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619375"/>
            <a:ext cx="381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588359-75F6-4698-AC6B-EA373AAB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4200525" y="37528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F1A798-DD65-470B-9722-26B4A44F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857625"/>
            <a:ext cx="5010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A27B3-1DC4-4320-85B1-3398EBF2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29725" y="3810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5228A-0F5A-4BD7-BFB2-18C778D9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05125"/>
            <a:ext cx="38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8E967A-39D2-4775-9658-ADA4D658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2905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B762B-2F64-4120-A2FB-E197221E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123825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PDU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16507-E5CA-4479-91C1-86668E3B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09750"/>
            <a:ext cx="13335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GPU 可接管？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01D32E-9F49-4AC9-8326-5119E660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381125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AVCodec</a:t>
            </a:r>
          </a:p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+ NativeBuffer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619B4A-1286-4A71-A2B0-594082F0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14500"/>
            <a:ext cx="11430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EGL / retained FBO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45B1E8-4A7B-46CF-A575-3FF54096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714500"/>
            <a:ext cx="104775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E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matched</a:t>
            </a:r>
          </a:p>
          <a:p xmlns:a="http://schemas.openxmlformats.org/drawingml/2006/main">
            <a:pPr algn="ctr">
              <a:def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  <a:p xmlns:a="http://schemas.openxmlformats.org/drawingml/2006/main">
            <a:pPr algn="ctr">
              <a:def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→ XComponent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498F5-DABB-4590-9D3B-AAFAB2A4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24250"/>
            <a:ext cx="3143250" cy="666750"/>
          </a:xfrm>
          <a:prstGeom xmlns:a="http://schemas.openxmlformats.org/drawingml/2006/main" prst="roundRect">
            <a:avLst>
              <a:gd name="adj" fmla="val 142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original SurfaceCommand + original EndFrame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C3655A-8E9C-4268-B234-23BE85EB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NO / not consumed / target lost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8DF870-BB10-4DEC-BFBE-1FC16B7C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1476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YES · 首帧成功后再切 owner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F9F0B7-900C-47E4-923F-9676288F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096625" cy="1066800"/>
          </a:xfrm>
          <a:prstGeom xmlns:a="http://schemas.openxmlformats.org/drawingml/2006/main" prst="roundRect">
            <a:avLst>
              <a:gd name="adj" fmla="val 89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6A02C-A1C4-455B-8148-676DB74F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控制面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6CFA71-18FA-457A-B9A4-AEE0E449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733925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 original → 安装 Hook → candidate gate → consumed 语义 → owner 切换 → surface destroy 恢复 GDI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F412F8-3229-4073-85C3-C8D8DDF9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数据面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301C17-0786-4E3B-8CCC-079CD209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91125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command → decode → native buffer → import → retained compose → pending → matched EndFrame → swap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C9C881-CCB6-44E9-9D38-E97686F4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85F550-28F5-4B59-9076-EDE840F7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CE2C3F-64E7-4995-B254-41514084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55F1DE-C870-43DE-875B-9CDEF04E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§6–7；04-ADR-GPU-001-HarmonyOS硬解方案.md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9CC528-D96D-4BD1-90D2-615DBB60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E3279-00E0-421D-A06A-F60B6C4B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文档怎么生成：输入证据 → 方案推导 → 人工冻结 → Ralph 任务包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4E905-CA9B-4AA9-A828-DF256ACB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BDC14-0E10-481D-BB27-AE7EE286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A526A-1F2E-499D-A68C-2A55BED7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5FC79-3B41-4B22-9EA8-D83DE330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190875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70F02-7240-43F9-8DB4-3C4836A6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29100" y="31432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79517-A5CC-4183-96D2-8D0B9CCA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90875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62665-ADF4-41A5-8C04-377E3A81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10600" y="31432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60CE4-6F33-41E9-B09B-8CDEB653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2714625" cy="3810000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35877-6221-4C45-810F-EAE794B8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输入：不是一段 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70A54-EBBB-4E9C-A367-3EF2874D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1F28FA-7DF3-49CD-B297-814F986D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03-跨平台实现调研.md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3BDBA-C68D-4132-8F64-9ED53EF2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47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Linux/X11 一帧参考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6A78BB-0724-4EE8-BA70-22901B77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2C18B-C887-48C9-8C62-643C80AB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47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05-最小能力穿刺计划.md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39A54-8E52-47ED-9474-02B99A0C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XComponent + AVCodec 探针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4346AA-7134-4E45-BA43-D6BD4C36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solidFill>
              <a:srgbClr val="D8951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56C52-1AF8-439B-9E07-BF94957A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95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16-历史Session可复用证据.md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1E5B43-376A-46DF-BA8E-2EEC2EFE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433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构建、运行、失败假设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7E821C-8CCF-4E7E-B4A0-C47D6F31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solidFill>
              <a:srgbClr val="D8951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35CAF-9559-4B2C-8AEF-C19EE63F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C3AB17-221A-4D92-8298-20E7102A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91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8461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SurfaceCommand / EndFrame / compositor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55F971-741A-4F6B-AE2C-02A8204F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143000"/>
            <a:ext cx="3286125" cy="409575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B7DC2A-8FFA-4CE4-96B1-71630809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381125"/>
            <a:ext cx="16192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生成 + 人工审阅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63995B-60AC-47BF-ACA3-07B171D0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09750"/>
            <a:ext cx="2714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FC4899-22F7-46D5-84C2-DDBBEE52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71750"/>
            <a:ext cx="27146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§3  Linux 一帧时序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§4  回调接缝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§5  OHOS 一帧穿刺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§6–7  最终方案与十步适配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§14–16  Gate / 日志 / 审阅检查表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B8A4E-8B22-4CDB-BE2A-E2BAE8BF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333875"/>
            <a:ext cx="271462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A61403-76E5-4540-B347-DE4769E7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57700"/>
            <a:ext cx="2428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982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人工冻结：不变量、所有权、失败语义、Stop 条件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ED586F-81F4-486E-A104-88897901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285875"/>
            <a:ext cx="2905125" cy="3810000"/>
          </a:xfrm>
          <a:prstGeom xmlns:a="http://schemas.openxmlformats.org/drawingml/2006/main" prst="roundRect">
            <a:avLst>
              <a:gd name="adj" fmla="val 39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902D2F-9BCC-4A4E-BBC8-7875FD0B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50495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输出：可直接执行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F04351-9F89-4775-A9FF-1351D127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28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18-GPU适配实施任务包与验收点.md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915F9A-CF92-4E51-A1B6-9B7B7698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14625"/>
            <a:ext cx="242887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G0–G8 每张 Story 固定包含：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Read First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Allowed / Forbidden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伪代码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逐条 AC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Stop 与证据文件名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9894C7-055D-4D3B-BE01-903FE41D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B237B5-7C0F-41B0-AA22-823AC070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审阅链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B60009-E293-4570-B438-FFA8F6B2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11-AI文档生成与审阅链.md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FFFE50-C94E-4E39-8731-F7375A78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81650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生成依据、人工决策与下游文档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47D391-B849-4268-BACB-C89F9752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7217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A95AC0-327B-4871-BA05-294A46FB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7672DD-327D-42DF-B16F-995E9710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2932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17-复杂三方项目GPU适配源码分析与探针方案.md → 18-GPU适配实施任务包与验收点.md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666F99-6388-4140-9CC5-131960D7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2932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方案文档生成任务包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F35520-64FE-4DA0-83F7-04B14D05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3FD4F-CA47-404E-B4BC-397FFB5D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任务拆分：18 文档把 G0–G8 写到伪代码、验收点与停止条件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CBA89-4C65-45C4-B931-EF09FBF9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2C64D-4F49-4967-9D91-9F627E3E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AA94E-61D9-4FB3-96FA-B1AFE743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92625-EDF1-4646-854A-BFF3A5D0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90625"/>
            <a:ext cx="4762500" cy="4524375"/>
          </a:xfrm>
          <a:prstGeom xmlns:a="http://schemas.openxmlformats.org/drawingml/2006/main" prst="roundRect">
            <a:avLst>
              <a:gd name="adj" fmla="val 252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20000-191F-4B13-B689-35D0469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18-GPU适配实施任务包与验收点.md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A02D4-7C36-4848-A81B-08611E7A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57375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DC319-A079-4501-8DE3-A22A8747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57375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冻结一帧调用链和日志主键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A4253-8D90-4C90-BED6-79244E2E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57BD3-03FD-4388-AA9D-DBF90287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Linux 参考实现探针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338D1-E7E4-4EB9-A359-27CD51AA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ABCB2-D294-4722-9F44-C453685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38425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XComponent Surface 生命周期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CC0435-3E42-45C2-9886-057C9473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E20CE8-5940-4E4B-ACB4-65BDA2B2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2895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可逆 RDPGFX Bridge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93378-7BB8-4FA0-A455-7F36FEF4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BF4D5-A966-48DB-853C-3E955FEF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19475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单帧硬解与 NativeBuffer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B1024-1E8C-4028-9972-C9FA6466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A8590F-8223-4AA0-AB20-4364DE2D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 导入与离屏合成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D4649-BA67-48AA-9035-ACD94838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00525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54FC19-4B45-458F-9FA1-AFC8CBD6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00525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EndFrame、Owner 与 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CA6CA1-A3D1-4CB5-9D98-486D079A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G7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294C91-25B8-4BBE-AB2E-4309C269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9105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连续播放与有界节奏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8F44DF-E016-469E-AA5B-0E1EFC6D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4572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551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G8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94EA6D-F1DA-4603-9304-B4C227DC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81575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生命周期、故障与最终验收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0E416E-8079-4032-9E1A-850EEA1F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190625"/>
            <a:ext cx="6048375" cy="4524375"/>
          </a:xfrm>
          <a:prstGeom xmlns:a="http://schemas.openxmlformats.org/drawingml/2006/main" prst="roundRect">
            <a:avLst>
              <a:gd name="adj" fmla="val 252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E268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0BAA73-2996-4784-A244-68B72F7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81125"/>
            <a:ext cx="904875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G6 示例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0B5775-0F37-41A1-A9A0-9A6C97CA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81125"/>
            <a:ext cx="4429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9220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唯一结果：matched EndFrame 才提交；任何失败回到 original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C6B085-A7D9-466A-8FD4-A8F41499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573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READ 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071979-E525-4851-A82F-6E65DC6C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288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17 文档 §12.2–12.4 + 当前 Bridge / compositor 符号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7588B1-F662-46A3-A157-F6238CD4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伪代码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D90253-1BDE-4DAF-A410-2B186E60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19375"/>
            <a:ext cx="5476875" cy="1381125"/>
          </a:xfrm>
          <a:prstGeom xmlns:a="http://schemas.openxmlformats.org/drawingml/2006/main" prst="roundRect">
            <a:avLst>
              <a:gd name="adj" fmla="val 551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375276-7189-4505-9267-F2049194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62250"/>
            <a:ext cx="50958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onEndFrame(frame):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!matched(frame)          → originalEndFrame(frame)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!gpuOwner || !consumed   → originalEndFrame(frame)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presentRetainedFbo(frame)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record(frameId, pts, owner, verdict)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C52A27-2EC2-43FA-B523-DB6D41D1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100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逐条 AC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57B7A7-508A-4497-BCA6-C760E74A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524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AC1 未 matched 不 swap  ·  AC2 同帧只有一个 owner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AC3 target lost 自动 fallback  ·  AC4 trace 能按 frameId/PTS 回放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8A96CA-8ED2-4384-884E-4952408A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53000"/>
            <a:ext cx="5476875" cy="523875"/>
          </a:xfrm>
          <a:prstGeom xmlns:a="http://schemas.openxmlformats.org/drawingml/2006/main" prst="roundRect">
            <a:avLst>
              <a:gd name="adj" fmla="val 1454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5B44B8-1FA1-41DD-A4C1-6D9508A1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76825"/>
            <a:ext cx="509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STOP：任一 AC 无独立证据，或 fallback 不可复现，G7/G8 保持 BLOCKED。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99625B-48D8-4D94-B8CD-7750BEE7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C82E68-9B37-466C-A1F8-5D69FC65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E8AABA-5B5C-48B7-B5A6-AF1D1228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18-GPU适配实施任务包与验收点.md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53D5F1-5EFB-4EB4-B6DE-8D62D1CD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G0–G8；重点展开 G6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B1EFFC-F0A7-4618-BBEB-298344DC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8D3B9-6D41-44CB-AAAB-954E7744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判断不对怎么办：回到同一帧链，只找第一处 expected ≠ actual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D5EFD-B289-4AF8-BAAE-8DFB2C46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44054-9F37-481C-8E7C-BD92871D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4BC6B-A78C-4D9A-AE36-281023AC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1BC02-D89E-4ADD-BD3B-7493FFF2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52625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9B10F-281A-4C45-8C40-00B9A3D3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57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D32B9-AA29-4491-8DCF-D565AF4C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52625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64E01-9E4D-4E2E-A130-6E8220AD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181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BE4F42-3ED7-4508-AB85-48957A1B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F7176-7378-4729-BB53-470B1216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705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BEB2A-1445-4FDD-B941-622AAFA4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952625"/>
            <a:ext cx="2952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D8FD8-8EC9-41D0-8A4C-7A4EC25A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229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solidFill>
              <a:srgbClr val="C84B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DD921-E145-4AFF-9992-964B65DF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52625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31E9E-99F1-45BA-B260-D8DE0601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53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D1A1D-133A-48E3-B654-47B320BF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52625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C21595-F0A5-487E-8E21-4049AA81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77350" y="1905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CF066F-6887-44C3-96A0-0AD73276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9DC32-F85A-4652-9A87-DD7C44C2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613449-8871-4EFB-BA22-0161FDC3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60AA2-64F6-4AD8-8C41-C536151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import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EA65F7-F2B3-4328-84D1-9910E4A4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C9FCC-D899-4EAE-A432-DD911FEA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E33E0A-3BEE-4A3D-8CEE-70700BF5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19250"/>
            <a:ext cx="1143000" cy="66675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swap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EAD90-228F-40F6-B28A-94E55865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622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最后正常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C878-397C-461D-8B8C-7A28CABA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3622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第一异常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527A1-1CC2-4AC2-9B9C-9E3F3F75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52750"/>
            <a:ext cx="6572250" cy="2571750"/>
          </a:xfrm>
          <a:prstGeom xmlns:a="http://schemas.openxmlformats.org/drawingml/2006/main" prst="roundRect">
            <a:avLst>
              <a:gd name="adj" fmla="val 444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5EF8DC-E407-4FD2-9BF2-0A8FDB61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真实黑屏纠偏记录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CFF325-F5E0-46ED-BAF8-7C169408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781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1 假设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C784AC-8CD4-4BE6-84AB-077DD276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05225"/>
            <a:ext cx="500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 前立即 present 可以消除黑屏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C31A27-2675-4590-BE8D-D3B60AF0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781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2 修改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095B18-4815-47F2-98B6-4E8DE4B1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14800"/>
            <a:ext cx="500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 / 安装成功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834E34-0E5F-415A-8E0E-7C8FE6CC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781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3 证据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CECB6D-39BC-442B-AE20-4E2B480E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24375"/>
            <a:ext cx="500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/ import / pending 已发生，但画面仍黑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11B6B5-9322-4D8B-B19B-B85A6258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43475"/>
            <a:ext cx="781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4 判定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04B610-A651-4D2D-86BB-AFEF2874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5000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假设被证伪；回退修改并重建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604706-60E4-4456-8E9E-9F8DD6D6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952750"/>
            <a:ext cx="4238625" cy="2571750"/>
          </a:xfrm>
          <a:prstGeom xmlns:a="http://schemas.openxmlformats.org/drawingml/2006/main" prst="roundRect">
            <a:avLst>
              <a:gd name="adj" fmla="val 444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D8CFFA-769E-4422-95F8-3A0C341B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90875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排障协议与对应文档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1F6A82-F37C-4612-BB13-C6A55C7F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714750"/>
            <a:ext cx="3476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 保留现场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ALIGN  对齐 frameId / PTS / runId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FALSIFY  一次只增加一个探针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REPAIR  最小修改</a:t>
            </a:r>
          </a:p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REPLAY  目标路径 + fallback + 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5372AD-C35D-40EF-9C48-B84AE71B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00062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07-开发排障复盘.md</a:t>
            </a:r>
          </a:p>
          <a:p xmlns:a="http://schemas.openxmlformats.org/drawingml/2006/main">
            <a:pPr algn="l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16-历史Session可复用证据.md §6</a:t>
            </a:r>
          </a:p>
          <a:p xmlns:a="http://schemas.openxmlformats.org/drawingml/2006/main">
            <a:pPr algn="l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18-GPU适配实施任务包与验收点.md G6/G8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BF41BE-119C-4AF7-BCFA-B15E4FBB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71475"/>
          </a:xfrm>
          <a:prstGeom xmlns:a="http://schemas.openxmlformats.org/drawingml/2006/main" prst="roundRect">
            <a:avLst>
              <a:gd name="adj" fmla="val 1794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8CCCEF-433F-4000-BFF5-E2D9989F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本页文档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5C7799-93C2-49D4-9EA2-57CD6A4B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3407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07-开发排障复盘.md + 16-历史Session可复用证据.md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687384-2D8B-4D1A-883E-8966CD2E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34075"/>
            <a:ext cx="342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第一异常、失败假设与回退记录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574323-0E74-411E-B580-1789B618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BE3A6-E09C-4C76-956F-19C5BF46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结果与验收：视频证明体验，trace 证明路径，文档保留缺口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184E0-24DC-465C-A5D1-C2869850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7B1C3-E07E-44BA-AD35-5AD42395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CD56BE-1BA1-4C08-96C8-C19DF9E7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B3F82-8B2A-4565-B75C-72EFDE3B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90625"/>
            <a:ext cx="671512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1677C8"/>
            </a:solidFill>
            <a:prstDash val="dash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F2624-7CC4-4B7A-9F94-4A84D34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28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视频 / 截图替换区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2C25E-CCA8-4078-9B66-6F3860A2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86000"/>
            <a:ext cx="1714500" cy="1190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4F0C4-0791-4321-9BA9-D90A2524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576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现有素材：gpu-validation-video-playback-16s.mp4</a:t>
            </a:r>
          </a:p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问题素材：gpu-failure-black-screen-13s.mp4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98F9A-DAAF-41F8-938E-67B1DD11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576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待补：同设备 / 同场景 / 同 run 的 CPU 基线、GPU 路径、trace 与体验 A/B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1C440-7964-4B7D-90F5-8645375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2858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验收时打开的 3 份文档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1DE64-2252-4355-A70F-EDFC27BE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4000500" cy="742950"/>
          </a:xfrm>
          <a:prstGeom xmlns:a="http://schemas.openxmlformats.org/drawingml/2006/main" prst="roundRect">
            <a:avLst>
              <a:gd name="adj" fmla="val 128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3A7BF-6504-46D6-85E3-4CC4DB2A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3357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06-工程验收计划.md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1086C5-9B99-4BA5-898A-2622149E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28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功能 / 系统回读 / 性能 / 实物四层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5EA4A-F505-414C-8712-732F9B2F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62250"/>
            <a:ext cx="4000500" cy="742950"/>
          </a:xfrm>
          <a:prstGeom xmlns:a="http://schemas.openxmlformats.org/drawingml/2006/main" prst="roundRect">
            <a:avLst>
              <a:gd name="adj" fmla="val 128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299C7-3256-40C1-9B2A-30C9815D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8607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00-证据状态总表.md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D6D7C-6C05-49AE-AC02-6F51B7E3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1813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PASS / PARTIAL / FAIL / UNKNOWN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7F498-6F63-4EDC-B6C2-454E9E97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14750"/>
            <a:ext cx="4000500" cy="742950"/>
          </a:xfrm>
          <a:prstGeom xmlns:a="http://schemas.openxmlformats.org/drawingml/2006/main" prst="roundRect">
            <a:avLst>
              <a:gd name="adj" fmla="val 128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4688FB-54C3-4E4E-9990-58F7D4C8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38575"/>
            <a:ext cx="3524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10-文档截图与视频占位清单.md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0A61FD-80B2-44A9-8F25-FC6FA2D2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33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截图编号、视频文件名与替换位置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AF952-30AD-485C-8033-14A97CE8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10125"/>
            <a:ext cx="4000500" cy="428625"/>
          </a:xfrm>
          <a:prstGeom xmlns:a="http://schemas.openxmlformats.org/drawingml/2006/main" prst="roundRect">
            <a:avLst>
              <a:gd name="adj" fmla="val 177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B101A7-3706-497D-82A5-72930C0C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1490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934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不把示意图讲成性能结果；没有同 run 证据就保持 PENDING。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A790D2-7BC3-45F3-91BE-73419B3A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096625" cy="723900"/>
          </a:xfrm>
          <a:prstGeom xmlns:a="http://schemas.openxmlformats.org/drawingml/2006/main" prst="roundRect">
            <a:avLst>
              <a:gd name="adj" fmla="val 1184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729568-EA73-42FB-846E-87ECA278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769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最终判断 AI 是否正确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33C18B-3F42-4229-BAEC-F09F9AE0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6388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每个关键结论都能回到源码锚点、同帧运行证据、可逆 fallback 和明确的验收判定。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3D7A46-A220-4A76-AB91-2ABD1397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626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方法闭环：限定一帧 → 追参考实现 → 平台最小穿刺 → 冻结可逆方案 → Ralph 逐轮验收 → 第一异常排障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60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5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6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06fcfbc1243c1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2026-09-02T09:13:40.5210000Z</dcterms:created>
  <dcterms:modified xsi:type="dcterms:W3CDTF">2026-09-02T09:13:40.5210000Z</dcterms:modified>
</coreProperties>
</file>