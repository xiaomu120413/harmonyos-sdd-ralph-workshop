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a8967a90d144147" /><Relationship Type="http://schemas.openxmlformats.org/officeDocument/2006/relationships/extended-properties" Target="/docProps/app.xml" Id="R1c867a53b7f24d04" /><Relationship Type="http://schemas.openxmlformats.org/officeDocument/2006/relationships/officeDocument" Target="/ppt/presentation.xml" Id="Re06bb59fe42b483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2a1c4b0e484128"/>
  </p:sldMasterIdLst>
  <p:notesMasterIdLst>
    <p:notesMasterId xmlns:r="http://schemas.openxmlformats.org/officeDocument/2006/relationships" r:id="Rc2c5ee733ed645f6"/>
  </p:notesMasterIdLst>
  <p:sldIdLst>
    <p:sldId xmlns:r="http://schemas.openxmlformats.org/officeDocument/2006/relationships" id="256" r:id="R5026dae814dd4418"/>
    <p:sldId xmlns:r="http://schemas.openxmlformats.org/officeDocument/2006/relationships" id="257" r:id="Rd4d0af4df42c4bc5"/>
    <p:sldId xmlns:r="http://schemas.openxmlformats.org/officeDocument/2006/relationships" id="258" r:id="Rcb9fd94a910549ec"/>
    <p:sldId xmlns:r="http://schemas.openxmlformats.org/officeDocument/2006/relationships" id="259" r:id="Rf4567a3b0a114254"/>
    <p:sldId xmlns:r="http://schemas.openxmlformats.org/officeDocument/2006/relationships" id="260" r:id="R4a35175750234537"/>
    <p:sldId xmlns:r="http://schemas.openxmlformats.org/officeDocument/2006/relationships" id="261" r:id="R079f62a599a548e9"/>
    <p:sldId xmlns:r="http://schemas.openxmlformats.org/officeDocument/2006/relationships" id="262" r:id="R309761ddd2294e9e"/>
    <p:sldId xmlns:r="http://schemas.openxmlformats.org/officeDocument/2006/relationships" id="263" r:id="R3e0c79aba5644d5d"/>
    <p:sldId xmlns:r="http://schemas.openxmlformats.org/officeDocument/2006/relationships" id="264" r:id="Rff4a2d471b47420c"/>
    <p:sldId xmlns:r="http://schemas.openxmlformats.org/officeDocument/2006/relationships" id="265" r:id="R66ba76fb83094c72"/>
    <p:sldId xmlns:r="http://schemas.openxmlformats.org/officeDocument/2006/relationships" id="266" r:id="R2286ee2c58c8480f"/>
    <p:sldId xmlns:r="http://schemas.openxmlformats.org/officeDocument/2006/relationships" id="267" r:id="R3ed3cb3bb4b14e44"/>
    <p:sldId xmlns:r="http://schemas.openxmlformats.org/officeDocument/2006/relationships" id="268" r:id="Rfbb03cca9a9541a0"/>
    <p:sldId xmlns:r="http://schemas.openxmlformats.org/officeDocument/2006/relationships" id="269" r:id="R1527d5cb3aaa4036"/>
    <p:sldId xmlns:r="http://schemas.openxmlformats.org/officeDocument/2006/relationships" id="270" r:id="R6eefa489b5d14262"/>
    <p:sldId xmlns:r="http://schemas.openxmlformats.org/officeDocument/2006/relationships" id="271" r:id="R11c87d50228a4a08"/>
    <p:sldId xmlns:r="http://schemas.openxmlformats.org/officeDocument/2006/relationships" id="272" r:id="Rcff16ec3b34f44d3"/>
    <p:sldId xmlns:r="http://schemas.openxmlformats.org/officeDocument/2006/relationships" id="273" r:id="R1a864b32318a4bce"/>
    <p:sldId xmlns:r="http://schemas.openxmlformats.org/officeDocument/2006/relationships" id="274" r:id="Re75b5a1a093447d8"/>
    <p:sldId xmlns:r="http://schemas.openxmlformats.org/officeDocument/2006/relationships" id="275" r:id="R96d027c1fdd74ded"/>
    <p:sldId xmlns:r="http://schemas.openxmlformats.org/officeDocument/2006/relationships" id="276" r:id="Rc9e15c92694d4995"/>
    <p:sldId xmlns:r="http://schemas.openxmlformats.org/officeDocument/2006/relationships" id="277" r:id="Rc13475b47cff4c34"/>
    <p:sldId xmlns:r="http://schemas.openxmlformats.org/officeDocument/2006/relationships" id="278" r:id="R57bdb46919bf4302"/>
    <p:sldId xmlns:r="http://schemas.openxmlformats.org/officeDocument/2006/relationships" id="279" r:id="Ra696539f68534bcf"/>
    <p:sldId xmlns:r="http://schemas.openxmlformats.org/officeDocument/2006/relationships" id="280" r:id="R304d976e32c54455"/>
    <p:sldId xmlns:r="http://schemas.openxmlformats.org/officeDocument/2006/relationships" id="281" r:id="R4b6623fbbc4d42b8"/>
    <p:sldId xmlns:r="http://schemas.openxmlformats.org/officeDocument/2006/relationships" id="282" r:id="R42d3c173e38f49d5"/>
    <p:sldId xmlns:r="http://schemas.openxmlformats.org/officeDocument/2006/relationships" id="283" r:id="Rfbba013a9dee4910"/>
    <p:sldId xmlns:r="http://schemas.openxmlformats.org/officeDocument/2006/relationships" id="284" r:id="Re0202cd065494291"/>
    <p:sldId xmlns:r="http://schemas.openxmlformats.org/officeDocument/2006/relationships" id="285" r:id="Rc69e932309364181"/>
    <p:sldId xmlns:r="http://schemas.openxmlformats.org/officeDocument/2006/relationships" id="286" r:id="Red670056e46d4ddb"/>
    <p:sldId xmlns:r="http://schemas.openxmlformats.org/officeDocument/2006/relationships" id="287" r:id="Rcb98f609ea37495e"/>
    <p:sldId xmlns:r="http://schemas.openxmlformats.org/officeDocument/2006/relationships" id="288" r:id="R1bf352dfd78c49bd"/>
    <p:sldId xmlns:r="http://schemas.openxmlformats.org/officeDocument/2006/relationships" id="289" r:id="Rb55393d65d2342de"/>
    <p:sldId xmlns:r="http://schemas.openxmlformats.org/officeDocument/2006/relationships" id="290" r:id="R478ca3c6803a4286"/>
    <p:sldId xmlns:r="http://schemas.openxmlformats.org/officeDocument/2006/relationships" id="291" r:id="R012c7dd0c6cd48ae"/>
    <p:sldId xmlns:r="http://schemas.openxmlformats.org/officeDocument/2006/relationships" id="292" r:id="R5769d05c313546b4"/>
    <p:sldId xmlns:r="http://schemas.openxmlformats.org/officeDocument/2006/relationships" id="293" r:id="R4200336cc335477f"/>
    <p:sldId xmlns:r="http://schemas.openxmlformats.org/officeDocument/2006/relationships" id="294" r:id="R87741e4bdcb648f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2236fd14a24878" /><Relationship Type="http://schemas.openxmlformats.org/officeDocument/2006/relationships/slideMaster" Target="/ppt/slideMasters/slideMaster1.xml" Id="R042a1c4b0e484128" /><Relationship Type="http://schemas.openxmlformats.org/officeDocument/2006/relationships/notesMaster" Target="/ppt/notesMasters/notesMaster1.xml" Id="Rc2c5ee733ed645f6" /><Relationship Type="http://schemas.openxmlformats.org/officeDocument/2006/relationships/presProps" Target="/ppt/presProps.xml" Id="R0be07e5916fe4a25" /><Relationship Type="http://schemas.openxmlformats.org/officeDocument/2006/relationships/tableStyles" Target="/ppt/tableStyles.xml" Id="R207c3530cce34837" /><Relationship Type="http://schemas.openxmlformats.org/officeDocument/2006/relationships/slide" Target="/ppt/slides/slide1.xml" Id="R5026dae814dd4418" /><Relationship Type="http://schemas.openxmlformats.org/officeDocument/2006/relationships/slide" Target="/ppt/slides/slide2.xml" Id="Rd4d0af4df42c4bc5" /><Relationship Type="http://schemas.openxmlformats.org/officeDocument/2006/relationships/slide" Target="/ppt/slides/slide3.xml" Id="Rcb9fd94a910549ec" /><Relationship Type="http://schemas.openxmlformats.org/officeDocument/2006/relationships/slide" Target="/ppt/slides/slide4.xml" Id="Rf4567a3b0a114254" /><Relationship Type="http://schemas.openxmlformats.org/officeDocument/2006/relationships/slide" Target="/ppt/slides/slide5.xml" Id="R4a35175750234537" /><Relationship Type="http://schemas.openxmlformats.org/officeDocument/2006/relationships/slide" Target="/ppt/slides/slide6.xml" Id="R079f62a599a548e9" /><Relationship Type="http://schemas.openxmlformats.org/officeDocument/2006/relationships/slide" Target="/ppt/slides/slide7.xml" Id="R309761ddd2294e9e" /><Relationship Type="http://schemas.openxmlformats.org/officeDocument/2006/relationships/slide" Target="/ppt/slides/slide8.xml" Id="R3e0c79aba5644d5d" /><Relationship Type="http://schemas.openxmlformats.org/officeDocument/2006/relationships/slide" Target="/ppt/slides/slide9.xml" Id="Rff4a2d471b47420c" /><Relationship Type="http://schemas.openxmlformats.org/officeDocument/2006/relationships/slide" Target="/ppt/slides/slide10.xml" Id="R66ba76fb83094c72" /><Relationship Type="http://schemas.openxmlformats.org/officeDocument/2006/relationships/slide" Target="/ppt/slides/slide11.xml" Id="R2286ee2c58c8480f" /><Relationship Type="http://schemas.openxmlformats.org/officeDocument/2006/relationships/slide" Target="/ppt/slides/slide12.xml" Id="R3ed3cb3bb4b14e44" /><Relationship Type="http://schemas.openxmlformats.org/officeDocument/2006/relationships/slide" Target="/ppt/slides/slide13.xml" Id="Rfbb03cca9a9541a0" /><Relationship Type="http://schemas.openxmlformats.org/officeDocument/2006/relationships/slide" Target="/ppt/slides/slide14.xml" Id="R1527d5cb3aaa4036" /><Relationship Type="http://schemas.openxmlformats.org/officeDocument/2006/relationships/slide" Target="/ppt/slides/slide15.xml" Id="R6eefa489b5d14262" /><Relationship Type="http://schemas.openxmlformats.org/officeDocument/2006/relationships/slide" Target="/ppt/slides/slide16.xml" Id="R11c87d50228a4a08" /><Relationship Type="http://schemas.openxmlformats.org/officeDocument/2006/relationships/slide" Target="/ppt/slides/slide17.xml" Id="Rcff16ec3b34f44d3" /><Relationship Type="http://schemas.openxmlformats.org/officeDocument/2006/relationships/slide" Target="/ppt/slides/slide18.xml" Id="R1a864b32318a4bce" /><Relationship Type="http://schemas.openxmlformats.org/officeDocument/2006/relationships/slide" Target="/ppt/slides/slide19.xml" Id="Re75b5a1a093447d8" /><Relationship Type="http://schemas.openxmlformats.org/officeDocument/2006/relationships/slide" Target="/ppt/slides/slide20.xml" Id="R96d027c1fdd74ded" /><Relationship Type="http://schemas.openxmlformats.org/officeDocument/2006/relationships/slide" Target="/ppt/slides/slide21.xml" Id="Rc9e15c92694d4995" /><Relationship Type="http://schemas.openxmlformats.org/officeDocument/2006/relationships/slide" Target="/ppt/slides/slide22.xml" Id="Rc13475b47cff4c34" /><Relationship Type="http://schemas.openxmlformats.org/officeDocument/2006/relationships/slide" Target="/ppt/slides/slide23.xml" Id="R57bdb46919bf4302" /><Relationship Type="http://schemas.openxmlformats.org/officeDocument/2006/relationships/slide" Target="/ppt/slides/slide24.xml" Id="Ra696539f68534bcf" /><Relationship Type="http://schemas.openxmlformats.org/officeDocument/2006/relationships/slide" Target="/ppt/slides/slide25.xml" Id="R304d976e32c54455" /><Relationship Type="http://schemas.openxmlformats.org/officeDocument/2006/relationships/slide" Target="/ppt/slides/slide26.xml" Id="R4b6623fbbc4d42b8" /><Relationship Type="http://schemas.openxmlformats.org/officeDocument/2006/relationships/slide" Target="/ppt/slides/slide27.xml" Id="R42d3c173e38f49d5" /><Relationship Type="http://schemas.openxmlformats.org/officeDocument/2006/relationships/slide" Target="/ppt/slides/slide28.xml" Id="Rfbba013a9dee4910" /><Relationship Type="http://schemas.openxmlformats.org/officeDocument/2006/relationships/slide" Target="/ppt/slides/slide29.xml" Id="Re0202cd065494291" /><Relationship Type="http://schemas.openxmlformats.org/officeDocument/2006/relationships/slide" Target="/ppt/slides/slide30.xml" Id="Rc69e932309364181" /><Relationship Type="http://schemas.openxmlformats.org/officeDocument/2006/relationships/slide" Target="/ppt/slides/slide31.xml" Id="Red670056e46d4ddb" /><Relationship Type="http://schemas.openxmlformats.org/officeDocument/2006/relationships/slide" Target="/ppt/slides/slide32.xml" Id="Rcb98f609ea37495e" /><Relationship Type="http://schemas.openxmlformats.org/officeDocument/2006/relationships/slide" Target="/ppt/slides/slide33.xml" Id="R1bf352dfd78c49bd" /><Relationship Type="http://schemas.openxmlformats.org/officeDocument/2006/relationships/slide" Target="/ppt/slides/slide34.xml" Id="Rb55393d65d2342de" /><Relationship Type="http://schemas.openxmlformats.org/officeDocument/2006/relationships/slide" Target="/ppt/slides/slide35.xml" Id="R478ca3c6803a4286" /><Relationship Type="http://schemas.openxmlformats.org/officeDocument/2006/relationships/slide" Target="/ppt/slides/slide36.xml" Id="R012c7dd0c6cd48ae" /><Relationship Type="http://schemas.openxmlformats.org/officeDocument/2006/relationships/slide" Target="/ppt/slides/slide37.xml" Id="R5769d05c313546b4" /><Relationship Type="http://schemas.openxmlformats.org/officeDocument/2006/relationships/slide" Target="/ppt/slides/slide38.xml" Id="R4200336cc335477f" /><Relationship Type="http://schemas.openxmlformats.org/officeDocument/2006/relationships/slide" Target="/ppt/slides/slide39.xml" Id="R87741e4bdcb648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104c87a85bb465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e5b240bde0455c" /><Relationship Type="http://schemas.openxmlformats.org/officeDocument/2006/relationships/notesMaster" Target="/ppt/notesMasters/notesMaster1.xml" Id="R05f0c4a5c1f94f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37e3bff5674725" /><Relationship Type="http://schemas.openxmlformats.org/officeDocument/2006/relationships/notesMaster" Target="/ppt/notesMasters/notesMaster1.xml" Id="Re4ea2b1f7b7a4e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0bbb5c6b8c4ca7" /><Relationship Type="http://schemas.openxmlformats.org/officeDocument/2006/relationships/notesMaster" Target="/ppt/notesMasters/notesMaster1.xml" Id="R3d9791222f144c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d156a836b44b39" /><Relationship Type="http://schemas.openxmlformats.org/officeDocument/2006/relationships/notesMaster" Target="/ppt/notesMasters/notesMaster1.xml" Id="R165ac051808148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ef57f85ba704958" /><Relationship Type="http://schemas.openxmlformats.org/officeDocument/2006/relationships/notesMaster" Target="/ppt/notesMasters/notesMaster1.xml" Id="R6cf4974d2f10423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8b5086b5e494241" /><Relationship Type="http://schemas.openxmlformats.org/officeDocument/2006/relationships/notesMaster" Target="/ppt/notesMasters/notesMaster1.xml" Id="R6620edffbb3942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1d4cc6e80374832" /><Relationship Type="http://schemas.openxmlformats.org/officeDocument/2006/relationships/notesMaster" Target="/ppt/notesMasters/notesMaster1.xml" Id="R6e8025f632f043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618efd95f94ba7" /><Relationship Type="http://schemas.openxmlformats.org/officeDocument/2006/relationships/notesMaster" Target="/ppt/notesMasters/notesMaster1.xml" Id="R366294196192481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aa1a5a519b647e8" /><Relationship Type="http://schemas.openxmlformats.org/officeDocument/2006/relationships/notesMaster" Target="/ppt/notesMasters/notesMaster1.xml" Id="R503e63b1257840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24576a964fb464c" /><Relationship Type="http://schemas.openxmlformats.org/officeDocument/2006/relationships/notesMaster" Target="/ppt/notesMasters/notesMaster1.xml" Id="R1e792b60eda84b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608ee98b494013" /><Relationship Type="http://schemas.openxmlformats.org/officeDocument/2006/relationships/notesMaster" Target="/ppt/notesMasters/notesMaster1.xml" Id="R049f8aed4eab489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8ed1d0bc2c4567" /><Relationship Type="http://schemas.openxmlformats.org/officeDocument/2006/relationships/notesMaster" Target="/ppt/notesMasters/notesMaster1.xml" Id="R3341cd68063249e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3f2a61bf4394d95" /><Relationship Type="http://schemas.openxmlformats.org/officeDocument/2006/relationships/notesMaster" Target="/ppt/notesMasters/notesMaster1.xml" Id="R57b15d41d354463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45ba6ce96a49bd" /><Relationship Type="http://schemas.openxmlformats.org/officeDocument/2006/relationships/notesMaster" Target="/ppt/notesMasters/notesMaster1.xml" Id="R513187a34e9e4a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2425d16ce6a4491" /><Relationship Type="http://schemas.openxmlformats.org/officeDocument/2006/relationships/notesMaster" Target="/ppt/notesMasters/notesMaster1.xml" Id="Ra4dda6b561da4be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46081fc99bc4dd1" /><Relationship Type="http://schemas.openxmlformats.org/officeDocument/2006/relationships/notesMaster" Target="/ppt/notesMasters/notesMaster1.xml" Id="R57d0d682b0b348dd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ece2633c3f40f1" /><Relationship Type="http://schemas.openxmlformats.org/officeDocument/2006/relationships/notesMaster" Target="/ppt/notesMasters/notesMaster1.xml" Id="Reaf9610341114f8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a980b5a6dba434a" /><Relationship Type="http://schemas.openxmlformats.org/officeDocument/2006/relationships/notesMaster" Target="/ppt/notesMasters/notesMaster1.xml" Id="R73fd192a40fe42c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0fe4badf7d3437e" /><Relationship Type="http://schemas.openxmlformats.org/officeDocument/2006/relationships/notesMaster" Target="/ppt/notesMasters/notesMaster1.xml" Id="R6ca3871f6c6c4fb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c9c4f616cd8455d" /><Relationship Type="http://schemas.openxmlformats.org/officeDocument/2006/relationships/notesMaster" Target="/ppt/notesMasters/notesMaster1.xml" Id="R734a7524a7614e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dc119162e384384" /><Relationship Type="http://schemas.openxmlformats.org/officeDocument/2006/relationships/notesMaster" Target="/ppt/notesMasters/notesMaster1.xml" Id="R5e681584c88644b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e8ae95f039740a0" /><Relationship Type="http://schemas.openxmlformats.org/officeDocument/2006/relationships/notesMaster" Target="/ppt/notesMasters/notesMaster1.xml" Id="R3940746474ef4a0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be76e9f26b44b57" /><Relationship Type="http://schemas.openxmlformats.org/officeDocument/2006/relationships/notesMaster" Target="/ppt/notesMasters/notesMaster1.xml" Id="Rfa31214470d7493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917e65deeb14e16" /><Relationship Type="http://schemas.openxmlformats.org/officeDocument/2006/relationships/notesMaster" Target="/ppt/notesMasters/notesMaster1.xml" Id="R2703fd773a17456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ca92b16e7634ba6" /><Relationship Type="http://schemas.openxmlformats.org/officeDocument/2006/relationships/notesMaster" Target="/ppt/notesMasters/notesMaster1.xml" Id="Raf568f4610704d4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97cfe93f8534476" /><Relationship Type="http://schemas.openxmlformats.org/officeDocument/2006/relationships/notesMaster" Target="/ppt/notesMasters/notesMaster1.xml" Id="Rc30d68c7421d486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3e3d8d657004b38" /><Relationship Type="http://schemas.openxmlformats.org/officeDocument/2006/relationships/notesMaster" Target="/ppt/notesMasters/notesMaster1.xml" Id="R5637880090144f8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d2069387aaa42d5" /><Relationship Type="http://schemas.openxmlformats.org/officeDocument/2006/relationships/notesMaster" Target="/ppt/notesMasters/notesMaster1.xml" Id="Rac44be90a318417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edefe83e92a4f42" /><Relationship Type="http://schemas.openxmlformats.org/officeDocument/2006/relationships/notesMaster" Target="/ppt/notesMasters/notesMaster1.xml" Id="Rd724099c669e48e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020a7bf9e3f43be" /><Relationship Type="http://schemas.openxmlformats.org/officeDocument/2006/relationships/notesMaster" Target="/ppt/notesMasters/notesMaster1.xml" Id="R4555482c84f847f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949797374bf4c0a" /><Relationship Type="http://schemas.openxmlformats.org/officeDocument/2006/relationships/notesMaster" Target="/ppt/notesMasters/notesMaster1.xml" Id="R1402f26c28224e7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90b9b35b2c14f32" /><Relationship Type="http://schemas.openxmlformats.org/officeDocument/2006/relationships/notesMaster" Target="/ppt/notesMasters/notesMaster1.xml" Id="R4a71a718e5cb44f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6d88acba69e4fe5" /><Relationship Type="http://schemas.openxmlformats.org/officeDocument/2006/relationships/notesMaster" Target="/ppt/notesMasters/notesMaster1.xml" Id="R28b4c8a6d47f416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9249c431d2f4a0b" /><Relationship Type="http://schemas.openxmlformats.org/officeDocument/2006/relationships/notesMaster" Target="/ppt/notesMasters/notesMaster1.xml" Id="R802ee5a8f7f5476e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9501cb1f89d4e0c" /><Relationship Type="http://schemas.openxmlformats.org/officeDocument/2006/relationships/notesMaster" Target="/ppt/notesMasters/notesMaster1.xml" Id="R65c6be6960c3418a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310331c488046b3" /><Relationship Type="http://schemas.openxmlformats.org/officeDocument/2006/relationships/notesMaster" Target="/ppt/notesMasters/notesMaster1.xml" Id="Rdaa3bd16535449d3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da6986d31c584c8d" /><Relationship Type="http://schemas.openxmlformats.org/officeDocument/2006/relationships/notesMaster" Target="/ppt/notesMasters/notesMaster1.xml" Id="R9b2c0a401d1b45b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9663bca23984b1d" /><Relationship Type="http://schemas.openxmlformats.org/officeDocument/2006/relationships/notesMaster" Target="/ppt/notesMasters/notesMaster1.xml" Id="R8365860baf16411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e16dffd901e4931" /><Relationship Type="http://schemas.openxmlformats.org/officeDocument/2006/relationships/notesMaster" Target="/ppt/notesMasters/notesMaster1.xml" Id="R839ab8fab3e64f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View 不直接调用 MDM；全局事务在 UsbGlobalPolicyService；设备意图在 State Service；系统粒度在 Dispatch。</a:t>
            </a:r>
          </a:p>
          <a:p xmlns:a="http://schemas.openxmlformats.org/drawingml/2006/main">
            <a:r>
              <a:t>底部事件链专门解释为什么 Trace 已入库仍可能不刷新。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不要按 Tab 拆 Story；一个 Tab 里可能跨越身份、状态、系统副作用和验收。</a:t>
            </a:r>
          </a:p>
          <a:p xmlns:a="http://schemas.openxmlformats.org/drawingml/2006/main">
            <a:r>
              <a:t>每个 Story 必须能制造属于自己的 RED。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security_tool/entry/src/test/peripheral/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课堂可让学员指出 Packet 里最重要的不是 goal，而是 forbidden、RED 和 stop。</a:t>
            </a:r>
          </a:p>
          <a:p xmlns:a="http://schemas.openxmlformats.org/drawingml/2006/main">
            <a:r>
              <a:t>如果 AI 要修改 PeripheralPage 来修复事务问题，Reviewer 应判 NEEDS_REPLAN。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不逐条念十五轮，只讲五个转折。</a:t>
            </a:r>
          </a:p>
          <a:p xmlns:a="http://schemas.openxmlformats.org/drawingml/2006/main">
            <a:r>
              <a:t>让学员选择一个转折，回答：症状、根因、新不变量和下一轮 oracle。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C:\Users\mu\Desktop\code\ppt\harmonyos-sdd-ralph-workshop\harmonyos-sdd-workshop-media\freerdp-stutter-scenario.jpeg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**任务背景**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基于 30 万行级以上开源库实现 HarmonyOS 远控应用。用户报告播放远端视频时出现卡顿，希望评估 HarmonyOS 硬件解码与 GPU 合成方案。当前没有与源码 commit、decoder path、CPU/FPS 绑定的 before 证据，因此根因和改善幅度都不能提前下结论。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本地 FreeRDP 快照：2014 个相关源文件 / 约 559,355 行</a:t>
            </a:r>
          </a:p>
          <a:p xmlns:a="http://schemas.openxmlformats.org/drawingml/2006/main">
            <a:r>
              <a:t>用户报告：远端视频播放卡顿</a:t>
            </a:r>
          </a:p>
          <a:p xmlns:a="http://schemas.openxmlformats.org/drawingml/2006/main">
            <a:r>
              <a:t>现有媒体：某次运行可见播放/交互，但未绑定 decoder path</a:t>
            </a:r>
          </a:p>
          <a:p xmlns:a="http://schemas.openxmlformats.org/drawingml/2006/main">
            <a:r>
              <a:t>第一目标：证明当前路径、建立 before 基线</a:t>
            </a:r>
          </a:p>
          <a:p xmlns:a="http://schemas.openxmlformats.org/drawingml/2006/main">
            <a:r>
              <a:t>最终目标：硬解路径可用、可回退、可验收、可维护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harmonyos-sdd-workshop-media/gpu-cpu-stutter-before.mp4 --&gt;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当前用 `freerdp-stutter-scenario.jpeg` 做场景占位，它不证明卡顿。正式授课应替换为 20–30 秒 before 视频，并同时录入 CPU/FPS 与 codec path；拍摄脚本见 `harmonyos-sdd-workshop-media/VIDEO_TODO.md`。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![FreeRDP 视频播放卡顿场景](harmonyos-sdd-workshop-media/freerdp-stutter-scenario.jpeg)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C:/Users/mu/Desktop/code/harmonyos-sdd-ralph-workshop/case-materials/gpu/02-大代码库认知地图.md</a:t>
            </a:r>
          </a:p>
          <a:p xmlns:a="http://schemas.openxmlformats.org/drawingml/2006/main">
            <a:r>
              <a:t>- C:/Users/mu/Desktop/code/harmonyos-sdd-ralph-workshop/case-materials/gpu/11-AI文档生成与审阅链.md</a:t>
            </a:r>
          </a:p>
          <a:p xmlns:a="http://schemas.openxmlformats.org/drawingml/2006/main">
            <a:r>
              <a:t>- C:/Users/mu/Desktop/code/harmonyos-sdd-ralph-workshop/harmonyos-sdd-workshop-media/gpu-docs/doc-29-codebase-map-strip.png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生成逻辑：输入不是“整个仓库”，而是问题陈述、文件清单和一个可追踪入口。AI 先用 rg 建立入口、调用链与未知项；人只抽查 path::symbol 是否可跳转、是否把文件名误当成运行事实。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为什么做：把 55.9 万行代码压缩成可复查的 evidence index，避免上下文爆炸。它的输出不是实现方案，而是下一页跨平台调研的边界。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C:/Users/mu/Desktop/code/harmonyos-sdd-ralph-workshop/case-materials/gpu/03-跨平台实现调研.md</a:t>
            </a:r>
          </a:p>
          <a:p xmlns:a="http://schemas.openxmlformats.org/drawingml/2006/main">
            <a:r>
              <a:t>- C:/Users/mu/Desktop/code/harmonyos-sdd-ralph-workshop/case-materials/gpu/11-AI文档生成与审阅链.md</a:t>
            </a:r>
          </a:p>
          <a:p xmlns:a="http://schemas.openxmlformats.org/drawingml/2006/main">
            <a:r>
              <a:t>- C:/Users/mu/Desktop/code/harmonyos-sdd-ralph-workshop/harmonyos-sdd-workshop-media/gpu-docs/doc-30-platform-research.png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生成逻辑：输入来自 codebase-map 限定的接口与未知项。AI 对比软件、Windows、Android 与 HarmonyOS 的生命周期、buffer 状态、失败和释放语义；人核对源码或官方 API，无法核实的内容保留 INFERENCE。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为什么做：调研的价值不是展示知识量，而是减少 ADR 的未知。只有能改变候选方案、风险或 Evidence Gate 的事实才进入主文档。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C:/Users/mu/Desktop/code/harmonyos-sdd-ralph-workshop/case-materials/gpu/04-ADR-GPU-001-HarmonyOS硬解方案.md</a:t>
            </a:r>
          </a:p>
          <a:p xmlns:a="http://schemas.openxmlformats.org/drawingml/2006/main">
            <a:r>
              <a:t>- C:/Users/mu/Desktop/code/harmonyos-sdd-ralph-workshop/case-materials/gpu/11-AI文档生成与审阅链.md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生成逻辑：AI 把 codebase-map 与平台调研组织成 Alternatives、Preferred、Risk 和 Evidence Gate；人做真正的架构决策，冻结 Bridge 接管、App Compositor、matched EndFrame 与 fallback 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为什么做：ADR 不是 AI 自动生成的正确答案，而是开发前的人类决策记录。后续实现若要改变 owner、present 或回退边界，必须回到 ADR 重新审阅。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- C:/Users/mu/Desktop/code/harmonyos-sdd-ralph-workshop/case-materials/gpu/11-AI文档生成与审阅链.md</a:t>
            </a:r>
          </a:p>
          <a:p xmlns:a="http://schemas.openxmlformats.org/drawingml/2006/main">
            <a:r>
              <a:t>- C:/Users/mu/Desktop/code/harmonyos-sdd-ralph-workshop/harmonyos-sdd-workshop-media/gpu-docs/doc-32-spike-plan.png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生成逻辑：输入是 ADR 的 Evidence Gate 和最大技术未知。AI 反向生成 SP-01～SP-05，每一步都绑定观察证据与 Stop；人把范围冻结在“一帧闭环 + fallback”，明确它不是性能优化完成。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为什么做：用最低成本证伪接口边界。只有 decoder output、owner、matched EndFrame 和 fallback 通过，才允许继续拆工程任务。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C:/Users/mu/Desktop/code/harmonyos-sdd-ralph-workshop/harmonyos-sdd-ralph-workshop.md</a:t>
            </a:r>
          </a:p>
          <a:p xmlns:a="http://schemas.openxmlformats.org/drawingml/2006/main">
            <a:r>
              <a:t>- C:/Users/mu/Desktop/code/harmonyos-sdd-ralph-workshop/case-materials/gpu/tasks/T-GPU-02.md</a:t>
            </a:r>
          </a:p>
          <a:p xmlns:a="http://schemas.openxmlformats.org/drawingml/2006/main">
            <a:r>
              <a:t>- C:/Users/mu/Desktop/code/harmonyos-sdd-ralph-workshop/case-materials/gpu/tasks/README.md</a:t>
            </a:r>
          </a:p>
          <a:p xmlns:a="http://schemas.openxmlformats.org/drawingml/2006/main">
            <a:r>
              <a:t>- C:/Users/mu/Desktop/code/harmonyos-sdd-ralph-workshop/case-materials/gpu/11-AI文档生成与审阅链.md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生成逻辑：输入是 Spike verdict、源码边界和用户验收目标。AI 按“一个可观察结果”起草 Task Card；人先写 AC、Forbidden、Stop 和证据命令，再确认依赖顺序。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为什么做：失败时只退回一张卡，不让 AI 在多个边界之间游走。任务卡是 Ralph 单轮工作的唯一入口，也是最后验收回溯到实现的索引。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sequenceDiagram</a:t>
            </a:r>
          </a:p>
          <a:p xmlns:a="http://schemas.openxmlformats.org/drawingml/2006/main">
            <a:r>
              <a:t>    participant H as Human / Planner</a:t>
            </a:r>
          </a:p>
          <a:p xmlns:a="http://schemas.openxmlformats.org/drawingml/2006/main">
            <a:r>
              <a:t>    participant E as Explorer</a:t>
            </a:r>
          </a:p>
          <a:p xmlns:a="http://schemas.openxmlformats.org/drawingml/2006/main">
            <a:r>
              <a:t>    participant I as Implementer</a:t>
            </a:r>
          </a:p>
          <a:p xmlns:a="http://schemas.openxmlformats.org/drawingml/2006/main">
            <a:r>
              <a:t>    participant T as Tool / MCP</a:t>
            </a:r>
          </a:p>
          <a:p xmlns:a="http://schemas.openxmlformats.org/drawingml/2006/main">
            <a:r>
              <a:t>    participant R as Reviewer</a:t>
            </a:r>
          </a:p>
          <a:p xmlns:a="http://schemas.openxmlformats.org/drawingml/2006/main">
            <a:r>
              <a:t>    H-&gt;&gt;E: 只读调用链与 GAP</a:t>
            </a:r>
          </a:p>
          <a:p xmlns:a="http://schemas.openxmlformats.org/drawingml/2006/main">
            <a:r>
              <a:t>    E--&gt;&gt;H: codebase map + evidence index</a:t>
            </a:r>
          </a:p>
          <a:p xmlns:a="http://schemas.openxmlformats.org/drawingml/2006/main">
            <a:r>
              <a:t>    H-&gt;&gt;I: 单张 Task Card</a:t>
            </a:r>
          </a:p>
          <a:p xmlns:a="http://schemas.openxmlformats.org/drawingml/2006/main">
            <a:r>
              <a:t>    I--&gt;&gt;T: 最小 diff + verify commands</a:t>
            </a:r>
          </a:p>
          <a:p xmlns:a="http://schemas.openxmlformats.org/drawingml/2006/main">
            <a:r>
              <a:t>    T--&gt;&gt;R: build/device/log/video evidence</a:t>
            </a:r>
          </a:p>
          <a:p xmlns:a="http://schemas.openxmlformats.org/drawingml/2006/main">
            <a:r>
              <a:t>    R--&gt;&gt;H: Trace + Outcome verdict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左侧循环播放黑屏片段；右侧逐层点亮：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1 command received</a:t>
            </a:r>
          </a:p>
          <a:p xmlns:a="http://schemas.openxmlformats.org/drawingml/2006/main">
            <a:r>
              <a:t>2 candidate path / decoder selected</a:t>
            </a:r>
          </a:p>
          <a:p xmlns:a="http://schemas.openxmlformats.org/drawingml/2006/main">
            <a:r>
              <a:t>3 compressed input queued</a:t>
            </a:r>
          </a:p>
          <a:p xmlns:a="http://schemas.openxmlformats.org/drawingml/2006/main">
            <a:r>
              <a:t>4 decoded output valid</a:t>
            </a:r>
          </a:p>
          <a:p xmlns:a="http://schemas.openxmlformats.org/drawingml/2006/main">
            <a:r>
              <a:t>5 format / stride / planes valid</a:t>
            </a:r>
          </a:p>
          <a:p xmlns:a="http://schemas.openxmlformats.org/drawingml/2006/main">
            <a:r>
              <a:t>6 command state applied</a:t>
            </a:r>
          </a:p>
          <a:p xmlns:a="http://schemas.openxmlformats.org/drawingml/2006/main">
            <a:r>
              <a:t>7 render owner correct</a:t>
            </a:r>
          </a:p>
          <a:p xmlns:a="http://schemas.openxmlformats.org/drawingml/2006/main">
            <a:r>
              <a:t>8 EndFrame present</a:t>
            </a:r>
          </a:p>
          <a:p xmlns:a="http://schemas.openxmlformats.org/drawingml/2006/main">
            <a:r>
              <a:t>9 next frame continues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底部写：**第一处与预期不一致的位置，才是本轮修改边界。**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frameId | codec | decoder | output | owner | present | verdict |</a:t>
            </a:r>
          </a:p>
          <a:p xmlns:a="http://schemas.openxmlformats.org/drawingml/2006/main">
            <a:r>
              <a:t>|---:|---|---|---|---|---|---|</a:t>
            </a:r>
          </a:p>
          <a:p xmlns:a="http://schemas.openxmlformats.org/drawingml/2006/main">
            <a:r>
              <a:t>|  |  |  |  |  |  | `PENDING`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本表等待真实 frame trace；不再使用未绑定 run 的示例 frameId 冒充证据。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下方两句：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“API 调用成功”只证明一个边界。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“截图看起来正确”只证明一个采样瞬间。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工程能力 | 必须回答 | 失败表现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生命周期 | create/start/flush/stop/destroy 与 Surface generation 如何对齐 | resize 黑屏、旧 target |</a:t>
            </a:r>
          </a:p>
          <a:p xmlns:a="http://schemas.openxmlformats.org/drawingml/2006/main">
            <a:r>
              <a:t>| 队列/背压 | 输入、输出、present 队列是否有界 | 延迟增长、内存上涨 |</a:t>
            </a:r>
          </a:p>
          <a:p xmlns:a="http://schemas.openxmlformats.org/drawingml/2006/main">
            <a:r>
              <a:t>| 所有权 | GDI、AVC420、AVC444 谁能写 XComponent | 闪烁、旧帧覆盖 |</a:t>
            </a:r>
          </a:p>
          <a:p xmlns:a="http://schemas.openxmlformats.org/drawingml/2006/main">
            <a:r>
              <a:t>| 回退 | 硬解失败能否回软件/原生路径 | 静默黑屏 |</a:t>
            </a:r>
          </a:p>
          <a:p xmlns:a="http://schemas.openxmlformats.org/drawingml/2006/main">
            <a:r>
              <a:t>| 可观测性 | 能否证明 decoder、frame、owner、present | 只能靠肉眼猜 |</a:t>
            </a:r>
          </a:p>
          <a:p xmlns:a="http://schemas.openxmlformats.org/drawingml/2006/main">
            <a:r>
              <a:t>| 回归 | 输入、resize、后台、重连是否仍工作 | 局部 GREEN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左：before 视频槽位（`PENDING`；当前为空）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中：硬解路径待填证据链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commit:</a:t>
            </a:r>
          </a:p>
          <a:p xmlns:a="http://schemas.openxmlformats.org/drawingml/2006/main">
            <a:r>
              <a:t>runId:</a:t>
            </a:r>
          </a:p>
          <a:p xmlns:a="http://schemas.openxmlformats.org/drawingml/2006/main">
            <a:r>
              <a:t>candidate path:</a:t>
            </a:r>
          </a:p>
          <a:p xmlns:a="http://schemas.openxmlformats.org/drawingml/2006/main">
            <a:r>
              <a:t>decoder identity:</a:t>
            </a:r>
          </a:p>
          <a:p xmlns:a="http://schemas.openxmlformats.org/drawingml/2006/main">
            <a:r>
              <a:t>frameId / output:</a:t>
            </a:r>
          </a:p>
          <a:p xmlns:a="http://schemas.openxmlformats.org/drawingml/2006/main">
            <a:r>
              <a:t>owner / matched EndFrame:</a:t>
            </a:r>
          </a:p>
          <a:p xmlns:a="http://schemas.openxmlformats.org/drawingml/2006/main">
            <a:r>
              <a:t>present: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右：现有可见媒体与验收矩阵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结论 | 当前证据 | 判定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源码存在 bridge→compositor→EndFrame 路径 | 源码锚点与调用链 | `REPO FACT` |</a:t>
            </a:r>
          </a:p>
          <a:p xmlns:a="http://schemas.openxmlformats.org/drawingml/2006/main">
            <a:r>
              <a:t>| 当前 arm64/HAP 构建通过 |  | `PENDING` |</a:t>
            </a:r>
          </a:p>
          <a:p xmlns:a="http://schemas.openxmlformats.org/drawingml/2006/main">
            <a:r>
              <a:t>| 真机实际选择 OHOS hardware decoder |  | `PENDING` |</a:t>
            </a:r>
          </a:p>
          <a:p xmlns:a="http://schemas.openxmlformats.org/drawingml/2006/main">
            <a:r>
              <a:t>| 某次运行可见播放与部分交互 | `gpu-validation-video-playback-16s.mp4` | `MEDIA FACT / UNBOUND` |</a:t>
            </a:r>
          </a:p>
          <a:p xmlns:a="http://schemas.openxmlformats.org/drawingml/2006/main">
            <a:r>
              <a:t>| 某次运行出现黑屏 | `gpu-failure-black-screen-13s.mp4` | `MEDIA FACT / UNBOUND` |</a:t>
            </a:r>
          </a:p>
          <a:p xmlns:a="http://schemas.openxmlformats.org/drawingml/2006/main">
            <a:r>
              <a:t>| CPU/FPS 与卡顿改善 |  | `UNKNOWN` |</a:t>
            </a:r>
          </a:p>
          <a:p xmlns:a="http://schemas.openxmlformats.org/drawingml/2006/main">
            <a:r>
              <a:t>| resize/后台/重连长稳 |  | `UNKNOWN`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harmonyos-sdd-workshop-media/gpu-hwdecode-after.mp4 --&gt;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8bc23d77c94a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5e638746364735" /><Relationship Type="http://schemas.openxmlformats.org/officeDocument/2006/relationships/slideLayout" Target="/ppt/slideLayouts/slideLayout1.xml" Id="Rb8906aa62ee248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8906aa62ee248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fc98f7aefb45ca" /><Relationship Type="http://schemas.openxmlformats.org/officeDocument/2006/relationships/image" Target="/ppt/media/image.png" Id="R4c56cfddc7b14e71" /><Relationship Type="http://schemas.openxmlformats.org/officeDocument/2006/relationships/notesSlide" Target="/ppt/notesSlides/notesSlide1.xml" Id="R454f9afa9dbc4b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266ff3ae084a22" /><Relationship Type="http://schemas.openxmlformats.org/officeDocument/2006/relationships/notesSlide" Target="/ppt/notesSlides/notesSlide2.xml" Id="R07a233f07e4449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6cfaad1594ce7" /><Relationship Type="http://schemas.openxmlformats.org/officeDocument/2006/relationships/image" Target="/ppt/media/image2.png" Id="R8ce37617ee6044e2" /><Relationship Type="http://schemas.openxmlformats.org/officeDocument/2006/relationships/notesSlide" Target="/ppt/notesSlides/notesSlide3.xml" Id="R876b4219aad345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1e7304b3e4f43" /><Relationship Type="http://schemas.openxmlformats.org/officeDocument/2006/relationships/notesSlide" Target="/ppt/notesSlides/notesSlide4.xml" Id="R82729148b25842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cacfc6e4ff4cbf" /><Relationship Type="http://schemas.openxmlformats.org/officeDocument/2006/relationships/notesSlide" Target="/ppt/notesSlides/notesSlide5.xml" Id="R5866df614cfc4d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6ac415a1db489e" /><Relationship Type="http://schemas.openxmlformats.org/officeDocument/2006/relationships/notesSlide" Target="/ppt/notesSlides/notesSlide6.xml" Id="Raaeb5dcade0549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3302a65ac4c13" /><Relationship Type="http://schemas.openxmlformats.org/officeDocument/2006/relationships/notesSlide" Target="/ppt/notesSlides/notesSlide7.xml" Id="Rca7fe98495a5424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2f2b0522b14a19" /><Relationship Type="http://schemas.openxmlformats.org/officeDocument/2006/relationships/notesSlide" Target="/ppt/notesSlides/notesSlide8.xml" Id="R33f65f1d7f1a46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9f28c023648d4" /><Relationship Type="http://schemas.openxmlformats.org/officeDocument/2006/relationships/notesSlide" Target="/ppt/notesSlides/notesSlide9.xml" Id="Rdfd56bce970a4f2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190e7c131e46d4" /><Relationship Type="http://schemas.openxmlformats.org/officeDocument/2006/relationships/notesSlide" Target="/ppt/notesSlides/notesSlide10.xml" Id="Rb3689c65100c40e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96ab30ff74791" /><Relationship Type="http://schemas.openxmlformats.org/officeDocument/2006/relationships/notesSlide" Target="/ppt/notesSlides/notesSlide11.xml" Id="R6fcabff144a24bd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c35b197c0470f" /><Relationship Type="http://schemas.openxmlformats.org/officeDocument/2006/relationships/notesSlide" Target="/ppt/notesSlides/notesSlide12.xml" Id="R93bf5fc8b5214e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20afdace9a4aa5" /><Relationship Type="http://schemas.openxmlformats.org/officeDocument/2006/relationships/notesSlide" Target="/ppt/notesSlides/notesSlide13.xml" Id="R829d32b15f604a6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781e5c91f0488b" /><Relationship Type="http://schemas.openxmlformats.org/officeDocument/2006/relationships/notesSlide" Target="/ppt/notesSlides/notesSlide14.xml" Id="Re00a4d8fe1a04d9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8b4fa02444822" /><Relationship Type="http://schemas.openxmlformats.org/officeDocument/2006/relationships/notesSlide" Target="/ppt/notesSlides/notesSlide15.xml" Id="Rb57b8d50fafb406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9702dcebd4bb3" /><Relationship Type="http://schemas.openxmlformats.org/officeDocument/2006/relationships/notesSlide" Target="/ppt/notesSlides/notesSlide16.xml" Id="Rebebd1691f10488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6430a13104ca1" /><Relationship Type="http://schemas.openxmlformats.org/officeDocument/2006/relationships/notesSlide" Target="/ppt/notesSlides/notesSlide17.xml" Id="R39c15f307ca84b7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0916f760b4dd5" /><Relationship Type="http://schemas.openxmlformats.org/officeDocument/2006/relationships/notesSlide" Target="/ppt/notesSlides/notesSlide18.xml" Id="R593d505d5d7c4f1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3e755e9914c47" /><Relationship Type="http://schemas.openxmlformats.org/officeDocument/2006/relationships/notesSlide" Target="/ppt/notesSlides/notesSlide19.xml" Id="Rfd55caa38a70492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ed9f82da754850" /><Relationship Type="http://schemas.openxmlformats.org/officeDocument/2006/relationships/notesSlide" Target="/ppt/notesSlides/notesSlide20.xml" Id="R80cd8575fe41414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0d2abaab34be3" /><Relationship Type="http://schemas.openxmlformats.org/officeDocument/2006/relationships/notesSlide" Target="/ppt/notesSlides/notesSlide21.xml" Id="R8dd72aee65614d5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4b4771fd114242" /><Relationship Type="http://schemas.openxmlformats.org/officeDocument/2006/relationships/notesSlide" Target="/ppt/notesSlides/notesSlide22.xml" Id="Re18c75acdc68490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bbf29c60c4162" /><Relationship Type="http://schemas.openxmlformats.org/officeDocument/2006/relationships/notesSlide" Target="/ppt/notesSlides/notesSlide23.xml" Id="R68d89a634d3f467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129b03b79482c" /><Relationship Type="http://schemas.openxmlformats.org/officeDocument/2006/relationships/notesSlide" Target="/ppt/notesSlides/notesSlide24.xml" Id="R834316368f35478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03704e68604530" /><Relationship Type="http://schemas.openxmlformats.org/officeDocument/2006/relationships/image" Target="/ppt/media/image.jpeg" Id="R6a8139867f01440f" /><Relationship Type="http://schemas.openxmlformats.org/officeDocument/2006/relationships/notesSlide" Target="/ppt/notesSlides/notesSlide25.xml" Id="Rf47996f236b84bb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dd58f27de44a0" /><Relationship Type="http://schemas.openxmlformats.org/officeDocument/2006/relationships/image" Target="/ppt/media/image2.jpeg" Id="R64dc57fd927b49f0" /><Relationship Type="http://schemas.openxmlformats.org/officeDocument/2006/relationships/notesSlide" Target="/ppt/notesSlides/notesSlide26.xml" Id="R4403cbd57bf5430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77565bf8ee41d6" /><Relationship Type="http://schemas.openxmlformats.org/officeDocument/2006/relationships/notesSlide" Target="/ppt/notesSlides/notesSlide27.xml" Id="R85abb702363f4eb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a47bbe6744e10" /><Relationship Type="http://schemas.openxmlformats.org/officeDocument/2006/relationships/image" Target="/ppt/media/image3.jpeg" Id="R99d2e72638334997" /><Relationship Type="http://schemas.openxmlformats.org/officeDocument/2006/relationships/notesSlide" Target="/ppt/notesSlides/notesSlide28.xml" Id="R04404dc67974487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4ae321dc7d489a" /><Relationship Type="http://schemas.openxmlformats.org/officeDocument/2006/relationships/image" Target="/ppt/media/image3.png" Id="R24338b66ea7d44c7" /><Relationship Type="http://schemas.openxmlformats.org/officeDocument/2006/relationships/notesSlide" Target="/ppt/notesSlides/notesSlide29.xml" Id="R060e0380f492431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5663a6721e41e2" /><Relationship Type="http://schemas.openxmlformats.org/officeDocument/2006/relationships/image" Target="/ppt/media/image4.png" Id="R06a232c0ccc44704" /><Relationship Type="http://schemas.openxmlformats.org/officeDocument/2006/relationships/notesSlide" Target="/ppt/notesSlides/notesSlide30.xml" Id="R7ae7d49a27ee4673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f2c64558748cf" /><Relationship Type="http://schemas.openxmlformats.org/officeDocument/2006/relationships/notesSlide" Target="/ppt/notesSlides/notesSlide31.xml" Id="Rca88500e81b74cd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7164c18f94f68" /><Relationship Type="http://schemas.openxmlformats.org/officeDocument/2006/relationships/image" Target="/ppt/media/image5.png" Id="Ra93c90e82d1647a5" /><Relationship Type="http://schemas.openxmlformats.org/officeDocument/2006/relationships/notesSlide" Target="/ppt/notesSlides/notesSlide32.xml" Id="R4a7a33ff8e4848e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58027b67fe43d8" /><Relationship Type="http://schemas.openxmlformats.org/officeDocument/2006/relationships/notesSlide" Target="/ppt/notesSlides/notesSlide33.xml" Id="R506425a66853411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85d55615e84f29" /><Relationship Type="http://schemas.openxmlformats.org/officeDocument/2006/relationships/notesSlide" Target="/ppt/notesSlides/notesSlide34.xml" Id="R3bc7153065b94145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6d462bbcee4da8" /><Relationship Type="http://schemas.openxmlformats.org/officeDocument/2006/relationships/image" Target="/ppt/media/image4.jpeg" Id="Rfb2e9c2170b94e83" /><Relationship Type="http://schemas.openxmlformats.org/officeDocument/2006/relationships/notesSlide" Target="/ppt/notesSlides/notesSlide35.xml" Id="R6bdccdf0216d4e4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adf43acfa74231" /><Relationship Type="http://schemas.openxmlformats.org/officeDocument/2006/relationships/notesSlide" Target="/ppt/notesSlides/notesSlide36.xml" Id="R32af973554294eee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9b22782f6455f" /><Relationship Type="http://schemas.openxmlformats.org/officeDocument/2006/relationships/notesSlide" Target="/ppt/notesSlides/notesSlide37.xml" Id="R06304efd86b04f8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fb6b7ba5e14f95" /><Relationship Type="http://schemas.openxmlformats.org/officeDocument/2006/relationships/image" Target="/ppt/media/image5.jpeg" Id="R27d7fe01ed07441a" /><Relationship Type="http://schemas.openxmlformats.org/officeDocument/2006/relationships/notesSlide" Target="/ppt/notesSlides/notesSlide38.xml" Id="Rd769d3efbe3f4acc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af6d99fe34800" /><Relationship Type="http://schemas.openxmlformats.org/officeDocument/2006/relationships/image" Target="/ppt/media/image6.png" Id="Rad0e3d7318d54479" /><Relationship Type="http://schemas.openxmlformats.org/officeDocument/2006/relationships/notesSlide" Target="/ppt/notesSlides/notesSlide39.xml" Id="Rf1e2621b551348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1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6cfddc7b14e71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17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7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7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7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7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21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168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9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70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71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174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175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1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37617ee6044e2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17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7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7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74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DE4A183-F4CD-4318-99C2-96DDC342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5A8CB-F5B4-4594-959F-173F1EA7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5FA38-CD8E-4F51-9A90-0A724D68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整体框架必须落到真实类：UI、编排、状态、系统和证据各有所有者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2BDC5-744B-4977-84B1-834DF4F5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一个大 ViewModel 无法同时正确处理事务补偿、系统粒度和跨 Tab 刷新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C542A-F719-4CD8-A4BB-9AB1E4EA7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7C9B1-5404-479C-8902-6F892421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45174F-F7AA-46E4-B5D9-03B70369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A4773B-6E6B-4B03-BECC-14168688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6278AE-7AE9-43C7-9F1E-1EE7B2A3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ED7D06-5CBB-4881-BED5-66914941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PeripheralPage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05374-6C83-4816-8CFF-1DB51C1A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A2DE3E-6E6C-4950-9A4A-7D7FEAAB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39D23-0F33-443A-87B0-70736947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InterfaceControlTab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3013B-679F-4B92-B570-1081BE74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EC0D2D-6250-42C4-9AB4-AE7B59B1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4495AD-943C-4670-94A8-EEAC97DE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DevicePolicyTab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F64CEE-1421-4993-9E0B-D4D82C7E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F79AB1-7A65-488C-A9E3-6C2DAA08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8F6DB7-8956-454E-8983-2517BE936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FA3047-892C-426F-89DA-C33D990A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69646B-4CC1-479E-9517-4BD58BA8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Coordinator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704CFA-E373-4B6C-94F3-090981238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3E977D-13EC-405F-B8C5-2CFE088A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PeripheralViewModel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0A2BB0-679C-4883-83EE-8F0D7866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C5DEDD-A8DB-4AE2-B5DC-0F63614B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F1029D-B2E0-4456-AFA7-928DC1C0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InterfaceControlVM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1E32C3-911C-432B-8897-ECB45483D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60726E-1915-483D-8AD2-5470E6DD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2704AF-5A00-49F5-85CF-4BFC9D72F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DevicePolicyVM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AD99CD-4EB4-422E-822F-0E434C308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7FBD92-C1CD-4F2A-AF5B-79FED2D2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E87AA1C-E3ED-4A3B-BF87-25D996B8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30A7BDD-0E25-4F1A-879E-695249C4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72420F-A177-4DB1-A94F-75933FEE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Domain Services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AA8A9B-DD19-472C-980A-0D49367B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651534-DCDE-4969-81A2-8A117BE7B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9510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A6730C-0047-4A9F-9686-F63DB9A1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C600ADC-D169-4C14-BD30-D915E1F4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D7D09FD-72FA-4E56-858E-E2A834E85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UsbPolicyStateService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F7BBD9-53B9-406A-BE14-7F3B3E5C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D34E86-FD9B-4D0D-8FDB-3FDD9F6F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08CD28-9671-45FF-90E3-CB2442E85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TraceMaintenance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B821B7-20BC-4327-ACEC-04A43EA1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E08EB4-3219-4C5C-9D32-4B4901E04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103AFA-04C4-4773-956E-CA36F8CC7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3409F4-7F81-4373-A595-0340A3DE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49431AA-7A3C-4ABD-9B6C-8AD2DDDE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Adapters / Repos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CFBCB3-A92E-444B-99DD-ADB16085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C0514CF-D571-420F-AC16-D6E23B9B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DispatchService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CFF888A-2006-4DCA-BB58-DF6D15AC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A490DF0-9CDD-46A9-83B8-C547566E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D04B0FD-009A-461F-940A-5E866DD8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PolicyStateRepository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4B2256-A217-4323-8280-5EC83707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D662849-4210-43D9-8932-06A2DA9FF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3F46FE-514D-473B-BB61-96CE4045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TraceEntryRepository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B8A1646-A7EA-45F5-A5FB-1413185C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1FB68FF-9CD3-4D06-82C8-D758D0EA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31470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EA4A0EB-4B8E-43D1-AB1E-6A796410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390650"/>
            <a:ext cx="2114550" cy="40957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730861A-BC74-41B3-AF53-1A618FAB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524000"/>
            <a:ext cx="18478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DB2C144-20CE-4429-B186-39568BA2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533525"/>
            <a:ext cx="1733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 / Evidence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3FC59B3-1046-4C04-826A-7FDFCA69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057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C14E151-F88A-4999-A261-EFAEA5A6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43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restrictions usb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F0882EE-F332-4186-A3C7-BDA23C7D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400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入口 / 真相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9844E9F-9B4D-4C1B-A1DF-1F38275A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818D728-9052-499D-814D-5CFE708A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956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USB policy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4BC504B-AA28-4A2A-8E7F-F6EDE3C5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528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 / 读写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D76B666-A5D9-4EAA-A018-77A76CD3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962400"/>
            <a:ext cx="1809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4393E84-5A63-4954-AF56-900A7C11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0481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RDB + hilog + E2E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77D87F4-8008-4828-833F-4D1D9EFE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3053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 / 证据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EE9FAB2-997F-437B-AC7F-96D2E6B8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76900"/>
            <a:ext cx="109347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92F9FD3-F47C-4F29-A29F-A81F3E9A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816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事件链：UsbRuntimeProducer → ConnectionRecordPipeline → TraceMaintenance → Repository.notifyChanged → PeripheralViewModel.refreshTraceDrivenData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32438F5-4EAB-47C5-B710-E6AD5855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真实映射：03-外设管理MVVM与策略RFC.md#运行时框架；08-代码级调用链与课堂穿刺.md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B5CE360-654A-49C1-99E6-D38A746B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0A566D3-44D6-4207-AD1D-F35C6022D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FE401D-1D7B-4F0E-890B-1A630B1D2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7DA67-2E78-4B96-9DF7-7E610091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0494A9-68FF-479E-80BC-834E47A9C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不按页面拆，而按“可独立证明的能力”拆成八块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901B5-14BD-4EE7-B5C9-5416720B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 Story 都绑定真实文件、RED、独立 oracle 和 Done 证据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BF148-3791-4A24-9EBF-304605088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B5816C-4E01-4439-B5BD-64AF15C5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A1C19-FF85-4E6A-BF86-1EB14949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77D60-49B6-4898-87BF-56F0FE8B8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DC468-BFDB-452B-8E3D-FA470C85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IdentityResolver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87F8EA-A770-498D-BE64-F2A8C88E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Oracle：同设备稳定 fingerprint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ED5E91-6ED0-4BA6-B018-27C3C1B89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174FBC-9EB3-40C7-8E4E-8C39005BE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664427-0700-486F-907D-5A9B1751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状态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93847E-D0F0-4865-ACC5-2A28105E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PolicyStateRepository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580850-6C3C-46FB-9E29-CE124DE2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Oracle：desired/active/present 持久化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5896A-6FBE-4DA0-982C-ACC7AE5E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C62CF2-0C5D-419D-9FB6-63521B9B6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54279-4AD1-4E9C-92DA-04C53C80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默认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F1733A-B44F-4C4F-94D3-F1E1C574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handleConnect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125A1D-9CD8-4C36-A301-332D359F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Oracle：新设备 allow/deny 首次判定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CE9B9E-3318-45E3-A936-B3B47ED9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3906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92E060-F55B-44A3-9AB4-4932AD54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50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F1F2E0-DE70-4941-AC9B-2336C844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51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显式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E490A2-3E59-4B09-B828-62394E7A7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859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DispatchService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730620-742E-4999-9AD3-1421B6C3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193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Oracle：设备规则与 baseClass 影响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1AA9D3-E5DA-45F6-8FCF-D0C734A2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86DA35-9098-409B-8019-011C9341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89CEDB-0D5A-4B46-B546-DD3684A8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388E4E-2A58-404E-A938-960267E0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UsbGlobalPolicyService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E8CBE2-145B-4F76-AD61-D340F78B1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Oracle：挂起/补偿/重放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635884-0C19-4FB4-8F56-401FCAED6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AC28D3-D773-4C84-89ED-E49FDCF9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C24D4D-7D37-4F6D-9C3D-0A589B27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S6 还原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7F1F68-DDD8-4690-B5C4-863DE9E2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clearAllPolicies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EA17CF-B87C-49CD-ABFE-71436E56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Oracle：EDM 清理 + 本地 allow/none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0533C45-3B02-4316-A37E-262785129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09C4D3-9015-4A13-B8D3-6A19C173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1E50C6A-8B6D-427F-932A-99576116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S7 Trace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27CA3C-B66E-4A2C-8F56-9690749A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TraceMaintenance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6D0746-65A7-4696-8670-46FE9975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Oracle：写库后立即发布事实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3D0796-841C-485A-BC29-2BF61738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43250"/>
            <a:ext cx="2647950" cy="14859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910D00-FD12-442C-BED1-E8F32DC8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575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806932-375F-485C-945B-F9217F2B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670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S8 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48DEFB-F1B0-4AB5-85CD-6533DC27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34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E2E + Runbook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B9E6948-4E2D-4B10-8DEE-B935278C1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719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Oracle：四层证据与清理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9D1C716-D68C-4219-8955-328C3D34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0"/>
            <a:ext cx="11277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69B6C2-02FB-495E-9BFA-64BB9487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7685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依赖顺序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45DB84-8B87-46B6-8BF2-A6AD01D3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238750"/>
            <a:ext cx="619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S1 → S2 → S3/S4 → S5/S6 → S7 → S8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5D66F70-60CB-49A1-9B57-96C5C69D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19750"/>
            <a:ext cx="10877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拆分标准：换一个 Session，仍能只读一个 Packet 就开始；失败时能判断是实现错、系统限制还是证据不足。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96B84B3-DDA1-4A4B-8631-49A7AB717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真实产物：case-materials/mdm/04-Feature与Story拆解.md；UT：entry/src/test/peripheral/*.test.ets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FD6E3A8-5D17-4D7D-9025-69C75F78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5703EC-661E-4193-9AD1-9E1B8CA3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1A5FE0-343F-4F15-BBDB-15A6FF56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68BE45-F3F0-4CD3-BBD8-BF9EF57A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6D90D-8BC9-47E2-B4D9-FC3B9C3A0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 Packet 让新 Session 不靠聊天记忆：范围、反例和停止条件都写进任务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E03274-EE1E-455B-9753-F51536BC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示例：S5 全局 USB 与单设备 deny 协同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0CA26-9979-4B09-AFB7-682CB8EF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7ABAF8-E85B-4093-BA46-8BE7C4C2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724650" cy="46863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F9EEEC-1A83-4F66-B484-6793C24B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457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→ S5 Worker Packet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3FD0FE-7438-448B-B4EE-7515F458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7499E0-9DEB-4B5B-BC3E-D77898A9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457950" cy="413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story_id: PER-USB-S5-GLOBAL-TRANSACTION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goal: 全局禁用前挂起 active deny，失败补偿；恢复后重放在线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inputs: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- 03-外设管理MVVM与策略RFC.md#全局事务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R7 失败证据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allowed_paths: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usb-global-policy-service.test.ets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forbidden: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修改默认名单语义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suspend second fails → first must be denied again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acceptance: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 fail: all suspended policies compensated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 success: desired unchanged, active=none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enable: replay only present &amp;&amp;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stop: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need_to_change_forbidden_path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platform granularity requires product decision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3754AB-E4AF-438C-8293-FF067CC6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4097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Reviewer 只问四件事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FF757-0DF9-46FB-85FF-A1D9B740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16764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BE36CD-6989-4EB6-9B90-126F38A3D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0975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AE6C3F-A925-41C6-93B2-7EBFF787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240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508E58-A564-472F-B1CA-671F0FF7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9335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范围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E5FB6-DC4B-419D-A367-DF55B0E0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22669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Diff 是否只落在 allowed paths？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B5D38-3D49-4BA2-9801-52CA26AF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81940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29C6E-AE7A-448E-B5D5-5CD5919B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33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97CD7-32D5-4457-93E9-078E02D4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43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反例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067283-2AD8-4672-BFF0-3F7264BB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32766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旧实现是否在同一 RED 上失败？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CA41A7-E65A-4889-8E5E-B52E8565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82905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67D0CD-9761-4033-B52E-6A6B6B989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433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DC8DEF-434C-4449-AF6C-5C81EBAF7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9528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 Oracle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8D8530-F558-4368-B66C-7FD887A7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42862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补偿顺序、状态和告警是否独立可读？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3BB7EA-3F6A-48E1-A2FE-CF15B912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838700"/>
            <a:ext cx="4000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AD02E5-D0AB-4C82-941D-E9AFAC86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53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A766A0-BD13-4FAC-9434-F6EEA140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62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停止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066825-CDB8-4F90-B733-590FAD76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9525" y="52959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需要越界或系统证据不可得时是否主动升级？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974619-E4AF-49C1-91C0-9F8FE686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真实模板：case-materials/mdm/04-Feature与Story拆解.md#Worker-Packet；代码：UsbGlobalPolicyService.ets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A8C4BC-1E2D-49B9-BC37-05E337A0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D49278-47C8-48D6-98EC-15CC59B2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6D1A86-9EEC-4FA1-BFD5-1ABBF0AB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BF3D3-6E55-4AFC-AB76-19779415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44FB1-A300-462C-9B36-E16DAA48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十五轮真实收敛不是提交清单：五个转折把错误固化成工程不变量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64FCF4-8BCA-49DF-BEA4-22034220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每个转折都保留症状、根因、新规则和下一轮 oracle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2DFEA4-3059-4F69-99A4-F5E0D8FC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0865B4-F50E-46D5-929E-63121541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7047B6-60E9-45D9-B089-32063E18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001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DAFA9-02E7-4F60-A830-7F498641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3620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95D38C-4FAB-4AF4-801A-15060C4A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668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接口总控被当默认策略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10324E-E825-47B4-A0BF-A0EA04A3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4668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新不变量：全局与默认分离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376ECD-D608-4B66-BFF9-4D91114A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621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Oracle：restrictions 回读 + 首插策略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0615FF-0D4A-4E75-A512-4EBB867E7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E3756F-3EA9-4899-83DF-404ACBF9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145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R3–R6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AAB482-9EB2-4BB9-BC3A-E161B2DA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2764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E55E66-5A8D-4DEA-AF6B-2E038112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812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Trace/还原/执行态混淆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51A259-3493-4C57-8D3F-F07AD873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812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新不变量：Trace ≠ Policy；desired ≠ active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CBA863-F814-4C65-878A-B903C388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6765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Oracle：清 Trace 后规则仍在；还原清 EDM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2D6B7F-9628-4750-B92E-222FBBF2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194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EC322A-54E0-4DCD-8FA0-C23012434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R7–R10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1AE67F-D692-44C2-9FDB-1F022C7E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908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3C9C60-C2D6-4977-AF59-7C9973E0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956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全局协同与 allow 漏记录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DAABB8-7F28-4631-820E-071D2F15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956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新不变量：补偿/重放；allow 也保存状态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81386A-1A0F-47E3-BB43-6A69DEA0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909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Oracle：事务 UT + 白名单卡片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F6A06D-1191-428A-ACA1-124A27C1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A8133A-A52E-4F63-AF08-EB364EE5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433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R11–R12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110ED2-1CE3-4D71-AC02-5351D12A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1052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222CF9-CAF1-46EC-8B89-D27C77A48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2100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9200007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A76CF7-71B4-4674-B6F7-854174E2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2100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新不变量：残留先清；引入 PARTIAL_APPLIED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626B66-8BB1-4E60-A044-667CF150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053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Oracle：系统列表 + getter + 挂载 + 重插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F15735-455F-42F5-8235-F57F127D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482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829BF2-B3B1-49B6-89EF-7C36944C0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577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R13–R15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EB124F-F983-41D0-8C34-86BEE8B13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019675"/>
            <a:ext cx="97917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ABEFB4-A28D-4821-8558-B3E569FC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2445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不刷新 / present / baseClass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FD0711-1ADE-409F-A64A-DFB08359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124450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新不变量：事实立即发布；启动对账；双设备反例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9BB8A3-C89D-4385-BBA4-48B07F82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9725"/>
            <a:ext cx="937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下一轮 Oracle：时间线 + getDevices + 同类第二台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AF05BD-A62B-4CEB-8CDC-A45853428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81700"/>
            <a:ext cx="10915650" cy="285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A71D5D-6D00-4F7D-8B85-F9D0E3C1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10275"/>
            <a:ext cx="10648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1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判断 AI 是否真的进步：下一轮是否比上一轮多了一条可执行约束，而不是只多了一段解释。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6F6BA-031D-4384-98CC-49760679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 15 轮：case-materials/mdm/05-Ralph迭代运行账.md；真实线程索引：13-本地Session真实问题证据卡.md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6ECB0E0-A396-427E-B2E5-D9948A59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CB38FB1-21C8-48E3-8A26-423CA8A2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GIT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8139867f01440f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dc57fd927b49f0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当前材料已能讲清方法、架构和真实问题；设备级最终矩阵仍诚实保留 PENDING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restrictions / disallowed type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 baseClass 双设备、重插、离线对账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现场需补的 3 份素材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EDM 残留清理前后  ② 9200007 重插结果  ③ 同 baseClass 双设备影响面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证据总表：00-外设管理证据状态总表.md；验收：06-测试验收报告.md；12-附录E外设验收手册.md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案例二先回答：我们到底知道什么，不知道什么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d2e72638334997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先把事实分成三类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用户报告“远端视频卡顿”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仓库中存在 bridge → compositor → EndFrame 路径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现有媒体只能证明某次运行“看得见画面”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未知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当次运行到底走软件解码还是硬件解码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frame 的 owner、stride/plane 与 present 是否一致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• CPU / FPS / 卡顿改善幅度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第一步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 commit、runId、decoder path、frameId、CPU/FPS 绑定到同一次运行，建立 before 基线。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VIDEO · PENDING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当前占位图不证明卡顿；正式视频需同时录入 path / CPU / FPS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用户现象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当前路径证明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before 基线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再讨论硬解 / GPU 方案</a:t>
            </a:r>
          </a:p>
        </p:txBody>
      </p:sp>
      <p:cxnSp>
        <p:nvCxnSpPr>
          <p:cNvPr id="221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22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23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02-codebase-map.md：沿一帧回答五个问题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先问五个问题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协议入口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H.264 从哪里进入？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路径选择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被 GPU consumed，还是回 original GDI？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输出格式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format、stride、plane 是什么？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显示所有权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谁拥有 Surface，何时 present？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同轮证明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怎样把 decoder、frame、owner、present 绑定到同一 run？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ohos_rdpgfx_surface_command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record_avc420_gpu_candidate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OnSurfaceCommand → worker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ProcessCommand → OH_AVCodec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 buffer → CompositeFrame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pendingFrameId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 → PresentComposite</a:t>
            </a:r>
          </a:p>
        </p:txBody>
      </p:sp>
      <p:cxnSp>
        <p:nvCxnSpPr>
          <p:cNvPr id="344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45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46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47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48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49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50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572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02-codebase-map.md 怎么生成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7427"/>
          </a:bodyPr>
          <a:lstStyle xmlns:a="http://schemas.openxmlformats.org/drawingml/2006/main"/>
          <a:p xmlns:a="http://schemas.openxmlformats.org/drawingml/2006/main">
            <a:r>
              <a:t>Input：问题 + 文件清单</a:t>
            </a:r>
          </a:p>
          <a:p xmlns:a="http://schemas.openxmlformats.org/drawingml/2006/main">
            <a:r>
              <a:t>AI：rg → 调用链 → 未知</a:t>
            </a:r>
          </a:p>
          <a:p xmlns:a="http://schemas.openxmlformats.org/drawingml/2006/main">
            <a:r>
              <a:t>Human：抽查 path::symbol</a:t>
            </a:r>
          </a:p>
          <a:p xmlns:a="http://schemas.openxmlformats.org/drawingml/2006/main">
            <a:r>
              <a:t>Why：控制上下文</a:t>
            </a:r>
          </a:p>
          <a:p xmlns:a="http://schemas.openxmlformats.org/drawingml/2006/main">
            <a:r>
              <a:t>Next：限定调研边界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未接管 / 不满足 ready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GDI / H264 subsystem</a:t>
            </a:r>
          </a:p>
        </p:txBody>
      </p:sp>
      <p:cxnSp>
        <p:nvCxnSpPr>
          <p:cNvPr id="359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这条 fallback 必须保留；否则“尝试硬解”会直接变成黑屏风险。</a:t>
            </a:r>
          </a:p>
        </p:txBody>
      </p:sp>
      <p:pic>
        <p:nvPicPr>
          <p:cNvPr id="3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338b66ea7d44c7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239250" y="5381625"/>
            <a:ext cx="2190750" cy="523875"/>
          </a:xfrm>
          <a:prstGeom xmlns:a="http://schemas.openxmlformats.org/drawingml/2006/main" prst="roundRect">
            <a:avLst/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03-platform-research.md：调研只为减少 ADR 未知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Configure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Validate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Release</a:t>
            </a:r>
          </a:p>
        </p:txBody>
      </p:sp>
      <p:cxnSp>
        <p:nvCxnSpPr>
          <p:cNvPr id="211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2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3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4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5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16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所有平台都必须回答同一生命周期；真正需要重新设计的是 buffer 所有权、输出格式与 Surface 生命周期。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已有后端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作用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应该学习什么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FFmpeg / OpenH264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通用软件路径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正确性 fallback、YUV 输出语义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Media Foundation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硬解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平台 decoder 生命周期与失败传播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Android MediaCodec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移动平台硬解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buffer 输入输出、format change、释放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OH_AVCodec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目标平台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能力查询、AVBuffer/Surface、stride/plane</a:t>
            </a:r>
          </a:p>
        </p:txBody>
      </p:sp>
      <p:pic>
        <p:nvPicPr>
          <p:cNvPr id="2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a232c0ccc44704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48625" y="2428875"/>
            <a:ext cx="3571875" cy="2619375"/>
          </a:xfrm>
          <a:prstGeom xmlns:a="http://schemas.openxmlformats.org/drawingml/2006/main" prst="roundRect">
            <a:avLst/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生成：codebase-map → AI 对齐契约 → Human 核对来源 → 候选方案进入 ADR。不能改变 ADR 的调研，不进主文档。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ADR-GPU-001：把调研结论冻结为开发约束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ADR Decision 1｜Bridge：只决定“是否接管”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gfx→SurfaceCommand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OHOS RDPGFX bridge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顺序校验 + candidate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 / consumed ?</a:t>
            </a:r>
          </a:p>
        </p:txBody>
      </p:sp>
      <p:cxnSp>
        <p:nvCxnSpPr>
          <p:cNvPr id="349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50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51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Human 冻结：原回调 + 接管前校验。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ADR Decision 2｜Compositor：接管后一帧闭环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worker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OH_AVCodec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NativeBuffer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CompositeFrame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+ pendingFrameId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→ EGL swap</a:t>
            </a:r>
          </a:p>
        </p:txBody>
      </p:sp>
      <p:cxnSp>
        <p:nvCxnSpPr>
          <p:cNvPr id="368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9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0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1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2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Human 冻结：frameId 贯穿 output / owner / pending / present。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ADR Decision 3｜Fallback：接管前失败回原路径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takeover 前失败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original SurfaceCommand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gdi_SurfaceCommand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H264 subsystem / GDI</a:t>
            </a:r>
          </a:p>
        </p:txBody>
      </p:sp>
      <p:cxnSp>
        <p:nvCxnSpPr>
          <p:cNvPr id="385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6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87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为什么做 ADR：先冻结 owner、EndFrame 与 fallback 边界，避免 AI 在开发中改方向。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05-spike-plan.md：从 ADR 最大未知倒推一帧穿刺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穿刺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只证明什么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必须看到的证据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还不能证明什么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与 compositor 真正进入 arm64 / HAP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symbol / packaged binary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真机一定走 GPU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真机选择到 hardware decoder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identity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一帧已正确显示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一个 AVC420 sample 有可关联输出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frameId + format + stride / planes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与 present 正确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同一帧完成 composite → pending → matched 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+ matched EndFrame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连续播放不卡顿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接管前失败能回到原路径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fallback reason + original callback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工程化队列和生命周期完成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3c90e82d1647a5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429625" y="1143000"/>
            <a:ext cx="3190875" cy="2333625"/>
          </a:xfrm>
          <a:prstGeom xmlns:a="http://schemas.openxmlformats.org/drawingml/2006/main" prst="roundRect">
            <a:avLst/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05-spike-plan.md 怎么生成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4102"/>
          </a:bodyPr>
          <a:lstStyle xmlns:a="http://schemas.openxmlformats.org/drawingml/2006/main"/>
          <a:p xmlns:a="http://schemas.openxmlformats.org/drawingml/2006/main">
            <a:r>
              <a:t>Input：ADR Evidence Gate</a:t>
            </a:r>
          </a:p>
          <a:p xmlns:a="http://schemas.openxmlformats.org/drawingml/2006/main">
            <a:r>
              <a:t>AI：倒推 SP-01～05</a:t>
            </a:r>
          </a:p>
          <a:p xmlns:a="http://schemas.openxmlformats.org/drawingml/2006/main">
            <a:r>
              <a:t>Human：冻结一帧 + fallback</a:t>
            </a:r>
          </a:p>
          <a:p xmlns:a="http://schemas.openxmlformats.org/drawingml/2006/main">
            <a:r>
              <a:t>Why：最低成本证伪边界</a:t>
            </a:r>
          </a:p>
          <a:p xmlns:a="http://schemas.openxmlformats.org/drawingml/2006/main">
            <a:r>
              <a:t>Next：PASS 才允许拆 Task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1ADC611-79CF-4EB9-BB65-21256649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5EB1C7-6D05-4DE8-BF21-512C64F4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T-GPU-xx.md：从穿刺结论倒推任务卡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D0D98-CFE0-4A9F-AAF0-7211D8EC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BE8368-D420-40DC-82F5-357C51D6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A0823-8022-4363-8F1C-A81A32A1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8E0810-A83B-4380-8B2A-60AB08D48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245159-64FC-4077-8A0F-62AF8AC5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 · Spike 结论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B2964-670C-4F32-9CF5-7386199B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7B972-0290-4873-9A8A-3664337C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· 单一结果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01E1E0-A388-416B-97B1-2AF4B01B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1583A-1C09-4C7B-B329-9641354E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人审 · AC / Stop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E52976-77CE-4D58-A414-4EFBB987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095375"/>
            <a:ext cx="21240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B09EE-6236-4DA7-BA40-1C6977D4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52525"/>
            <a:ext cx="1971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输出 · T00–T07</a:t>
            </a:r>
          </a:p>
        </p:txBody>
      </p:sp>
      <p:cxnSp>
        <p:nvCxnSpPr>
          <p:cNvPr id="183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74332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84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019800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85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296275" y="1343025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D89378-69BC-4CBF-A380-E0A4B7EA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09750"/>
            <a:ext cx="9067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21494C-E174-4843-BED3-D25BB1A9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1857375"/>
            <a:ext cx="7543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F29AB6-A96C-4C29-B53B-C6A8BE3A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1809750"/>
            <a:ext cx="7934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616497-BF96-42FA-A747-6836FEEE4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1857375"/>
            <a:ext cx="6410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1CE378-4780-4914-9320-AB9F7909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1809750"/>
            <a:ext cx="43072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6B614E-3234-4D0D-8338-C9B6243A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1857375"/>
            <a:ext cx="41548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主要源码边界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48D83F-4765-4D69-BF26-E0803E10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1809750"/>
            <a:ext cx="532733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8EAB3C-6BF9-4E68-B012-2CF343CE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1857375"/>
            <a:ext cx="517493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一个可观察结果 /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CFC0DD-60E0-4507-AC6D-1371CB6E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209800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94FA5-82EB-42AF-9449-E1A64455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257425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578DC7-463C-4A6D-A05B-07ADDB173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209800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8E5C17-316A-4C14-A404-B0DBB6F6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257425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62FFF1-8004-494E-BFF9-3CB5EF43D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209800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81608D-20CA-4688-ACC7-A0DF6221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257425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diagnostics only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5DCA9D-EC39-4F4A-B085-7C873236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209800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02632C-D654-46A2-9B8C-D29E3FF3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257425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保存同 runId before；路径不明则不归因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6F016C-7B39-4AB5-B2A9-1D3A8067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2689622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F6C348-10CD-4B38-B6AA-54619FC0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737247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C37680-7AE1-4BC0-9FEE-A4196950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2689622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EEE0B0-D6BD-473C-A2EF-9BF3D82F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2737247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1BCD904-523F-4291-BD9B-A47AAF0AF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2689622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502906-205F-4602-BDB7-DB0645A6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2737247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InstallRdpgfxDiagnosticsHooks、bridge_attach、decoder init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75C87D-48AC-4E4F-A357-C94936A5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2689622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EEC6F8E-408B-4490-965D-662A49B8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2737247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bridge + hardware decoder 真机成立；只编译成功则停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89B1F6-E7C9-4E6A-90FE-CAF3E6D54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169444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C15955-0A79-4FE9-9C0B-A4261D31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217069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DFB2B3-D4BE-4FFE-A155-7F9E0885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169444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CE3C48-6EA7-480B-B97D-AB8D780D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217069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AA1607-DF27-442A-B3AA-7466C604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169444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FB7FA3-C49A-402D-B159-E73D1624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217069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input/output、OH_AVBuffer_GetNativeBuffer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AEC325A-DF32-4A05-A1E3-AC4ECF4A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169444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F08F413-40FA-41B2-AE43-1F6F766D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217069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一帧输入输出可关联；format/native buffer 不明则停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75F63C-1E29-4149-BBD5-2E8AC351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649266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DA2E9CA-F4B3-493F-9923-53E08995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696891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100FE8-501A-4C46-B2D0-BAA45AE6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3649266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809CEF-13BE-4F4E-8516-51C2C19E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3696891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781CB2F-ACB0-4338-9E46-FB890FE6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3649266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E23B8D9-2C77-4D31-8B44-70E87DE36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3696891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 policy、OnSurfaceCommand、ProcessCommand、PresentEndFrame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5993303-6331-40E3-BF80-29C58227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3649266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B841B2F-6FC9-4A46-ABD3-C26A3112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3696891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consumed→owner→matched present 闭环；GDI/GPU 双写则 FAIL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5E35263-0CAD-4035-A0E6-7DE5CED4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129088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F881A28-51F2-4ECA-AA67-0DEC84A0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176713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7A6A8E7-2BC3-473E-AAD0-8E66AE77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129088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592E795-965C-4E97-9F56-B60903AA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176713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T04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2BB3901-F3B9-49AD-8CE0-14FAC3C6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129088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04AF1B5-E21E-4745-AAE0-7E3B649D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176713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EnqueueSurfaceCommand、worker compaction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561D491-C095-49BD-A9F5-88BBBEF1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129088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CC64407-0178-4F09-B40B-747D58E0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176713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连续队列有界；depth/age 持续增长则停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6C85141-88F2-41D3-A9C9-A0102471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08909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BD79E76-4C2E-4E02-91BB-8C89A38F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56534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C07BA63-AE70-42FA-9AC5-461FD5F5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4608909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49F2843-3BEA-4DD2-9437-B8563E6E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4656534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T05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CE5547B-EC62-4EDC-9798-B992AB49C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4608909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4408933-4556-471B-B58B-AB4A39F2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4656534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target generation、pause/detach/recreate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FD6EF64-9B39-4BDC-90BE-D004F0F1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4608909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97ECDFF-A48F-43FE-90A2-AF818AAB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4656534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resize/后台/重连拒绝 stale task；旧 target 可写则 FAIL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CCEA499-1E76-4271-90D4-30E0BAA9F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088731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C5F157F-6843-4CA8-ACAF-B320C6C8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6356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韧性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ADEA29B-CF63-4AA8-B9FB-CB034953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088731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3D39FCA-5455-4A97-AE3B-9B8778D8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136356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06BF749-3EEB-4968-9810-CF71732D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088731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FFF18CE-8D94-4EEA-81B1-BA6700125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136356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AVC444 candidate/compositor、LC retained state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3B606AD1-8379-4145-836F-27C2CA29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088731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626F455-8944-4755-BAF2-B1DBD095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136356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 decoder + LC + EndFrame；复用 420 假设则停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30135B1-1BE3-4AB7-B70C-A871B3D2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68553"/>
            <a:ext cx="906780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C851758-9284-4B7C-A79E-2565C63D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616178"/>
            <a:ext cx="754380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8B7B693-54E5-488D-A56A-A4D1C098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405" y="5568553"/>
            <a:ext cx="7934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8D2E765-DD7E-499D-ACC5-FD47EAC6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605" y="5616178"/>
            <a:ext cx="6410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T07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62CB9A9-E414-4B97-9345-48D5AE0D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8838" y="5568553"/>
            <a:ext cx="4307205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97FF12B-29A6-40F6-BE0F-7F8C7B6E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5038" y="5616178"/>
            <a:ext cx="4154805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测试/脚本/报告，生产代码冻结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E9D7723-EB02-4CC9-A781-1033A09B7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6043" y="5568553"/>
            <a:ext cx="5327333" cy="4798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5190E7E-1806-4BC2-9A5E-097B1E99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2243" y="5616178"/>
            <a:ext cx="5174933" cy="3845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同场景 A/B；缺 CPU/FPS/path/soak 则 UNKNOWN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2272773-BF71-4763-8CD6-AEE94209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2246168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五个角色接力：每一步都留下可审查产物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Human / Planner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Explorer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Implementer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MCP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95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只读调用链与 GAP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99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codebase map + evidence index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30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单张 Task Card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307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最小 diff + verify commands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311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511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build / device / log / video evidence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315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Trace + Outcome verdict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Planner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冻结问题与 AC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Explorer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调用链 + GAP + 证据索引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Implementer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 + verify 命令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Tool / MCP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build / device / log /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+ Outcome verdict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每次交接都必须是可复查产物，不是“我觉得已经做完了”。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开发遇到黑屏、色块或仍卡顿：先停，再找最早异常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2e9c2170b94e83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同一 frame：逐层点亮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received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candidate path / decoder selected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compressed input queued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decoded output valid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format / stride / planes valid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command state applied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render owner correct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EndFrame present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next frame continues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第一处与预期不一致的位置，才是本轮修改边界。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frame 的六个事实，才能推翻错误判断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frameId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codec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decoder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owner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verdict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待确认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一条可用证据行必须同时满足：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runId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 frameId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decoder output 可关联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owner 唯一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matched EndFrame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verdict</a:t>
            </a:r>
          </a:p>
        </p:txBody>
      </p:sp>
      <p:cxnSp>
        <p:nvCxnSpPr>
          <p:cNvPr id="360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1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2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3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4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缺任意一项，结论只能是 PENDING / UNKNOWN；不能用别的 run 的截图补洞。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两个常见误判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“API 调用成功”只证明一个边界。   “截图看起来正确”只证明一个采样瞬间。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穿刺证明可行，工程化决定能否交付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单帧穿刺解决“能不能走通”；生命周期、队列、所有权、回退、观测和回归决定“能不能交付”。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工程能力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失败表现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create/start/flush/stop/destroy 与 Surface generation 如何对齐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 黑屏、旧 target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队列/背压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输入、输出、present 队列是否有界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延迟增长、内存上涨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GDI、AVC420、AVC444 谁能写 XComponent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闪烁、旧帧覆盖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硬解失败能否回软件/原生路径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静默黑屏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可观测性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能否证明 decoder、frame、owner、present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只能靠肉眼猜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回归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输入、resize、后台、重连是否仍工作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局部 GREEN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当前证据能证明什么，下一步还要补什么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视频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当前为空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硬解路径待填证据链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commit: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runId: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candidate path: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decoder identity: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frameId / output: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owner / matched EndFrame: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present:</a:t>
            </a:r>
          </a:p>
        </p:txBody>
      </p:sp>
      <p:pic>
        <p:nvPicPr>
          <p:cNvPr id="4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7fe01ed07441a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arm64/HAP 构建通过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某次运行出现黑屏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CPU/FPS 与卡顿改善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resize/后台/重连长稳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536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7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538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164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5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6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7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68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1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0e3d7318d54479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2026-09-01T15:32:29.4670000Z</dcterms:created>
  <dcterms:modified xsi:type="dcterms:W3CDTF">2026-09-01T15:32:29.4670000Z</dcterms:modified>
</coreProperties>
</file>