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57b3e6bf42498d" /><Relationship Type="http://schemas.openxmlformats.org/officeDocument/2006/relationships/extended-properties" Target="/docProps/app.xml" Id="R08e863b7da6e400e" /><Relationship Type="http://schemas.openxmlformats.org/officeDocument/2006/relationships/officeDocument" Target="/ppt/presentation.xml" Id="R797e3f3672734f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ed0f844b734da5"/>
  </p:sldMasterIdLst>
  <p:notesMasterIdLst>
    <p:notesMasterId xmlns:r="http://schemas.openxmlformats.org/officeDocument/2006/relationships" r:id="R5421f72bdf7e4214"/>
  </p:notesMasterIdLst>
  <p:sldIdLst>
    <p:sldId xmlns:r="http://schemas.openxmlformats.org/officeDocument/2006/relationships" id="256" r:id="Rf55f09aa8f204f27"/>
    <p:sldId xmlns:r="http://schemas.openxmlformats.org/officeDocument/2006/relationships" id="257" r:id="Rd5586c74373d4895"/>
    <p:sldId xmlns:r="http://schemas.openxmlformats.org/officeDocument/2006/relationships" id="258" r:id="R3a1c7d59fcfb4a31"/>
    <p:sldId xmlns:r="http://schemas.openxmlformats.org/officeDocument/2006/relationships" id="259" r:id="R25116d6cbea0447c"/>
    <p:sldId xmlns:r="http://schemas.openxmlformats.org/officeDocument/2006/relationships" id="260" r:id="R23345187e91b4ce4"/>
    <p:sldId xmlns:r="http://schemas.openxmlformats.org/officeDocument/2006/relationships" id="261" r:id="Rba099d9dccfb466c"/>
    <p:sldId xmlns:r="http://schemas.openxmlformats.org/officeDocument/2006/relationships" id="262" r:id="Ree1bca187a9c45dd"/>
    <p:sldId xmlns:r="http://schemas.openxmlformats.org/officeDocument/2006/relationships" id="263" r:id="R516ec1c4eac5479e"/>
    <p:sldId xmlns:r="http://schemas.openxmlformats.org/officeDocument/2006/relationships" id="264" r:id="R9ae5bbb52b8a4739"/>
    <p:sldId xmlns:r="http://schemas.openxmlformats.org/officeDocument/2006/relationships" id="265" r:id="R0ca10d2e34004f53"/>
    <p:sldId xmlns:r="http://schemas.openxmlformats.org/officeDocument/2006/relationships" id="266" r:id="R3d33953c64eb44a2"/>
    <p:sldId xmlns:r="http://schemas.openxmlformats.org/officeDocument/2006/relationships" id="267" r:id="R0c1731375eb14689"/>
    <p:sldId xmlns:r="http://schemas.openxmlformats.org/officeDocument/2006/relationships" id="268" r:id="Rd5a6f7490fa84eba"/>
    <p:sldId xmlns:r="http://schemas.openxmlformats.org/officeDocument/2006/relationships" id="269" r:id="R5a0debb0da534c15"/>
    <p:sldId xmlns:r="http://schemas.openxmlformats.org/officeDocument/2006/relationships" id="270" r:id="R46a7e501ef0f4200"/>
    <p:sldId xmlns:r="http://schemas.openxmlformats.org/officeDocument/2006/relationships" id="271" r:id="R2d16ed6024ba4e7e"/>
    <p:sldId xmlns:r="http://schemas.openxmlformats.org/officeDocument/2006/relationships" id="272" r:id="R52c860402595466e"/>
    <p:sldId xmlns:r="http://schemas.openxmlformats.org/officeDocument/2006/relationships" id="273" r:id="R7adbfbf029704855"/>
    <p:sldId xmlns:r="http://schemas.openxmlformats.org/officeDocument/2006/relationships" id="274" r:id="Rad06da3c3b9b4a73"/>
    <p:sldId xmlns:r="http://schemas.openxmlformats.org/officeDocument/2006/relationships" id="275" r:id="Re4b63c56ab4640f8"/>
    <p:sldId xmlns:r="http://schemas.openxmlformats.org/officeDocument/2006/relationships" id="276" r:id="Re0526bd8eede4f39"/>
    <p:sldId xmlns:r="http://schemas.openxmlformats.org/officeDocument/2006/relationships" id="277" r:id="R359a4a1dc21d4efb"/>
    <p:sldId xmlns:r="http://schemas.openxmlformats.org/officeDocument/2006/relationships" id="278" r:id="R5fb69f9479924763"/>
    <p:sldId xmlns:r="http://schemas.openxmlformats.org/officeDocument/2006/relationships" id="279" r:id="R1efd61117ba0413f"/>
    <p:sldId xmlns:r="http://schemas.openxmlformats.org/officeDocument/2006/relationships" id="280" r:id="R81585b3df42f4603"/>
    <p:sldId xmlns:r="http://schemas.openxmlformats.org/officeDocument/2006/relationships" id="281" r:id="R52ad500a59444d73"/>
    <p:sldId xmlns:r="http://schemas.openxmlformats.org/officeDocument/2006/relationships" id="282" r:id="Rdd03e20aca9a483c"/>
    <p:sldId xmlns:r="http://schemas.openxmlformats.org/officeDocument/2006/relationships" id="283" r:id="R805f14524d664060"/>
    <p:sldId xmlns:r="http://schemas.openxmlformats.org/officeDocument/2006/relationships" id="284" r:id="R9f606dbee1b241bc"/>
    <p:sldId xmlns:r="http://schemas.openxmlformats.org/officeDocument/2006/relationships" id="285" r:id="Rae83f69720854a35"/>
    <p:sldId xmlns:r="http://schemas.openxmlformats.org/officeDocument/2006/relationships" id="286" r:id="R6a1257693b7e4495"/>
    <p:sldId xmlns:r="http://schemas.openxmlformats.org/officeDocument/2006/relationships" id="287" r:id="Ra4595060edfa4a8f"/>
    <p:sldId xmlns:r="http://schemas.openxmlformats.org/officeDocument/2006/relationships" id="288" r:id="R558e6f9cc1f54d0c"/>
    <p:sldId xmlns:r="http://schemas.openxmlformats.org/officeDocument/2006/relationships" id="289" r:id="Rffecff0be73145d9"/>
    <p:sldId xmlns:r="http://schemas.openxmlformats.org/officeDocument/2006/relationships" id="290" r:id="R9f6e9a69e3de48d0"/>
    <p:sldId xmlns:r="http://schemas.openxmlformats.org/officeDocument/2006/relationships" id="291" r:id="Rf4bc3d45208342bd"/>
    <p:sldId xmlns:r="http://schemas.openxmlformats.org/officeDocument/2006/relationships" id="292" r:id="R9886bbbf9f4248cf"/>
    <p:sldId xmlns:r="http://schemas.openxmlformats.org/officeDocument/2006/relationships" id="293" r:id="R60f1a7a3669a4aa1"/>
    <p:sldId xmlns:r="http://schemas.openxmlformats.org/officeDocument/2006/relationships" id="294" r:id="Rfa9547adff9e40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2be48c472a44ab" /><Relationship Type="http://schemas.openxmlformats.org/officeDocument/2006/relationships/slideMaster" Target="/ppt/slideMasters/slideMaster1.xml" Id="Rb5ed0f844b734da5" /><Relationship Type="http://schemas.openxmlformats.org/officeDocument/2006/relationships/notesMaster" Target="/ppt/notesMasters/notesMaster1.xml" Id="R5421f72bdf7e4214" /><Relationship Type="http://schemas.openxmlformats.org/officeDocument/2006/relationships/presProps" Target="/ppt/presProps.xml" Id="Rc9533518946a4999" /><Relationship Type="http://schemas.openxmlformats.org/officeDocument/2006/relationships/tableStyles" Target="/ppt/tableStyles.xml" Id="R910d798705f04a14" /><Relationship Type="http://schemas.openxmlformats.org/officeDocument/2006/relationships/slide" Target="/ppt/slides/slide1.xml" Id="Rf55f09aa8f204f27" /><Relationship Type="http://schemas.openxmlformats.org/officeDocument/2006/relationships/slide" Target="/ppt/slides/slide2.xml" Id="Rd5586c74373d4895" /><Relationship Type="http://schemas.openxmlformats.org/officeDocument/2006/relationships/slide" Target="/ppt/slides/slide3.xml" Id="R3a1c7d59fcfb4a31" /><Relationship Type="http://schemas.openxmlformats.org/officeDocument/2006/relationships/slide" Target="/ppt/slides/slide4.xml" Id="R25116d6cbea0447c" /><Relationship Type="http://schemas.openxmlformats.org/officeDocument/2006/relationships/slide" Target="/ppt/slides/slide5.xml" Id="R23345187e91b4ce4" /><Relationship Type="http://schemas.openxmlformats.org/officeDocument/2006/relationships/slide" Target="/ppt/slides/slide6.xml" Id="Rba099d9dccfb466c" /><Relationship Type="http://schemas.openxmlformats.org/officeDocument/2006/relationships/slide" Target="/ppt/slides/slide7.xml" Id="Ree1bca187a9c45dd" /><Relationship Type="http://schemas.openxmlformats.org/officeDocument/2006/relationships/slide" Target="/ppt/slides/slide8.xml" Id="R516ec1c4eac5479e" /><Relationship Type="http://schemas.openxmlformats.org/officeDocument/2006/relationships/slide" Target="/ppt/slides/slide9.xml" Id="R9ae5bbb52b8a4739" /><Relationship Type="http://schemas.openxmlformats.org/officeDocument/2006/relationships/slide" Target="/ppt/slides/slide10.xml" Id="R0ca10d2e34004f53" /><Relationship Type="http://schemas.openxmlformats.org/officeDocument/2006/relationships/slide" Target="/ppt/slides/slide11.xml" Id="R3d33953c64eb44a2" /><Relationship Type="http://schemas.openxmlformats.org/officeDocument/2006/relationships/slide" Target="/ppt/slides/slide12.xml" Id="R0c1731375eb14689" /><Relationship Type="http://schemas.openxmlformats.org/officeDocument/2006/relationships/slide" Target="/ppt/slides/slide13.xml" Id="Rd5a6f7490fa84eba" /><Relationship Type="http://schemas.openxmlformats.org/officeDocument/2006/relationships/slide" Target="/ppt/slides/slide14.xml" Id="R5a0debb0da534c15" /><Relationship Type="http://schemas.openxmlformats.org/officeDocument/2006/relationships/slide" Target="/ppt/slides/slide15.xml" Id="R46a7e501ef0f4200" /><Relationship Type="http://schemas.openxmlformats.org/officeDocument/2006/relationships/slide" Target="/ppt/slides/slide16.xml" Id="R2d16ed6024ba4e7e" /><Relationship Type="http://schemas.openxmlformats.org/officeDocument/2006/relationships/slide" Target="/ppt/slides/slide17.xml" Id="R52c860402595466e" /><Relationship Type="http://schemas.openxmlformats.org/officeDocument/2006/relationships/slide" Target="/ppt/slides/slide18.xml" Id="R7adbfbf029704855" /><Relationship Type="http://schemas.openxmlformats.org/officeDocument/2006/relationships/slide" Target="/ppt/slides/slide19.xml" Id="Rad06da3c3b9b4a73" /><Relationship Type="http://schemas.openxmlformats.org/officeDocument/2006/relationships/slide" Target="/ppt/slides/slide20.xml" Id="Re4b63c56ab4640f8" /><Relationship Type="http://schemas.openxmlformats.org/officeDocument/2006/relationships/slide" Target="/ppt/slides/slide21.xml" Id="Re0526bd8eede4f39" /><Relationship Type="http://schemas.openxmlformats.org/officeDocument/2006/relationships/slide" Target="/ppt/slides/slide22.xml" Id="R359a4a1dc21d4efb" /><Relationship Type="http://schemas.openxmlformats.org/officeDocument/2006/relationships/slide" Target="/ppt/slides/slide23.xml" Id="R5fb69f9479924763" /><Relationship Type="http://schemas.openxmlformats.org/officeDocument/2006/relationships/slide" Target="/ppt/slides/slide24.xml" Id="R1efd61117ba0413f" /><Relationship Type="http://schemas.openxmlformats.org/officeDocument/2006/relationships/slide" Target="/ppt/slides/slide25.xml" Id="R81585b3df42f4603" /><Relationship Type="http://schemas.openxmlformats.org/officeDocument/2006/relationships/slide" Target="/ppt/slides/slide26.xml" Id="R52ad500a59444d73" /><Relationship Type="http://schemas.openxmlformats.org/officeDocument/2006/relationships/slide" Target="/ppt/slides/slide27.xml" Id="Rdd03e20aca9a483c" /><Relationship Type="http://schemas.openxmlformats.org/officeDocument/2006/relationships/slide" Target="/ppt/slides/slide28.xml" Id="R805f14524d664060" /><Relationship Type="http://schemas.openxmlformats.org/officeDocument/2006/relationships/slide" Target="/ppt/slides/slide29.xml" Id="R9f606dbee1b241bc" /><Relationship Type="http://schemas.openxmlformats.org/officeDocument/2006/relationships/slide" Target="/ppt/slides/slide30.xml" Id="Rae83f69720854a35" /><Relationship Type="http://schemas.openxmlformats.org/officeDocument/2006/relationships/slide" Target="/ppt/slides/slide31.xml" Id="R6a1257693b7e4495" /><Relationship Type="http://schemas.openxmlformats.org/officeDocument/2006/relationships/slide" Target="/ppt/slides/slide32.xml" Id="Ra4595060edfa4a8f" /><Relationship Type="http://schemas.openxmlformats.org/officeDocument/2006/relationships/slide" Target="/ppt/slides/slide33.xml" Id="R558e6f9cc1f54d0c" /><Relationship Type="http://schemas.openxmlformats.org/officeDocument/2006/relationships/slide" Target="/ppt/slides/slide34.xml" Id="Rffecff0be73145d9" /><Relationship Type="http://schemas.openxmlformats.org/officeDocument/2006/relationships/slide" Target="/ppt/slides/slide35.xml" Id="R9f6e9a69e3de48d0" /><Relationship Type="http://schemas.openxmlformats.org/officeDocument/2006/relationships/slide" Target="/ppt/slides/slide36.xml" Id="Rf4bc3d45208342bd" /><Relationship Type="http://schemas.openxmlformats.org/officeDocument/2006/relationships/slide" Target="/ppt/slides/slide37.xml" Id="R9886bbbf9f4248cf" /><Relationship Type="http://schemas.openxmlformats.org/officeDocument/2006/relationships/slide" Target="/ppt/slides/slide38.xml" Id="R60f1a7a3669a4aa1" /><Relationship Type="http://schemas.openxmlformats.org/officeDocument/2006/relationships/slide" Target="/ppt/slides/slide39.xml" Id="Rfa9547adff9e40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e85ff21b094f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1fd8af5bff4699" /><Relationship Type="http://schemas.openxmlformats.org/officeDocument/2006/relationships/notesMaster" Target="/ppt/notesMasters/notesMaster1.xml" Id="R13e6c683195c49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28f03033764055" /><Relationship Type="http://schemas.openxmlformats.org/officeDocument/2006/relationships/notesMaster" Target="/ppt/notesMasters/notesMaster1.xml" Id="R872ebedd311645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3548080082420c" /><Relationship Type="http://schemas.openxmlformats.org/officeDocument/2006/relationships/notesMaster" Target="/ppt/notesMasters/notesMaster1.xml" Id="R85b14468ccc643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1ed44cae0942b0" /><Relationship Type="http://schemas.openxmlformats.org/officeDocument/2006/relationships/notesMaster" Target="/ppt/notesMasters/notesMaster1.xml" Id="Rfe01709bd77047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064a5f9f6b4fe5" /><Relationship Type="http://schemas.openxmlformats.org/officeDocument/2006/relationships/notesMaster" Target="/ppt/notesMasters/notesMaster1.xml" Id="R0b1c4dd469a142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968751497641a1" /><Relationship Type="http://schemas.openxmlformats.org/officeDocument/2006/relationships/notesMaster" Target="/ppt/notesMasters/notesMaster1.xml" Id="R53ab2835002845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c5f257df4f4335" /><Relationship Type="http://schemas.openxmlformats.org/officeDocument/2006/relationships/notesMaster" Target="/ppt/notesMasters/notesMaster1.xml" Id="R68ffbf9f23f645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354ed4e11942ac" /><Relationship Type="http://schemas.openxmlformats.org/officeDocument/2006/relationships/notesMaster" Target="/ppt/notesMasters/notesMaster1.xml" Id="R91681fc3bb8b4f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3f0db4e58d4f22" /><Relationship Type="http://schemas.openxmlformats.org/officeDocument/2006/relationships/notesMaster" Target="/ppt/notesMasters/notesMaster1.xml" Id="Rd047cc3376a649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9ea3cf01e8428b" /><Relationship Type="http://schemas.openxmlformats.org/officeDocument/2006/relationships/notesMaster" Target="/ppt/notesMasters/notesMaster1.xml" Id="Rae2af0d3e50c4b4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5b9f55f2704292" /><Relationship Type="http://schemas.openxmlformats.org/officeDocument/2006/relationships/notesMaster" Target="/ppt/notesMasters/notesMaster1.xml" Id="Rb777222fb38f44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072e4c30ef04014" /><Relationship Type="http://schemas.openxmlformats.org/officeDocument/2006/relationships/notesMaster" Target="/ppt/notesMasters/notesMaster1.xml" Id="R9400a8434c864e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7770e57c8a54b05" /><Relationship Type="http://schemas.openxmlformats.org/officeDocument/2006/relationships/notesMaster" Target="/ppt/notesMasters/notesMaster1.xml" Id="Rd00056ccc4664f7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151816986ee4502" /><Relationship Type="http://schemas.openxmlformats.org/officeDocument/2006/relationships/notesMaster" Target="/ppt/notesMasters/notesMaster1.xml" Id="Rf36f7f584a3f40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32f358669fe4c8c" /><Relationship Type="http://schemas.openxmlformats.org/officeDocument/2006/relationships/notesMaster" Target="/ppt/notesMasters/notesMaster1.xml" Id="R49c8954082354f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1489a3fcfb34a1f" /><Relationship Type="http://schemas.openxmlformats.org/officeDocument/2006/relationships/notesMaster" Target="/ppt/notesMasters/notesMaster1.xml" Id="R83746cf8f7fc4e9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2ba99ebb9a24a20" /><Relationship Type="http://schemas.openxmlformats.org/officeDocument/2006/relationships/notesMaster" Target="/ppt/notesMasters/notesMaster1.xml" Id="R59a0a3ce4bbd4c8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889d18696dc4f9a" /><Relationship Type="http://schemas.openxmlformats.org/officeDocument/2006/relationships/notesMaster" Target="/ppt/notesMasters/notesMaster1.xml" Id="R2f8cbc374c3e4dc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ef45508a52d409f" /><Relationship Type="http://schemas.openxmlformats.org/officeDocument/2006/relationships/notesMaster" Target="/ppt/notesMasters/notesMaster1.xml" Id="R61606335fe054b8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680dbdf85e84f04" /><Relationship Type="http://schemas.openxmlformats.org/officeDocument/2006/relationships/notesMaster" Target="/ppt/notesMasters/notesMaster1.xml" Id="R9d996978cb894ee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402cd2017c64d45" /><Relationship Type="http://schemas.openxmlformats.org/officeDocument/2006/relationships/notesMaster" Target="/ppt/notesMasters/notesMaster1.xml" Id="R887f3fe8733f494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7f4fb64ffc94bfe" /><Relationship Type="http://schemas.openxmlformats.org/officeDocument/2006/relationships/notesMaster" Target="/ppt/notesMasters/notesMaster1.xml" Id="Ra68ccf63b60245e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bb93bf6639f4ac4" /><Relationship Type="http://schemas.openxmlformats.org/officeDocument/2006/relationships/notesMaster" Target="/ppt/notesMasters/notesMaster1.xml" Id="Rbe0e47a52a65446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c93e9a068a44342" /><Relationship Type="http://schemas.openxmlformats.org/officeDocument/2006/relationships/notesMaster" Target="/ppt/notesMasters/notesMaster1.xml" Id="Re4643a8b82954c7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ffbcc0b05e54330" /><Relationship Type="http://schemas.openxmlformats.org/officeDocument/2006/relationships/notesMaster" Target="/ppt/notesMasters/notesMaster1.xml" Id="R1a62298418fd4b6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1aa70e5eed449fc" /><Relationship Type="http://schemas.openxmlformats.org/officeDocument/2006/relationships/notesMaster" Target="/ppt/notesMasters/notesMaster1.xml" Id="R350d1ae200ab475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75b663075984739" /><Relationship Type="http://schemas.openxmlformats.org/officeDocument/2006/relationships/notesMaster" Target="/ppt/notesMasters/notesMaster1.xml" Id="R82c67f9940f44fa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1aa68884ca14fcd" /><Relationship Type="http://schemas.openxmlformats.org/officeDocument/2006/relationships/notesMaster" Target="/ppt/notesMasters/notesMaster1.xml" Id="Rb5ab0274c93f4b5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f4f2bd445ad4022" /><Relationship Type="http://schemas.openxmlformats.org/officeDocument/2006/relationships/notesMaster" Target="/ppt/notesMasters/notesMaster1.xml" Id="R9eb709d6ae3d4e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52d52a57e5a4495" /><Relationship Type="http://schemas.openxmlformats.org/officeDocument/2006/relationships/notesMaster" Target="/ppt/notesMasters/notesMaster1.xml" Id="R97b9cf9553f14c3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65a67456bda4109" /><Relationship Type="http://schemas.openxmlformats.org/officeDocument/2006/relationships/notesMaster" Target="/ppt/notesMasters/notesMaster1.xml" Id="R9598c58caa4f425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51316559b1f4ed2" /><Relationship Type="http://schemas.openxmlformats.org/officeDocument/2006/relationships/notesMaster" Target="/ppt/notesMasters/notesMaster1.xml" Id="Reffcb578f183446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f69d3fa4e574e20" /><Relationship Type="http://schemas.openxmlformats.org/officeDocument/2006/relationships/notesMaster" Target="/ppt/notesMasters/notesMaster1.xml" Id="R0440abd06b3441d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1508f039ed6441e" /><Relationship Type="http://schemas.openxmlformats.org/officeDocument/2006/relationships/notesMaster" Target="/ppt/notesMasters/notesMaster1.xml" Id="R12fc0e7da1814a3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e79875ade2c45f9" /><Relationship Type="http://schemas.openxmlformats.org/officeDocument/2006/relationships/notesMaster" Target="/ppt/notesMasters/notesMaster1.xml" Id="R052f5038140444e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8fdc6afa2d2426d" /><Relationship Type="http://schemas.openxmlformats.org/officeDocument/2006/relationships/notesMaster" Target="/ppt/notesMasters/notesMaster1.xml" Id="R639da00f079e46f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d1d6693fc03429f" /><Relationship Type="http://schemas.openxmlformats.org/officeDocument/2006/relationships/notesMaster" Target="/ppt/notesMasters/notesMaster1.xml" Id="Rbf987594983f481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6b8db3505f0495f" /><Relationship Type="http://schemas.openxmlformats.org/officeDocument/2006/relationships/notesMaster" Target="/ppt/notesMasters/notesMaster1.xml" Id="R856ce36f7ca040a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9cb2031219034d67" /><Relationship Type="http://schemas.openxmlformats.org/officeDocument/2006/relationships/notesMaster" Target="/ppt/notesMasters/notesMaster1.xml" Id="R1490baa5ea3c46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
素材责任说明：U01–U08 由用户提供真机/实物原始材料；E01–E03 是工程开放项；L01–L05 由本地仓库生成。
[Sources]
- case-materials/mdm/16-用户补充素材清单.md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- C:/Users/mu/Desktop/code/harmonyos-sdd-ralph-workshop/case-materials/gpu/00-证据状态总表.md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本页只冻结现象、已知路径、工程目标和证据缺口。before、路径日志与 CPU/FPS 未绑定同一 runId，因此保持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C:/Users/mu/Desktop/code/harmonyos-sdd-ralph-workshop/harmonyos-sdd-workshop-media/gpu-docs/doc-29-codebase-map-strip.png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的产物不是全库摘要，而是可复查的 evidence index。Human Review 抽查 path::symbol，并拒绝把代码存在当成运行路径事实。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C:/Users/mu/Desktop/code/harmonyos-sdd-ralph-workshop/case-materials/gpu/09-源码调用链与任务拆解.md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C:/Users/mu/Desktop/code/harmonyos-sdd-ralph-workshop/harmonyos-sdd-workshop-media/gpu-docs/doc-30-source-call-sequence.png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这一页定位 consumed、owner、EndFrame 和 fallback。代码只能证明结构，当前 run 的 decoder/path/frame 必须靠设备证据。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- C:/Users/mu/Desktop/code/harmonyos-sdd-ralph-workshop/harmonyos-sdd-workshop-media/gpu-docs/doc-30-platform-research.png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对齐生命周期、buffer 状态与失败传播；Human Review 核对源码/官方 API。调研的输出是 ADR 输入，不是照抄平台代码。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- C:/Users/mu/Desktop/code/harmonyos-sdd-ralph-workshop/harmonyos-sdd-workshop-media/gpu-docs/doc-31-adr.png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组织 Alternatives/Risk/Evidence Gate；Human 冻结接管、唯一 owner、EndFrame 和 fallback。后续实现若改变这些边界，必须回到 ADR。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- C:/Users/mu/Desktop/code/harmonyos-sdd-ralph-workshop/harmonyos-sdd-workshop-media/gpu-docs/doc-32-spike-plan.png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SP-01～05 依次验证产物、decoder、output、present 与 fallback。只有证据链闭合才允许进入 Story 拆分。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 先审 Spike verdict，再把已证实边界冻结到 P0～P4。Plan 负责阶段顺序，下一页 Story 负责可验收行为。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C:/Users/mu/Desktop/code/harmonyos-sdd-ralph-workshop/harmonyos-sdd-workshop-media/gpu-docs/doc-35-ralph-story.png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Story 按可观察结果切，不按文件切。S0～S7 每张均包含 Source Scope、伪代码、AC、Stop 与 Exit Gate。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C:/Users/mu/Desktop/code/harmonyos-sdd-ralph-workshop/case-materials/gpu/13-GPU-Ralph-Story拆分与伪代码验收.md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C:/Users/mu/Desktop/code/harmonyos-sdd-ralph-workshop/case-materials/mdm/14-文档先行与模块提交协议.md</a:t>
            </a:r>
          </a:p>
          <a:p xmlns:a="http://schemas.openxmlformats.org/drawingml/2006/main">
            <a:r>
              <a:t>- C:/Users/mu/Desktop/code/harmonyos-sdd-ralph-workshop/harmonyos-sdd-workshop-media/gpu-docs/doc-36-worker-packet.png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这里明确文档如何生成、为什么先提交文档，以及新 Session 的读写边界。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C:/Users/mu/Desktop/code/harmonyos-sdd-ralph-workshop/case-materials/gpu/07-开发排障复盘.md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- C:/Users/mu/Desktop/code/harmonyos-sdd-ralph-workshop/harmonyos-sdd-workshop-media/gpu-docs/doc-37-ralph-debug.png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黑屏/色块/卡顿均从第一异常出发。黑屏视频未绑定同 run frame trace，只用于练排障协议，不宣称根因。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C:/Users/mu/Desktop/code/harmonyos-sdd-ralph-workshop/case-materials/gpu/00-证据状态总表.md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- C:/Users/mu/Desktop/code/harmonyos-sdd-ralph-workshop/case-materials/gpu/14-GPU案例第28-38页详细讲稿与文档证据.md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Build、Path、Frame、Outcome、Fallback、Lifecycle、Stability、Regression 分层判定。当前缺失项保持 PENDING/UNKNOWN；最终 verdict 为 NOT YET。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14c369762e49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09f3d714b54f03" /><Relationship Type="http://schemas.openxmlformats.org/officeDocument/2006/relationships/slideLayout" Target="/ppt/slideLayouts/slideLayout1.xml" Id="R6f776f87deee43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776f87deee43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58b8bf95246d4" /><Relationship Type="http://schemas.openxmlformats.org/officeDocument/2006/relationships/image" Target="/ppt/media/image.png" Id="Rb47b8f5a29594bb1" /><Relationship Type="http://schemas.openxmlformats.org/officeDocument/2006/relationships/notesSlide" Target="/ppt/notesSlides/notesSlide1.xml" Id="R63f8d0e90ff9405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566e79dbd4e30" /><Relationship Type="http://schemas.openxmlformats.org/officeDocument/2006/relationships/notesSlide" Target="/ppt/notesSlides/notesSlide2.xml" Id="R0686f534fde04e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6f3caa791421d" /><Relationship Type="http://schemas.openxmlformats.org/officeDocument/2006/relationships/image" Target="/ppt/media/image2.png" Id="Rcb8638f3a07d4a00" /><Relationship Type="http://schemas.openxmlformats.org/officeDocument/2006/relationships/notesSlide" Target="/ppt/notesSlides/notesSlide3.xml" Id="R1578595e3d274b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67475ae3747ec" /><Relationship Type="http://schemas.openxmlformats.org/officeDocument/2006/relationships/notesSlide" Target="/ppt/notesSlides/notesSlide4.xml" Id="Rc649cd8d7af24d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754f05eff4511" /><Relationship Type="http://schemas.openxmlformats.org/officeDocument/2006/relationships/notesSlide" Target="/ppt/notesSlides/notesSlide5.xml" Id="R231459a8de814c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05aa6c26c4860" /><Relationship Type="http://schemas.openxmlformats.org/officeDocument/2006/relationships/notesSlide" Target="/ppt/notesSlides/notesSlide6.xml" Id="R6fb54df1f2d24b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f47d4c086423d" /><Relationship Type="http://schemas.openxmlformats.org/officeDocument/2006/relationships/notesSlide" Target="/ppt/notesSlides/notesSlide7.xml" Id="R7637055619304a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26ca151d94e9a" /><Relationship Type="http://schemas.openxmlformats.org/officeDocument/2006/relationships/notesSlide" Target="/ppt/notesSlides/notesSlide8.xml" Id="R426f04606c9844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cc3c27c5924d02" /><Relationship Type="http://schemas.openxmlformats.org/officeDocument/2006/relationships/notesSlide" Target="/ppt/notesSlides/notesSlide9.xml" Id="R88b67ab812454b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827a35b754f6c" /><Relationship Type="http://schemas.openxmlformats.org/officeDocument/2006/relationships/notesSlide" Target="/ppt/notesSlides/notesSlide10.xml" Id="R13bacbbae09349d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53728e9d24e2d" /><Relationship Type="http://schemas.openxmlformats.org/officeDocument/2006/relationships/notesSlide" Target="/ppt/notesSlides/notesSlide11.xml" Id="Rfd539d546b0e4f2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0460d462b74a0a" /><Relationship Type="http://schemas.openxmlformats.org/officeDocument/2006/relationships/notesSlide" Target="/ppt/notesSlides/notesSlide12.xml" Id="Racf56891b1e648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8792b79a274ad5" /><Relationship Type="http://schemas.openxmlformats.org/officeDocument/2006/relationships/notesSlide" Target="/ppt/notesSlides/notesSlide13.xml" Id="R8d473402c6de4f8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2ff47f053411f" /><Relationship Type="http://schemas.openxmlformats.org/officeDocument/2006/relationships/notesSlide" Target="/ppt/notesSlides/notesSlide14.xml" Id="R6489ff4091324f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f00e0f4e194d7e" /><Relationship Type="http://schemas.openxmlformats.org/officeDocument/2006/relationships/notesSlide" Target="/ppt/notesSlides/notesSlide15.xml" Id="Rb9cdd612ea6c4c5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2caa9499c4615" /><Relationship Type="http://schemas.openxmlformats.org/officeDocument/2006/relationships/notesSlide" Target="/ppt/notesSlides/notesSlide16.xml" Id="Re1aa204b600440e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cf7352222640af" /><Relationship Type="http://schemas.openxmlformats.org/officeDocument/2006/relationships/notesSlide" Target="/ppt/notesSlides/notesSlide17.xml" Id="R2cd8c1ad05ca40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09116fd7f4ec3" /><Relationship Type="http://schemas.openxmlformats.org/officeDocument/2006/relationships/notesSlide" Target="/ppt/notesSlides/notesSlide18.xml" Id="R591432d9995d497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d2a406def4d91" /><Relationship Type="http://schemas.openxmlformats.org/officeDocument/2006/relationships/notesSlide" Target="/ppt/notesSlides/notesSlide19.xml" Id="Rd87f1c31ddf44f9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8661c77114e0f" /><Relationship Type="http://schemas.openxmlformats.org/officeDocument/2006/relationships/notesSlide" Target="/ppt/notesSlides/notesSlide20.xml" Id="Re741de03e868432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6d98bfca424e70" /><Relationship Type="http://schemas.openxmlformats.org/officeDocument/2006/relationships/notesSlide" Target="/ppt/notesSlides/notesSlide21.xml" Id="R31742e224de949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1b7b21e6d4360" /><Relationship Type="http://schemas.openxmlformats.org/officeDocument/2006/relationships/notesSlide" Target="/ppt/notesSlides/notesSlide22.xml" Id="R7c86976530704c4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cfc46601d4fb2" /><Relationship Type="http://schemas.openxmlformats.org/officeDocument/2006/relationships/notesSlide" Target="/ppt/notesSlides/notesSlide23.xml" Id="R876628ee0f9d46f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af58281a04da8" /><Relationship Type="http://schemas.openxmlformats.org/officeDocument/2006/relationships/notesSlide" Target="/ppt/notesSlides/notesSlide24.xml" Id="Ra23289b2d785442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9bcca9f414724" /><Relationship Type="http://schemas.openxmlformats.org/officeDocument/2006/relationships/image" Target="/ppt/media/image.jpeg" Id="R3ed95d13a9684b3b" /><Relationship Type="http://schemas.openxmlformats.org/officeDocument/2006/relationships/notesSlide" Target="/ppt/notesSlides/notesSlide25.xml" Id="R57ec52a8cd6b4d3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06ef0c6424190" /><Relationship Type="http://schemas.openxmlformats.org/officeDocument/2006/relationships/image" Target="/ppt/media/image2.jpeg" Id="Rb7b2d91655b84676" /><Relationship Type="http://schemas.openxmlformats.org/officeDocument/2006/relationships/notesSlide" Target="/ppt/notesSlides/notesSlide26.xml" Id="Rb74fc6856dbc43f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14dd9427f4652" /><Relationship Type="http://schemas.openxmlformats.org/officeDocument/2006/relationships/notesSlide" Target="/ppt/notesSlides/notesSlide27.xml" Id="Ra7436307ef93425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c90ec66fd409a" /><Relationship Type="http://schemas.openxmlformats.org/officeDocument/2006/relationships/image" Target="/ppt/media/image3.jpeg" Id="R63db11ffad534532" /><Relationship Type="http://schemas.openxmlformats.org/officeDocument/2006/relationships/notesSlide" Target="/ppt/notesSlides/notesSlide28.xml" Id="R3b8593d04720476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9304367e64270" /><Relationship Type="http://schemas.openxmlformats.org/officeDocument/2006/relationships/image" Target="/ppt/media/image3.png" Id="Rddc794d3ebb14788" /><Relationship Type="http://schemas.openxmlformats.org/officeDocument/2006/relationships/notesSlide" Target="/ppt/notesSlides/notesSlide29.xml" Id="Rcd06d5efe503461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b270abff04c9b" /><Relationship Type="http://schemas.openxmlformats.org/officeDocument/2006/relationships/image" Target="/ppt/media/image4.png" Id="Rc92843d895384f51" /><Relationship Type="http://schemas.openxmlformats.org/officeDocument/2006/relationships/notesSlide" Target="/ppt/notesSlides/notesSlide30.xml" Id="Rec3cb6f62c154cd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f4bc5f3724d9d" /><Relationship Type="http://schemas.openxmlformats.org/officeDocument/2006/relationships/image" Target="/ppt/media/image5.png" Id="R0f11880bb7904af5" /><Relationship Type="http://schemas.openxmlformats.org/officeDocument/2006/relationships/notesSlide" Target="/ppt/notesSlides/notesSlide31.xml" Id="R887edcef418446d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e00d6641448df" /><Relationship Type="http://schemas.openxmlformats.org/officeDocument/2006/relationships/image" Target="/ppt/media/image6.png" Id="R3955e95d3cae4938" /><Relationship Type="http://schemas.openxmlformats.org/officeDocument/2006/relationships/notesSlide" Target="/ppt/notesSlides/notesSlide32.xml" Id="R78a5fe2849834bb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7241755154230" /><Relationship Type="http://schemas.openxmlformats.org/officeDocument/2006/relationships/image" Target="/ppt/media/image7.png" Id="R44040e08dae74c57" /><Relationship Type="http://schemas.openxmlformats.org/officeDocument/2006/relationships/notesSlide" Target="/ppt/notesSlides/notesSlide33.xml" Id="Rf5bc852bd908423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477510d35474e" /><Relationship Type="http://schemas.openxmlformats.org/officeDocument/2006/relationships/notesSlide" Target="/ppt/notesSlides/notesSlide34.xml" Id="R0af7a5a27571474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34bde94454b83" /><Relationship Type="http://schemas.openxmlformats.org/officeDocument/2006/relationships/image" Target="/ppt/media/image8.png" Id="Ra4fa04d60a394cc6" /><Relationship Type="http://schemas.openxmlformats.org/officeDocument/2006/relationships/notesSlide" Target="/ppt/notesSlides/notesSlide35.xml" Id="R46cb735239034fe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b4578e2d44b3c" /><Relationship Type="http://schemas.openxmlformats.org/officeDocument/2006/relationships/image" Target="/ppt/media/image9.png" Id="R61d2090faafa428e" /><Relationship Type="http://schemas.openxmlformats.org/officeDocument/2006/relationships/notesSlide" Target="/ppt/notesSlides/notesSlide36.xml" Id="R2ca398ebc8ce447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22aa4179242e4" /><Relationship Type="http://schemas.openxmlformats.org/officeDocument/2006/relationships/notesSlide" Target="/ppt/notesSlides/notesSlide37.xml" Id="R13725e13683b4c3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8d11fbc194447" /><Relationship Type="http://schemas.openxmlformats.org/officeDocument/2006/relationships/image" Target="/ppt/media/image4.jpeg" Id="R6ef0fc70a3a84810" /><Relationship Type="http://schemas.openxmlformats.org/officeDocument/2006/relationships/notesSlide" Target="/ppt/notesSlides/notesSlide38.xml" Id="Rded7ca425b63406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de10f7c364357" /><Relationship Type="http://schemas.openxmlformats.org/officeDocument/2006/relationships/image" Target="/ppt/media/image10.png" Id="R358b86a611174e8d" /><Relationship Type="http://schemas.openxmlformats.org/officeDocument/2006/relationships/notesSlide" Target="/ppt/notesSlides/notesSlide39.xml" Id="R40955cc8a2f845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4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b8f5a29594bb1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44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8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49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54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4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4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4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43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3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3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35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438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439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4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638f3a07d4a00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38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95d13a9684b3b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2d91655b84676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证据缺口按责任分开：U01–U08 需要真机素材；E01–E03 需要工程先闭环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U01/U03/U04/U05：restrictions / disallowed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需用户 U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U01–U08 真机证据；E01/E02 先修工程契约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 / 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请先补 U01–U04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U01 全局事务  U02 首接 allow/deny  U03 残留清理  U04 9200007 三态证据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证据：00/06/12；用户素材：16-用户补充素材清单.md；工程开放项：E01–E03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怎样证明远控视频的卡顿路径已经被替换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b11ffad534532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先冻结问题，再谈方案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远端视频能播放，但操作和画面明显卡顿。</a:t>
            </a:r>
          </a:p>
          <a:p xmlns:a="http://schemas.openxmlformats.org/drawingml/2006/main">
            <a:r>
              <a:t>截图只证明采样瞬间可见。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2049"/>
          </a:bodyPr>
          <a:lstStyle xmlns:a="http://schemas.openxmlformats.org/drawingml/2006/main"/>
          <a:p xmlns:a="http://schemas.openxmlformats.org/drawingml/2006/main">
            <a:r>
              <a:t>案例已知走 CPU / 软件处理，未走硬解与 GPU。</a:t>
            </a:r>
          </a:p>
          <a:p xmlns:a="http://schemas.openxmlformats.org/drawingml/2006/main">
            <a:r>
              <a:t>before、路径日志、CPU/FPS 仍待绑定同一 runId。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本案例目标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目标不是“调通一个 API”，而是正确接管、可回退、可定位、可长稳、可独立验收。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6389"/>
          </a:bodyPr>
          <a:lstStyle xmlns:a="http://schemas.openxmlformats.org/drawingml/2006/main"/>
          <a:p xmlns:a="http://schemas.openxmlformats.org/drawingml/2006/main">
            <a:r>
              <a:t>BEFORE VIDEO · PENDING</a:t>
            </a:r>
          </a:p>
          <a:p xmlns:a="http://schemas.openxmlformats.org/drawingml/2006/main">
            <a:r>
              <a:t>待补：同设备、同片段、CPU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复现同一场景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确认当前路径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替换最小边界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证据闭环验收</a:t>
            </a:r>
          </a:p>
        </p:txBody>
      </p:sp>
      <p:cxnSp>
        <p:nvCxnSpPr>
          <p:cNvPr id="573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4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5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55.9 万行代码怎么读：先形成一张源码地图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五步压缩上下文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冻结问题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只追一帧从哪来、到哪去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找三个入口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 / OHOS Hook / App 输出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追调用关系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path::symbol + 输入/输出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标所有权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 / owner / present / fallback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留下未知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/ output / frame / path 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RDP Server：SurfaceCommand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FreeRDP GFX：协议入口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Bridge：保存原回调并分叉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Candidate：是否 ready / consumed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GPU：OH_AVCodec → native output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帧边界：pendingFrameId → EndFrame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Present；否则 original GDI fallback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 REPO FACT / RUN FACT / UNKNOWN</a:t>
            </a:r>
          </a:p>
        </p:txBody>
      </p:sp>
      <p:cxnSp>
        <p:nvCxnSpPr>
          <p:cNvPr id="905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06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07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08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09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10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11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3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codebase-map.md 每条留下什么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8056"/>
          </a:bodyPr>
          <a:lstStyle xmlns:a="http://schemas.openxmlformats.org/drawingml/2006/main"/>
          <a:p xmlns:a="http://schemas.openxmlformats.org/drawingml/2006/main">
            <a:r>
              <a:t>path::symbol</a:t>
            </a:r>
          </a:p>
          <a:p xmlns:a="http://schemas.openxmlformats.org/drawingml/2006/main">
            <a:r>
              <a:t>输入 / 输出</a:t>
            </a:r>
          </a:p>
          <a:p xmlns:a="http://schemas.openxmlformats.org/drawingml/2006/main">
            <a:r>
              <a:t>owner / fallback</a:t>
            </a:r>
          </a:p>
          <a:p xmlns:a="http://schemas.openxmlformats.org/drawingml/2006/main">
            <a:r>
              <a:t>未知</a:t>
            </a:r>
          </a:p>
          <a:p xmlns:a="http://schemas.openxmlformats.org/drawingml/2006/main">
            <a:r>
              <a:t>下一条命令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证据不足 / 锚点不可跳转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停在 UNKNOWN</a:t>
            </a:r>
          </a:p>
          <a:p xmlns:a="http://schemas.openxmlformats.org/drawingml/2006/main">
            <a:r>
              <a:t>继续只读定位</a:t>
            </a:r>
          </a:p>
        </p:txBody>
      </p:sp>
      <p:cxnSp>
        <p:nvCxnSpPr>
          <p:cNvPr id="920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上下文预算：1 个问题 + 1 条调用链 + 3–7 个符号 + 1 个假设 + 1 条命令。</a:t>
            </a:r>
          </a:p>
        </p:txBody>
      </p:sp>
      <p:pic>
        <p:nvPicPr>
          <p:cNvPr id="9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794d3ebb14788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源码级时序：CPU 旧路径和 GPU 候选路径在哪里分叉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/ GDI</a:t>
            </a:r>
          </a:p>
        </p:txBody>
      </p:sp>
      <p:cxnSp>
        <p:nvCxnSpPr>
          <p:cNvPr id="49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1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02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consumed 前失败可回 original GDI；decode/composite 只生成 pending，匹配 EndFrame 才 present。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RUN FACT 待补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Hook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callback 先保存再替换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 HAP 确实含该 bridge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才接管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command 真实分支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存在 hardware category 调用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name / start / output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/ Fallback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 等 matched EndFrame；原路径可达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 frameId trace + 故障注入</a:t>
            </a:r>
          </a:p>
        </p:txBody>
      </p:sp>
      <p:pic>
        <p:nvPicPr>
          <p:cNvPr id="5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2843d895384f51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428875"/>
            <a:ext cx="3571875" cy="2619375"/>
          </a:xfrm>
          <a:prstGeom xmlns:a="http://schemas.openxmlformats.org/drawingml/2006/main" prst="roundRect">
            <a:avLst/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定位输出：真实分叉、消费权、唯一 owner、帧边界、回退链和仍缺的运行证据。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跨平台调研：只迁移生命周期契约，不迁移平台假设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Create / Configure / Start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FreeRDP Init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Query Capability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 + Configure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 / explicit failure</a:t>
            </a:r>
          </a:p>
        </p:txBody>
      </p:sp>
      <p:cxnSp>
        <p:nvCxnSpPr>
          <p:cNvPr id="955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6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57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93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对比 FFmpeg/OpenH264、Windows MF、Android MediaCodec 与 OH_AVCodec 的共同契约。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Queue Input / Output / Validate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compressed sample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queue input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/ format change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 format/stride/planes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3333"/>
          </a:bodyPr>
          <a:lstStyle xmlns:a="http://schemas.openxmlformats.org/drawingml/2006/main"/>
          <a:p xmlns:a="http://schemas.openxmlformats.org/drawingml/2006/main">
            <a:r>
              <a:t>return output/failure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3333"/>
          </a:bodyPr>
          <a:lstStyle xmlns:a="http://schemas.openxmlformats.org/drawingml/2006/main"/>
          <a:p xmlns:a="http://schemas.openxmlformats.org/drawingml/2006/main">
            <a:r>
              <a:t>记录来源与未知</a:t>
            </a:r>
          </a:p>
        </p:txBody>
      </p:sp>
      <p:cxnSp>
        <p:nvCxnSpPr>
          <p:cNvPr id="974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5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6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7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78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只迁移生命周期和失败语义；不复制 API、线程模型、buffer index 或 Surface ownership。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Reset / Flush / Stop / Destroy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reset request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flush pending state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decoder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destroy / release</a:t>
            </a:r>
          </a:p>
        </p:txBody>
      </p:sp>
      <p:cxnSp>
        <p:nvCxnSpPr>
          <p:cNvPr id="991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92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93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调研只有能改变 ADR 的候选、风险或 Evidence Gate，才进入主文档。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9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11880bb7904af5"/>
          <a:stretch xmlns:a="http://schemas.openxmlformats.org/drawingml/2006/main"/>
        </p:blipFill>
        <p:spPr>
          <a:xfrm xmlns:a="http://schemas.openxmlformats.org/drawingml/2006/main">
            <a:off x="7000875" y="1808049"/>
            <a:ext cx="4524375" cy="2908527"/>
          </a:xfrm>
          <a:prstGeom xmlns:a="http://schemas.openxmlformats.org/drawingml/2006/main" prst="roundRect">
            <a:avLst>
              <a:gd name="adj" fmla="val 2078"/>
            </a:avLst>
          </a:prstGeom>
        </p:spPr>
      </p:pic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制定并冻结方案：ADR 定义接管、显示和回退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违反时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先保存 original callback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回退路径始终有锚点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无法证明则 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校验、target、output ready 后才 consumed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避免新路径伪装成功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 ready 不得接管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同一帧只有一个 RenderOutputOwner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防止 GPU / GDI 双写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不唯一即 FAIL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decode/composite 只生成 pending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才 present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提前 present 即 FAIL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前失败回 original GDI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应用保持可用且原因可解释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回退不可达则 REPLAN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5e95d3cae4938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429625" y="1143000"/>
            <a:ext cx="3190875" cy="2333625"/>
          </a:xfrm>
          <a:prstGeom xmlns:a="http://schemas.openxmlformats.org/drawingml/2006/main" prst="round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ADR Evidence Gate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产物身份</a:t>
            </a:r>
          </a:p>
          <a:p xmlns:a="http://schemas.openxmlformats.org/drawingml/2006/main">
            <a:r>
              <a:t>硬件 decoder</a:t>
            </a:r>
          </a:p>
          <a:p xmlns:a="http://schemas.openxmlformats.org/drawingml/2006/main">
            <a:r>
              <a:t>合法 native output</a:t>
            </a:r>
          </a:p>
          <a:p xmlns:a="http://schemas.openxmlformats.org/drawingml/2006/main">
            <a:r>
              <a:t>matched present</a:t>
            </a:r>
          </a:p>
          <a:p xmlns:a="http://schemas.openxmlformats.org/drawingml/2006/main">
            <a:r>
              <a:t>故障可回退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最小能力穿刺：只证明一帧主链和一次可解释回退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040e08dae74c57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SP-01～05：每一步只关一个未知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SP-01｜bridge 进入目标 HAP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SP-02｜真机选择 hardware decoder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SP-03｜输入得到合法 native output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SP-04｜匹配 EndFrame 正确显示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SP-05｜注入失败回 original GDI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commit + runId + device？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每步 Stop / Exit Gate 已记录？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性能、并发、长稳留到后续 Story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verdict：完整 Spike 仍 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可见播放是 MEDIA FACT；decoder、同帧 trace 与 fallback 未绑定同一 run，不能宣布 Spike PASS。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穿刺后重新计划：只把已证实边界变成开发输入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P0 固化观测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P1 一帧主链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P2 连续性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P3 韧性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P4 工程验收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68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保存 before、路径和 trace schema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72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记录 PASS / FAIL / UNKNOWN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76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闭合 decoder→output→owner→present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80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让 queue depth / age 保持有界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84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覆盖 lifecycle / fallback / AVC444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88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A/B + fault + soak + reviewer verdict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Input</a:t>
            </a:r>
          </a:p>
          <a:p xmlns:a="http://schemas.openxmlformats.org/drawingml/2006/main">
            <a:r>
              <a:t>Spike verdict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Human</a:t>
            </a:r>
          </a:p>
          <a:p xmlns:a="http://schemas.openxmlformats.org/drawingml/2006/main">
            <a:r>
              <a:t>冻结事实/风险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Plan</a:t>
            </a:r>
          </a:p>
          <a:p xmlns:a="http://schemas.openxmlformats.org/drawingml/2006/main">
            <a:r>
              <a:t>P0～P4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Story</a:t>
            </a:r>
          </a:p>
          <a:p xmlns:a="http://schemas.openxmlformats.org/drawingml/2006/main">
            <a:r>
              <a:t>S0～S7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Output</a:t>
            </a:r>
          </a:p>
          <a:p xmlns:a="http://schemas.openxmlformats.org/drawingml/2006/main">
            <a:r>
              <a:t>Worker Packet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Spike verdict 决定 CONTINUE / REPLAN / STOP；未证实项保留风险，不伪装成任务输入。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把计划拆成 S0～S7 Ralph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S0–S7：从基线到工程验收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S0 基线与观测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S1 真机硬解选择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S2 一帧合法输出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S3 正确显示与回退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S4 连续播放有界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S5 生命周期恢复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S6 AVC444 语义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S7 A/B 工程验收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每张 Story = 伪代码 + AC + Stop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 管顺序；Story 管可验收行为；Ralph Packet 管一次 Session 的执行边界。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a04d60a394cc6"/>
          <a:stretch xmlns:a="http://schemas.openxmlformats.org/drawingml/2006/main"/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Packet：文档、伪代码和 AC 先于代码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Ledger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冻结目标</a:t>
            </a:r>
          </a:p>
          <a:p xmlns:a="http://schemas.openxmlformats.org/drawingml/2006/main">
            <a:r>
              <a:t>状态/回退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先看见</a:t>
            </a:r>
          </a:p>
          <a:p xmlns:a="http://schemas.openxmlformats.org/drawingml/2006/main">
            <a:r>
              <a:t>目标失败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先提交</a:t>
            </a:r>
          </a:p>
          <a:p xmlns:a="http://schemas.openxmlformats.org/drawingml/2006/main">
            <a:r>
              <a:t>Worker Packet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只改</a:t>
            </a:r>
          </a:p>
          <a:p xmlns:a="http://schemas.openxmlformats.org/drawingml/2006/main">
            <a:r>
              <a:t>Allowed 边界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RED→GREEN</a:t>
            </a:r>
          </a:p>
          <a:p xmlns:a="http://schemas.openxmlformats.org/drawingml/2006/main">
            <a:r>
              <a:t>回归/真机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日志/视频</a:t>
            </a:r>
          </a:p>
          <a:p xmlns:a="http://schemas.openxmlformats.org/drawingml/2006/main">
            <a:r>
              <a:t>PASS/FAIL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doc/code/test</a:t>
            </a:r>
          </a:p>
          <a:p xmlns:a="http://schemas.openxmlformats.org/drawingml/2006/main">
            <a:r>
              <a:t>commit/runId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至少冻结六件事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 First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Allowed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Forbidden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Pseudocode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/ Oracle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/ Exit Gate</a:t>
            </a:r>
          </a:p>
        </p:txBody>
      </p:sp>
      <p:cxnSp>
        <p:nvCxnSpPr>
          <p:cNvPr id="922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3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4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5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26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沿用 MDM：docs commit → code commit → evidence ledger；新 Session 只读取当前 Packet。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S3 示例：显示 owner 与回退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full-frame 显示、无可信背景不接管、故障注入回退；每条都绑定同帧 trace 与失败结论。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9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2090faafa428e"/>
          <a:stretch xmlns:a="http://schemas.openxmlformats.org/drawingml/2006/main"/>
        </p:blipFill>
        <p:spPr>
          <a:xfrm xmlns:a="http://schemas.openxmlformats.org/drawingml/2006/main">
            <a:off x="7400396" y="3333750"/>
            <a:ext cx="3630083" cy="2333625"/>
          </a:xfrm>
          <a:prstGeom xmlns:a="http://schemas.openxmlformats.org/drawingml/2006/main" prst="roundRect">
            <a:avLst>
              <a:gd name="adj" fmla="val 3265"/>
            </a:avLst>
          </a:prstGeom>
        </p:spPr>
      </p:pic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循环：AI 不对时，沿第一异常处理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→ Preserve → Locate → Falsify → Repair → Replay；每轮只允许一个 probe/change。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现象 / 本轮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第一条证据链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错误做法 / Verdict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有但黑屏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output→import→pending→EndFrame→target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不猜 decoder/shader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色块 / 局部错位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format/stride/planes→dirty rect→retained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开始流畅，随后卡顿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queue depth/age→decodeUs→present gap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/ 后台 / 重连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generation→stale rejection→owner release/reclaim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同一问题三轮无新证据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progress ledger：命令/退出码/证据/Next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REPLAN / ESCALATE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本轮完成条件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目标、fallback、回归重放；证据绑定 commit/runId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PASS / FAIL / UNKNOWN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工程验收：路径、画面、性能、回退和长稳同时闭合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/ after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8240"/>
          </a:bodyPr>
          <a:lstStyle xmlns:a="http://schemas.openxmlformats.org/drawingml/2006/main"/>
          <a:p xmlns:a="http://schemas.openxmlformats.org/drawingml/2006/main">
            <a:r>
              <a:t>PENDING</a:t>
            </a:r>
          </a:p>
          <a:p xmlns:a="http://schemas.openxmlformats.org/drawingml/2006/main">
            <a:r>
              <a:t>同设备 / 同片段 / 同口径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同一次运行的身份与路径链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commit / package hash:</a:t>
            </a:r>
          </a:p>
          <a:p xmlns:a="http://schemas.openxmlformats.org/drawingml/2006/main">
            <a:r>
              <a:t>runId / device / scene: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candidate / owner:</a:t>
            </a:r>
          </a:p>
          <a:p xmlns:a="http://schemas.openxmlformats.org/drawingml/2006/main">
            <a:r>
              <a:t>frame output→pending→present:</a:t>
            </a:r>
          </a:p>
          <a:p xmlns:a="http://schemas.openxmlformats.org/drawingml/2006/main">
            <a:r>
              <a:t>fallback reason / original path:</a:t>
            </a:r>
          </a:p>
          <a:p xmlns:a="http://schemas.openxmlformats.org/drawingml/2006/main">
            <a:r>
              <a:t>CPU/FPS/queue / soak:</a:t>
            </a:r>
          </a:p>
        </p:txBody>
      </p:sp>
      <p:pic>
        <p:nvPicPr>
          <p:cNvPr id="13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f0fc70a3a84810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 HAP 含 bridge / compositor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黑屏故障素材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CPU/FPS/帧时/queue 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fallback + resize/后台/重连 + soak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1383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84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85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41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1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1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21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4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8b86a611174e8d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2026-09-02T02:02:54.2760000Z</dcterms:created>
  <dcterms:modified xsi:type="dcterms:W3CDTF">2026-09-02T02:02:54.2760000Z</dcterms:modified>
</coreProperties>
</file>