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f5f0d7d7d049e7" /><Relationship Type="http://schemas.openxmlformats.org/officeDocument/2006/relationships/extended-properties" Target="/docProps/app.xml" Id="R6bc29974928f4614" /><Relationship Type="http://schemas.openxmlformats.org/officeDocument/2006/relationships/officeDocument" Target="/ppt/presentation.xml" Id="Rf2756b7fbb2f4d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7a5bb66011494b"/>
  </p:sldMasterIdLst>
  <p:notesMasterIdLst>
    <p:notesMasterId xmlns:r="http://schemas.openxmlformats.org/officeDocument/2006/relationships" r:id="R039c48d9d1714aad"/>
  </p:notesMasterIdLst>
  <p:sldIdLst>
    <p:sldId xmlns:r="http://schemas.openxmlformats.org/officeDocument/2006/relationships" id="256" r:id="Rdf8052bca3d649c9"/>
    <p:sldId xmlns:r="http://schemas.openxmlformats.org/officeDocument/2006/relationships" id="257" r:id="Rc9b2d5ea94d94b4b"/>
    <p:sldId xmlns:r="http://schemas.openxmlformats.org/officeDocument/2006/relationships" id="258" r:id="Rb04960237b864531"/>
    <p:sldId xmlns:r="http://schemas.openxmlformats.org/officeDocument/2006/relationships" id="259" r:id="R808921c542ff4cd8"/>
    <p:sldId xmlns:r="http://schemas.openxmlformats.org/officeDocument/2006/relationships" id="260" r:id="Rb19ece438fa34b3f"/>
    <p:sldId xmlns:r="http://schemas.openxmlformats.org/officeDocument/2006/relationships" id="261" r:id="Rd66a71717ba14200"/>
    <p:sldId xmlns:r="http://schemas.openxmlformats.org/officeDocument/2006/relationships" id="262" r:id="Rbbef8ffcd6114fb1"/>
    <p:sldId xmlns:r="http://schemas.openxmlformats.org/officeDocument/2006/relationships" id="263" r:id="R9a9fb2789ea94d1c"/>
    <p:sldId xmlns:r="http://schemas.openxmlformats.org/officeDocument/2006/relationships" id="264" r:id="R84126651d9df490d"/>
    <p:sldId xmlns:r="http://schemas.openxmlformats.org/officeDocument/2006/relationships" id="265" r:id="Ra0a13514daa94941"/>
    <p:sldId xmlns:r="http://schemas.openxmlformats.org/officeDocument/2006/relationships" id="266" r:id="Ra6919d6427ad4f6c"/>
    <p:sldId xmlns:r="http://schemas.openxmlformats.org/officeDocument/2006/relationships" id="267" r:id="R86e927b25bbf40fd"/>
    <p:sldId xmlns:r="http://schemas.openxmlformats.org/officeDocument/2006/relationships" id="268" r:id="R86bcc4306483493f"/>
    <p:sldId xmlns:r="http://schemas.openxmlformats.org/officeDocument/2006/relationships" id="269" r:id="Rc84c6cb1578b49c1"/>
    <p:sldId xmlns:r="http://schemas.openxmlformats.org/officeDocument/2006/relationships" id="270" r:id="Rd7220dd4097a4516"/>
    <p:sldId xmlns:r="http://schemas.openxmlformats.org/officeDocument/2006/relationships" id="271" r:id="R581415aa3c6c43c0"/>
    <p:sldId xmlns:r="http://schemas.openxmlformats.org/officeDocument/2006/relationships" id="272" r:id="Rb390c60c1297437e"/>
    <p:sldId xmlns:r="http://schemas.openxmlformats.org/officeDocument/2006/relationships" id="273" r:id="Rcd72ce032a3148e9"/>
    <p:sldId xmlns:r="http://schemas.openxmlformats.org/officeDocument/2006/relationships" id="274" r:id="R05739270f52d42c9"/>
    <p:sldId xmlns:r="http://schemas.openxmlformats.org/officeDocument/2006/relationships" id="275" r:id="Ra5d927f30a864b5d"/>
    <p:sldId xmlns:r="http://schemas.openxmlformats.org/officeDocument/2006/relationships" id="276" r:id="R0541bcc0e6ff442f"/>
    <p:sldId xmlns:r="http://schemas.openxmlformats.org/officeDocument/2006/relationships" id="277" r:id="Rdf818bf4a4df4187"/>
    <p:sldId xmlns:r="http://schemas.openxmlformats.org/officeDocument/2006/relationships" id="278" r:id="Re61ebb61cfc44ed8"/>
    <p:sldId xmlns:r="http://schemas.openxmlformats.org/officeDocument/2006/relationships" id="279" r:id="R40b445affaac47a3"/>
    <p:sldId xmlns:r="http://schemas.openxmlformats.org/officeDocument/2006/relationships" id="280" r:id="Rf1601fa117a14972"/>
    <p:sldId xmlns:r="http://schemas.openxmlformats.org/officeDocument/2006/relationships" id="281" r:id="Rad7ee594cf58485f"/>
    <p:sldId xmlns:r="http://schemas.openxmlformats.org/officeDocument/2006/relationships" id="282" r:id="R0e5194598118484b"/>
    <p:sldId xmlns:r="http://schemas.openxmlformats.org/officeDocument/2006/relationships" id="283" r:id="R924250fc8d4144cd"/>
    <p:sldId xmlns:r="http://schemas.openxmlformats.org/officeDocument/2006/relationships" id="284" r:id="R2ae6b2b1cedc4fd1"/>
    <p:sldId xmlns:r="http://schemas.openxmlformats.org/officeDocument/2006/relationships" id="285" r:id="R2b86811de5e3414e"/>
    <p:sldId xmlns:r="http://schemas.openxmlformats.org/officeDocument/2006/relationships" id="286" r:id="Re57de4184ef84a38"/>
    <p:sldId xmlns:r="http://schemas.openxmlformats.org/officeDocument/2006/relationships" id="287" r:id="R9dd359e395764db9"/>
    <p:sldId xmlns:r="http://schemas.openxmlformats.org/officeDocument/2006/relationships" id="288" r:id="Rf72c885b54674d4b"/>
    <p:sldId xmlns:r="http://schemas.openxmlformats.org/officeDocument/2006/relationships" id="289" r:id="R18fb937d45004096"/>
    <p:sldId xmlns:r="http://schemas.openxmlformats.org/officeDocument/2006/relationships" id="290" r:id="Ra06aec072cf745b6"/>
    <p:sldId xmlns:r="http://schemas.openxmlformats.org/officeDocument/2006/relationships" id="291" r:id="R13bade2c601e46cf"/>
    <p:sldId xmlns:r="http://schemas.openxmlformats.org/officeDocument/2006/relationships" id="292" r:id="Rdb2fcdec30c3408a"/>
    <p:sldId xmlns:r="http://schemas.openxmlformats.org/officeDocument/2006/relationships" id="293" r:id="R3f6993003bbd4bfe"/>
    <p:sldId xmlns:r="http://schemas.openxmlformats.org/officeDocument/2006/relationships" id="294" r:id="Re3491da17f3a43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0390e73af7423c" /><Relationship Type="http://schemas.openxmlformats.org/officeDocument/2006/relationships/slideMaster" Target="/ppt/slideMasters/slideMaster1.xml" Id="R507a5bb66011494b" /><Relationship Type="http://schemas.openxmlformats.org/officeDocument/2006/relationships/notesMaster" Target="/ppt/notesMasters/notesMaster1.xml" Id="R039c48d9d1714aad" /><Relationship Type="http://schemas.openxmlformats.org/officeDocument/2006/relationships/presProps" Target="/ppt/presProps.xml" Id="R5018f467b8c94f3e" /><Relationship Type="http://schemas.openxmlformats.org/officeDocument/2006/relationships/tableStyles" Target="/ppt/tableStyles.xml" Id="R4569ffb1176843ce" /><Relationship Type="http://schemas.openxmlformats.org/officeDocument/2006/relationships/slide" Target="/ppt/slides/slide1.xml" Id="Rdf8052bca3d649c9" /><Relationship Type="http://schemas.openxmlformats.org/officeDocument/2006/relationships/slide" Target="/ppt/slides/slide2.xml" Id="Rc9b2d5ea94d94b4b" /><Relationship Type="http://schemas.openxmlformats.org/officeDocument/2006/relationships/slide" Target="/ppt/slides/slide3.xml" Id="Rb04960237b864531" /><Relationship Type="http://schemas.openxmlformats.org/officeDocument/2006/relationships/slide" Target="/ppt/slides/slide4.xml" Id="R808921c542ff4cd8" /><Relationship Type="http://schemas.openxmlformats.org/officeDocument/2006/relationships/slide" Target="/ppt/slides/slide5.xml" Id="Rb19ece438fa34b3f" /><Relationship Type="http://schemas.openxmlformats.org/officeDocument/2006/relationships/slide" Target="/ppt/slides/slide6.xml" Id="Rd66a71717ba14200" /><Relationship Type="http://schemas.openxmlformats.org/officeDocument/2006/relationships/slide" Target="/ppt/slides/slide7.xml" Id="Rbbef8ffcd6114fb1" /><Relationship Type="http://schemas.openxmlformats.org/officeDocument/2006/relationships/slide" Target="/ppt/slides/slide8.xml" Id="R9a9fb2789ea94d1c" /><Relationship Type="http://schemas.openxmlformats.org/officeDocument/2006/relationships/slide" Target="/ppt/slides/slide9.xml" Id="R84126651d9df490d" /><Relationship Type="http://schemas.openxmlformats.org/officeDocument/2006/relationships/slide" Target="/ppt/slides/slide10.xml" Id="Ra0a13514daa94941" /><Relationship Type="http://schemas.openxmlformats.org/officeDocument/2006/relationships/slide" Target="/ppt/slides/slide11.xml" Id="Ra6919d6427ad4f6c" /><Relationship Type="http://schemas.openxmlformats.org/officeDocument/2006/relationships/slide" Target="/ppt/slides/slide12.xml" Id="R86e927b25bbf40fd" /><Relationship Type="http://schemas.openxmlformats.org/officeDocument/2006/relationships/slide" Target="/ppt/slides/slide13.xml" Id="R86bcc4306483493f" /><Relationship Type="http://schemas.openxmlformats.org/officeDocument/2006/relationships/slide" Target="/ppt/slides/slide14.xml" Id="Rc84c6cb1578b49c1" /><Relationship Type="http://schemas.openxmlformats.org/officeDocument/2006/relationships/slide" Target="/ppt/slides/slide15.xml" Id="Rd7220dd4097a4516" /><Relationship Type="http://schemas.openxmlformats.org/officeDocument/2006/relationships/slide" Target="/ppt/slides/slide16.xml" Id="R581415aa3c6c43c0" /><Relationship Type="http://schemas.openxmlformats.org/officeDocument/2006/relationships/slide" Target="/ppt/slides/slide17.xml" Id="Rb390c60c1297437e" /><Relationship Type="http://schemas.openxmlformats.org/officeDocument/2006/relationships/slide" Target="/ppt/slides/slide18.xml" Id="Rcd72ce032a3148e9" /><Relationship Type="http://schemas.openxmlformats.org/officeDocument/2006/relationships/slide" Target="/ppt/slides/slide19.xml" Id="R05739270f52d42c9" /><Relationship Type="http://schemas.openxmlformats.org/officeDocument/2006/relationships/slide" Target="/ppt/slides/slide20.xml" Id="Ra5d927f30a864b5d" /><Relationship Type="http://schemas.openxmlformats.org/officeDocument/2006/relationships/slide" Target="/ppt/slides/slide21.xml" Id="R0541bcc0e6ff442f" /><Relationship Type="http://schemas.openxmlformats.org/officeDocument/2006/relationships/slide" Target="/ppt/slides/slide22.xml" Id="Rdf818bf4a4df4187" /><Relationship Type="http://schemas.openxmlformats.org/officeDocument/2006/relationships/slide" Target="/ppt/slides/slide23.xml" Id="Re61ebb61cfc44ed8" /><Relationship Type="http://schemas.openxmlformats.org/officeDocument/2006/relationships/slide" Target="/ppt/slides/slide24.xml" Id="R40b445affaac47a3" /><Relationship Type="http://schemas.openxmlformats.org/officeDocument/2006/relationships/slide" Target="/ppt/slides/slide25.xml" Id="Rf1601fa117a14972" /><Relationship Type="http://schemas.openxmlformats.org/officeDocument/2006/relationships/slide" Target="/ppt/slides/slide26.xml" Id="Rad7ee594cf58485f" /><Relationship Type="http://schemas.openxmlformats.org/officeDocument/2006/relationships/slide" Target="/ppt/slides/slide27.xml" Id="R0e5194598118484b" /><Relationship Type="http://schemas.openxmlformats.org/officeDocument/2006/relationships/slide" Target="/ppt/slides/slide28.xml" Id="R924250fc8d4144cd" /><Relationship Type="http://schemas.openxmlformats.org/officeDocument/2006/relationships/slide" Target="/ppt/slides/slide29.xml" Id="R2ae6b2b1cedc4fd1" /><Relationship Type="http://schemas.openxmlformats.org/officeDocument/2006/relationships/slide" Target="/ppt/slides/slide30.xml" Id="R2b86811de5e3414e" /><Relationship Type="http://schemas.openxmlformats.org/officeDocument/2006/relationships/slide" Target="/ppt/slides/slide31.xml" Id="Re57de4184ef84a38" /><Relationship Type="http://schemas.openxmlformats.org/officeDocument/2006/relationships/slide" Target="/ppt/slides/slide32.xml" Id="R9dd359e395764db9" /><Relationship Type="http://schemas.openxmlformats.org/officeDocument/2006/relationships/slide" Target="/ppt/slides/slide33.xml" Id="Rf72c885b54674d4b" /><Relationship Type="http://schemas.openxmlformats.org/officeDocument/2006/relationships/slide" Target="/ppt/slides/slide34.xml" Id="R18fb937d45004096" /><Relationship Type="http://schemas.openxmlformats.org/officeDocument/2006/relationships/slide" Target="/ppt/slides/slide35.xml" Id="Ra06aec072cf745b6" /><Relationship Type="http://schemas.openxmlformats.org/officeDocument/2006/relationships/slide" Target="/ppt/slides/slide36.xml" Id="R13bade2c601e46cf" /><Relationship Type="http://schemas.openxmlformats.org/officeDocument/2006/relationships/slide" Target="/ppt/slides/slide37.xml" Id="Rdb2fcdec30c3408a" /><Relationship Type="http://schemas.openxmlformats.org/officeDocument/2006/relationships/slide" Target="/ppt/slides/slide38.xml" Id="R3f6993003bbd4bfe" /><Relationship Type="http://schemas.openxmlformats.org/officeDocument/2006/relationships/slide" Target="/ppt/slides/slide39.xml" Id="Re3491da17f3a43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79ab4d63a64b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d62cb0d8684597" /><Relationship Type="http://schemas.openxmlformats.org/officeDocument/2006/relationships/notesMaster" Target="/ppt/notesMasters/notesMaster1.xml" Id="R3fa80f8a73c647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31b9c4a52741ac" /><Relationship Type="http://schemas.openxmlformats.org/officeDocument/2006/relationships/notesMaster" Target="/ppt/notesMasters/notesMaster1.xml" Id="R591ec2898c424a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a6208c9e7c41b7" /><Relationship Type="http://schemas.openxmlformats.org/officeDocument/2006/relationships/notesMaster" Target="/ppt/notesMasters/notesMaster1.xml" Id="R983b2e08a35043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573840867544a5" /><Relationship Type="http://schemas.openxmlformats.org/officeDocument/2006/relationships/notesMaster" Target="/ppt/notesMasters/notesMaster1.xml" Id="R072629f4e3294d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ab7768d8744c0a" /><Relationship Type="http://schemas.openxmlformats.org/officeDocument/2006/relationships/notesMaster" Target="/ppt/notesMasters/notesMaster1.xml" Id="Red78860518b746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ff7a551e644dd3" /><Relationship Type="http://schemas.openxmlformats.org/officeDocument/2006/relationships/notesMaster" Target="/ppt/notesMasters/notesMaster1.xml" Id="R5852f32a28ec41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cd5835c70e42af" /><Relationship Type="http://schemas.openxmlformats.org/officeDocument/2006/relationships/notesMaster" Target="/ppt/notesMasters/notesMaster1.xml" Id="R557357a2828f4f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cc7ed2c3fd4c49" /><Relationship Type="http://schemas.openxmlformats.org/officeDocument/2006/relationships/notesMaster" Target="/ppt/notesMasters/notesMaster1.xml" Id="R71541261bcef46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912d956ad645bb" /><Relationship Type="http://schemas.openxmlformats.org/officeDocument/2006/relationships/notesMaster" Target="/ppt/notesMasters/notesMaster1.xml" Id="R39962fc5162e4d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fc56a6149b4e6e" /><Relationship Type="http://schemas.openxmlformats.org/officeDocument/2006/relationships/notesMaster" Target="/ppt/notesMasters/notesMaster1.xml" Id="R2a444e140cbc4a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a5318e223a4eea" /><Relationship Type="http://schemas.openxmlformats.org/officeDocument/2006/relationships/notesMaster" Target="/ppt/notesMasters/notesMaster1.xml" Id="R4e0e69a283b649d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fd5603bc7c4031" /><Relationship Type="http://schemas.openxmlformats.org/officeDocument/2006/relationships/notesMaster" Target="/ppt/notesMasters/notesMaster1.xml" Id="Rbb03d853faf64c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a9135f99d34345" /><Relationship Type="http://schemas.openxmlformats.org/officeDocument/2006/relationships/notesMaster" Target="/ppt/notesMasters/notesMaster1.xml" Id="Rd534684e081c410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f2b32ef42a041a5" /><Relationship Type="http://schemas.openxmlformats.org/officeDocument/2006/relationships/notesMaster" Target="/ppt/notesMasters/notesMaster1.xml" Id="R02fb3765513c46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78d69ea9554cf5" /><Relationship Type="http://schemas.openxmlformats.org/officeDocument/2006/relationships/notesMaster" Target="/ppt/notesMasters/notesMaster1.xml" Id="R617ceec6cac248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b7d6ca6ec53419c" /><Relationship Type="http://schemas.openxmlformats.org/officeDocument/2006/relationships/notesMaster" Target="/ppt/notesMasters/notesMaster1.xml" Id="R673357de9f204d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19cf3b994914456" /><Relationship Type="http://schemas.openxmlformats.org/officeDocument/2006/relationships/notesMaster" Target="/ppt/notesMasters/notesMaster1.xml" Id="R277319af619f406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47d0059c90946fe" /><Relationship Type="http://schemas.openxmlformats.org/officeDocument/2006/relationships/notesMaster" Target="/ppt/notesMasters/notesMaster1.xml" Id="Rc12fc55f24da438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c27a691a50c4043" /><Relationship Type="http://schemas.openxmlformats.org/officeDocument/2006/relationships/notesMaster" Target="/ppt/notesMasters/notesMaster1.xml" Id="R5cccade9bb1044d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03c5390a8dd4d1f" /><Relationship Type="http://schemas.openxmlformats.org/officeDocument/2006/relationships/notesMaster" Target="/ppt/notesMasters/notesMaster1.xml" Id="R4bd72cac75734ed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033c11490354fa8" /><Relationship Type="http://schemas.openxmlformats.org/officeDocument/2006/relationships/notesMaster" Target="/ppt/notesMasters/notesMaster1.xml" Id="R872c9da75bc547f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981eb55b4594bc9" /><Relationship Type="http://schemas.openxmlformats.org/officeDocument/2006/relationships/notesMaster" Target="/ppt/notesMasters/notesMaster1.xml" Id="Rf3b44f1f2ad0474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1725034bfed4e31" /><Relationship Type="http://schemas.openxmlformats.org/officeDocument/2006/relationships/notesMaster" Target="/ppt/notesMasters/notesMaster1.xml" Id="Rc3d2c2f70bfb4a3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e4c522d9eaf4873" /><Relationship Type="http://schemas.openxmlformats.org/officeDocument/2006/relationships/notesMaster" Target="/ppt/notesMasters/notesMaster1.xml" Id="R5bf01fa8b1df430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e4de7444d894cda" /><Relationship Type="http://schemas.openxmlformats.org/officeDocument/2006/relationships/notesMaster" Target="/ppt/notesMasters/notesMaster1.xml" Id="R0d10aca653eb429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91d1dece504893" /><Relationship Type="http://schemas.openxmlformats.org/officeDocument/2006/relationships/notesMaster" Target="/ppt/notesMasters/notesMaster1.xml" Id="R171987c045b24dc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e7b9d390ce54039" /><Relationship Type="http://schemas.openxmlformats.org/officeDocument/2006/relationships/notesMaster" Target="/ppt/notesMasters/notesMaster1.xml" Id="R959e9a6814844c0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37a1c8e6b9d4d7c" /><Relationship Type="http://schemas.openxmlformats.org/officeDocument/2006/relationships/notesMaster" Target="/ppt/notesMasters/notesMaster1.xml" Id="R3a17f2432f56415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393f5ff43774b7c" /><Relationship Type="http://schemas.openxmlformats.org/officeDocument/2006/relationships/notesMaster" Target="/ppt/notesMasters/notesMaster1.xml" Id="R3fc6881c35214ad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5f296113069412a" /><Relationship Type="http://schemas.openxmlformats.org/officeDocument/2006/relationships/notesMaster" Target="/ppt/notesMasters/notesMaster1.xml" Id="Rfa38866f439745e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06d56684f5b496e" /><Relationship Type="http://schemas.openxmlformats.org/officeDocument/2006/relationships/notesMaster" Target="/ppt/notesMasters/notesMaster1.xml" Id="Rcc01c1e5a5224c7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953db46a98d4d0b" /><Relationship Type="http://schemas.openxmlformats.org/officeDocument/2006/relationships/notesMaster" Target="/ppt/notesMasters/notesMaster1.xml" Id="R73c121f41b154ab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196564d6dc0480d" /><Relationship Type="http://schemas.openxmlformats.org/officeDocument/2006/relationships/notesMaster" Target="/ppt/notesMasters/notesMaster1.xml" Id="Rc59678db8ea248d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34e38b1a0ab4b8f" /><Relationship Type="http://schemas.openxmlformats.org/officeDocument/2006/relationships/notesMaster" Target="/ppt/notesMasters/notesMaster1.xml" Id="Rb8d956805db1411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130b6ce91d04421" /><Relationship Type="http://schemas.openxmlformats.org/officeDocument/2006/relationships/notesMaster" Target="/ppt/notesMasters/notesMaster1.xml" Id="Rb43ebcf5a8c7447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332746dc94b46fc" /><Relationship Type="http://schemas.openxmlformats.org/officeDocument/2006/relationships/notesMaster" Target="/ppt/notesMasters/notesMaster1.xml" Id="Rb931f5ecf019447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6c27d0829054195" /><Relationship Type="http://schemas.openxmlformats.org/officeDocument/2006/relationships/notesMaster" Target="/ppt/notesMasters/notesMaster1.xml" Id="R3e943a89dc99424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cc90cab86b84f24" /><Relationship Type="http://schemas.openxmlformats.org/officeDocument/2006/relationships/notesMaster" Target="/ppt/notesMasters/notesMaster1.xml" Id="R368723f921d94e3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cd8d39e6a474e1b" /><Relationship Type="http://schemas.openxmlformats.org/officeDocument/2006/relationships/notesMaster" Target="/ppt/notesMasters/notesMaster1.xml" Id="R2ebe4a95125d48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
素材责任说明：U01–U08 由用户提供真机/实物原始材料；E01–E03 是工程开放项；L01–L05 由本地仓库生成。
[Sources]
- case-materials/mdm/16-用户补充素材清单.md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- C:/Users/mu/Desktop/code/harmonyos-sdd-ralph-workshop/case-materials/gpu/00-证据状态总表.md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本页只冻结现象、已知路径、工程目标和证据缺口。before、路径日志与 CPU/FPS 未绑定同一 runId，因此保持 PENDING。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U-GPU-01 明确 before 视频、software path、metrics 和 identity 的同 run 采集条件。</a:t>
            </a:r>
          </a:p>
          <a:p xmlns:a="http://schemas.openxmlformats.org/drawingml/2006/main">
            <a:r>
              <a:t>- C:/Users/mu/Desktop/code/harmonyos-sdd-ralph-workshop/case-materials/gpu/16-历史Session可复用证据.md</a:t>
            </a:r>
          </a:p>
          <a:p xmlns:a="http://schemas.openxmlformats.org/drawingml/2006/main">
            <a:r>
              <a:t>课堂没有强制补证项；原始 CPU/软件路径 before 仅用于增强开场。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C:/Users/mu/Desktop/code/harmonyos-sdd-ralph-workshop/harmonyos-sdd-workshop-media/gpu-docs/doc-29-codebase-map-strip.png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的产物不是全库摘要，而是可复查的 evidence index。Human Review 抽查 path::symbol，并拒绝把代码存在当成运行路径事实。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C:/Users/mu/Desktop/code/harmonyos-sdd-ralph-workshop/case-materials/gpu/09-源码调用链与任务拆解.md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C:/Users/mu/Desktop/code/harmonyos-sdd-ralph-workshop/harmonyos-sdd-workshop-media/gpu-docs/doc-30-source-call-sequence.png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这一页定位 consumed、owner、EndFrame 和 fallback。代码只能证明结构，当前 run 的 decoder/path/frame 必须靠设备证据。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- C:/Users/mu/Desktop/code/harmonyos-sdd-ralph-workshop/harmonyos-sdd-workshop-media/gpu-docs/doc-30-platform-research.png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对齐生命周期、buffer 状态与失败传播；Human Review 核对源码/官方 API。调研的输出是 ADR 输入，不是照抄平台代码。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- C:/Users/mu/Desktop/code/harmonyos-sdd-ralph-workshop/harmonyos-sdd-workshop-media/gpu-docs/doc-31-adr.png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组织 Alternatives/Risk/Evidence Gate；Human 冻结接管、唯一 owner、EndFrame 和 fallback。后续实现若改变这些边界，必须回到 ADR。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- C:/Users/mu/Desktop/code/harmonyos-sdd-ralph-workshop/harmonyos-sdd-workshop-media/gpu-docs/doc-32-spike-plan.png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SP-01～05 依次验证产物、decoder、output、present 与 fallback。只有证据链闭合才允许进入 Story 拆分。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U-GPU-02/03 是完整 Spike PASS 的用户补充项；U-GPU-04/05 留给后续 Story。</a:t>
            </a:r>
          </a:p>
          <a:p xmlns:a="http://schemas.openxmlformats.org/drawingml/2006/main">
            <a:r>
              <a:t>- C:/Users/mu/Desktop/code/harmonyos-sdd-ralph-workshop/case-materials/gpu/16-历史Session可复用证据.md</a:t>
            </a:r>
          </a:p>
          <a:p xmlns:a="http://schemas.openxmlformats.org/drawingml/2006/main">
            <a:r>
              <a:t>历史 Session 已有 GPU native-buffer 路径与 FPS 运行统计；与现有视频未绑定同 run，工程 verdict 保持 PARTIAL。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 先审 Spike verdict，再把已证实边界冻结到 P0～P4。Plan 负责阶段顺序，下一页 Story 负责可验收行为。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C:/Users/mu/Desktop/code/harmonyos-sdd-ralph-workshop/harmonyos-sdd-workshop-media/gpu-docs/doc-35-ralph-story.png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Story 按可观察结果切，不按文件切。S0～S7 每张均包含 Source Scope、伪代码、AC、Stop 与 Exit Gate。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C:/Users/mu/Desktop/code/harmonyos-sdd-ralph-workshop/case-materials/mdm/14-文档先行与模块提交协议.md</a:t>
            </a:r>
          </a:p>
          <a:p xmlns:a="http://schemas.openxmlformats.org/drawingml/2006/main">
            <a:r>
              <a:t>- C:/Users/mu/Desktop/code/harmonyos-sdd-ralph-workshop/harmonyos-sdd-workshop-media/gpu-docs/doc-36-worker-packet.png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这里明确文档如何生成、为什么先提交文档，以及新 Session 的读写边界。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C:/Users/mu/Desktop/code/harmonyos-sdd-ralph-workshop/case-materials/gpu/07-开发排障复盘.md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C:/Users/mu/Desktop/code/harmonyos-sdd-ralph-workshop/harmonyos-sdd-workshop-media/gpu-docs/doc-37-ralph-debug.png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黑屏/色块/卡顿均从第一异常出发。黑屏视频未绑定同 run frame trace，只用于练排障协议，不宣称根因。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U-GPU-06 要求一条真实 first-abnormal 排障闭环，不用假案例冒充运行事实。</a:t>
            </a:r>
          </a:p>
          <a:p xmlns:a="http://schemas.openxmlformats.org/drawingml/2006/main">
            <a:r>
              <a:t>- C:/Users/mu/Desktop/code/harmonyos-sdd-ralph-workshop/case-materials/gpu/16-历史Session可复用证据.md</a:t>
            </a:r>
          </a:p>
          <a:p xmlns:a="http://schemas.openxmlformats.org/drawingml/2006/main">
            <a:r>
              <a:t>真实案例：立即 present 修复未命中根因，日志证伪后回退、重构建和重安装。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C:/Users/mu/Desktop/code/harmonyos-sdd-ralph-workshop/case-materials/gpu/00-证据状态总表.md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Build、Path、Frame、Outcome、Fallback、Lifecycle、Stability、Regression 分层判定。当前缺失项保持 PENDING/UNKNOWN；最终 verdict 为 NOT YET。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最终页按 U-GPU-01～05 收齐 before/after、path/frame、fallback、A/B、lifecycle/soak 后再更新 verdict。</a:t>
            </a:r>
          </a:p>
          <a:p xmlns:a="http://schemas.openxmlformats.org/drawingml/2006/main">
            <a:r>
              <a:t>- C:/Users/mu/Desktop/code/harmonyos-sdd-ralph-workshop/case-materials/gpu/16-历史Session可复用证据.md</a:t>
            </a:r>
          </a:p>
          <a:p xmlns:a="http://schemas.openxmlformats.org/drawingml/2006/main">
            <a:r>
              <a:t>正文复用历史 Session 与现有媒体；严格 A/B、fault injection、soak 仅保留在工程附录。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e770c37740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3deda0b463407a" /><Relationship Type="http://schemas.openxmlformats.org/officeDocument/2006/relationships/slideLayout" Target="/ppt/slideLayouts/slideLayout1.xml" Id="R3f488d52793c4c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488d52793c4c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bc4e9f73e4fa1" /><Relationship Type="http://schemas.openxmlformats.org/officeDocument/2006/relationships/image" Target="/ppt/media/image.png" Id="Ra5d2837dedad49df" /><Relationship Type="http://schemas.openxmlformats.org/officeDocument/2006/relationships/notesSlide" Target="/ppt/notesSlides/notesSlide1.xml" Id="R797daf48eb8547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5f50926f644ba" /><Relationship Type="http://schemas.openxmlformats.org/officeDocument/2006/relationships/notesSlide" Target="/ppt/notesSlides/notesSlide2.xml" Id="R527a98ad6e7f49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a79daab234a24" /><Relationship Type="http://schemas.openxmlformats.org/officeDocument/2006/relationships/image" Target="/ppt/media/image2.png" Id="R357dff7bbbd845f8" /><Relationship Type="http://schemas.openxmlformats.org/officeDocument/2006/relationships/notesSlide" Target="/ppt/notesSlides/notesSlide3.xml" Id="R4982da3f03d744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0bb4958414255" /><Relationship Type="http://schemas.openxmlformats.org/officeDocument/2006/relationships/notesSlide" Target="/ppt/notesSlides/notesSlide4.xml" Id="Rae2bc2f034b946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e16957a3b4bf3" /><Relationship Type="http://schemas.openxmlformats.org/officeDocument/2006/relationships/notesSlide" Target="/ppt/notesSlides/notesSlide5.xml" Id="Reaf0381933394f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1c52443cd4e1d" /><Relationship Type="http://schemas.openxmlformats.org/officeDocument/2006/relationships/notesSlide" Target="/ppt/notesSlides/notesSlide6.xml" Id="R0d4329a0db7046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559d4aa88482e" /><Relationship Type="http://schemas.openxmlformats.org/officeDocument/2006/relationships/notesSlide" Target="/ppt/notesSlides/notesSlide7.xml" Id="Rbccb1d3a1b9d4b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c7fde636c4bdd" /><Relationship Type="http://schemas.openxmlformats.org/officeDocument/2006/relationships/notesSlide" Target="/ppt/notesSlides/notesSlide8.xml" Id="Rd032db3d1fe04f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36c12d93d4ed0" /><Relationship Type="http://schemas.openxmlformats.org/officeDocument/2006/relationships/notesSlide" Target="/ppt/notesSlides/notesSlide9.xml" Id="R3df9fc38cb1345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4448ff4084e6a" /><Relationship Type="http://schemas.openxmlformats.org/officeDocument/2006/relationships/notesSlide" Target="/ppt/notesSlides/notesSlide10.xml" Id="Ra6bca32a8bcb4d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ec8a0854243fe" /><Relationship Type="http://schemas.openxmlformats.org/officeDocument/2006/relationships/notesSlide" Target="/ppt/notesSlides/notesSlide11.xml" Id="R99ea690f839f4c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337fdab2342f0" /><Relationship Type="http://schemas.openxmlformats.org/officeDocument/2006/relationships/notesSlide" Target="/ppt/notesSlides/notesSlide12.xml" Id="R703cc0847bd043e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8639f28ce406e" /><Relationship Type="http://schemas.openxmlformats.org/officeDocument/2006/relationships/notesSlide" Target="/ppt/notesSlides/notesSlide13.xml" Id="Ra139c4934e874c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ddc52ccb444a6" /><Relationship Type="http://schemas.openxmlformats.org/officeDocument/2006/relationships/notesSlide" Target="/ppt/notesSlides/notesSlide14.xml" Id="R4bf0a7f424a94a4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9c875025d4ddc" /><Relationship Type="http://schemas.openxmlformats.org/officeDocument/2006/relationships/notesSlide" Target="/ppt/notesSlides/notesSlide15.xml" Id="Rc558d3e85af9454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e789925f34a7f" /><Relationship Type="http://schemas.openxmlformats.org/officeDocument/2006/relationships/notesSlide" Target="/ppt/notesSlides/notesSlide16.xml" Id="R8dff4d1b6ee94a1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04b32d5004bb6" /><Relationship Type="http://schemas.openxmlformats.org/officeDocument/2006/relationships/notesSlide" Target="/ppt/notesSlides/notesSlide17.xml" Id="Rde6ae7d44b0441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188d60d424992" /><Relationship Type="http://schemas.openxmlformats.org/officeDocument/2006/relationships/notesSlide" Target="/ppt/notesSlides/notesSlide18.xml" Id="R4bd44c2b77e6413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063dda62e42be" /><Relationship Type="http://schemas.openxmlformats.org/officeDocument/2006/relationships/notesSlide" Target="/ppt/notesSlides/notesSlide19.xml" Id="R7b462698236445b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f9be80ae84390" /><Relationship Type="http://schemas.openxmlformats.org/officeDocument/2006/relationships/notesSlide" Target="/ppt/notesSlides/notesSlide20.xml" Id="Rf2eed8ca43e94a4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259ef1fae4c2c" /><Relationship Type="http://schemas.openxmlformats.org/officeDocument/2006/relationships/notesSlide" Target="/ppt/notesSlides/notesSlide21.xml" Id="Ref182d30cd4f469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46764a6a04a97" /><Relationship Type="http://schemas.openxmlformats.org/officeDocument/2006/relationships/notesSlide" Target="/ppt/notesSlides/notesSlide22.xml" Id="R417f116dbb7c4e3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7d900c7f64b8c" /><Relationship Type="http://schemas.openxmlformats.org/officeDocument/2006/relationships/notesSlide" Target="/ppt/notesSlides/notesSlide23.xml" Id="R5401f5c6424d4d6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b4287a97549e2" /><Relationship Type="http://schemas.openxmlformats.org/officeDocument/2006/relationships/notesSlide" Target="/ppt/notesSlides/notesSlide24.xml" Id="R3e5a74591841491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c3fd43aaa48cb" /><Relationship Type="http://schemas.openxmlformats.org/officeDocument/2006/relationships/image" Target="/ppt/media/image.jpeg" Id="R59132c04793e499b" /><Relationship Type="http://schemas.openxmlformats.org/officeDocument/2006/relationships/notesSlide" Target="/ppt/notesSlides/notesSlide25.xml" Id="R1a318f2b4260486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4523bf4924d8a" /><Relationship Type="http://schemas.openxmlformats.org/officeDocument/2006/relationships/image" Target="/ppt/media/image2.jpeg" Id="R5db58b155e5c4296" /><Relationship Type="http://schemas.openxmlformats.org/officeDocument/2006/relationships/notesSlide" Target="/ppt/notesSlides/notesSlide26.xml" Id="R09e5d626dc71474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48ca710954bcd" /><Relationship Type="http://schemas.openxmlformats.org/officeDocument/2006/relationships/notesSlide" Target="/ppt/notesSlides/notesSlide27.xml" Id="Red4115cdd2d14a3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98b5e1df94bba" /><Relationship Type="http://schemas.openxmlformats.org/officeDocument/2006/relationships/image" Target="/ppt/media/image3.jpeg" Id="Rd141672386bd4d3d" /><Relationship Type="http://schemas.openxmlformats.org/officeDocument/2006/relationships/notesSlide" Target="/ppt/notesSlides/notesSlide28.xml" Id="R9062a2f1b56f4d9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9ac1375a54511" /><Relationship Type="http://schemas.openxmlformats.org/officeDocument/2006/relationships/image" Target="/ppt/media/image3.png" Id="Rd8f8b76130044f92" /><Relationship Type="http://schemas.openxmlformats.org/officeDocument/2006/relationships/notesSlide" Target="/ppt/notesSlides/notesSlide29.xml" Id="R97628c4b8798427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a64f580d54406" /><Relationship Type="http://schemas.openxmlformats.org/officeDocument/2006/relationships/image" Target="/ppt/media/image4.png" Id="R622c742b474645e5" /><Relationship Type="http://schemas.openxmlformats.org/officeDocument/2006/relationships/notesSlide" Target="/ppt/notesSlides/notesSlide30.xml" Id="Ra79b3f5dcfa1471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1e15909224d1e" /><Relationship Type="http://schemas.openxmlformats.org/officeDocument/2006/relationships/image" Target="/ppt/media/image5.png" Id="Rbed1fbad71864f46" /><Relationship Type="http://schemas.openxmlformats.org/officeDocument/2006/relationships/notesSlide" Target="/ppt/notesSlides/notesSlide31.xml" Id="Rabfc6eb7149b4ce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0eae972f84d63" /><Relationship Type="http://schemas.openxmlformats.org/officeDocument/2006/relationships/image" Target="/ppt/media/image6.png" Id="Rf07d8c8f817d455b" /><Relationship Type="http://schemas.openxmlformats.org/officeDocument/2006/relationships/notesSlide" Target="/ppt/notesSlides/notesSlide32.xml" Id="R11358f50781945a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881c122fa49e8" /><Relationship Type="http://schemas.openxmlformats.org/officeDocument/2006/relationships/image" Target="/ppt/media/image7.png" Id="Ra7837a1f1b744174" /><Relationship Type="http://schemas.openxmlformats.org/officeDocument/2006/relationships/notesSlide" Target="/ppt/notesSlides/notesSlide33.xml" Id="Rc5c4722837094c2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a106c247b4b65" /><Relationship Type="http://schemas.openxmlformats.org/officeDocument/2006/relationships/notesSlide" Target="/ppt/notesSlides/notesSlide34.xml" Id="R03a0af327d5d4dc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9aeb0ce0a4e1a" /><Relationship Type="http://schemas.openxmlformats.org/officeDocument/2006/relationships/image" Target="/ppt/media/image8.png" Id="Rf758028d1a554905" /><Relationship Type="http://schemas.openxmlformats.org/officeDocument/2006/relationships/notesSlide" Target="/ppt/notesSlides/notesSlide35.xml" Id="R835c98bac12e411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a72af9d704d15" /><Relationship Type="http://schemas.openxmlformats.org/officeDocument/2006/relationships/image" Target="/ppt/media/image9.png" Id="R0c246c77eaeb467c" /><Relationship Type="http://schemas.openxmlformats.org/officeDocument/2006/relationships/notesSlide" Target="/ppt/notesSlides/notesSlide36.xml" Id="R54b1c95adb5d4d1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9a4d526bb40eb" /><Relationship Type="http://schemas.openxmlformats.org/officeDocument/2006/relationships/notesSlide" Target="/ppt/notesSlides/notesSlide37.xml" Id="R44397f9c7fc0476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52a00cd094981" /><Relationship Type="http://schemas.openxmlformats.org/officeDocument/2006/relationships/image" Target="/ppt/media/image4.jpeg" Id="Rc3832ef313b34cd7" /><Relationship Type="http://schemas.openxmlformats.org/officeDocument/2006/relationships/notesSlide" Target="/ppt/notesSlides/notesSlide38.xml" Id="Rde79db8091a0404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f724b486b4cb1" /><Relationship Type="http://schemas.openxmlformats.org/officeDocument/2006/relationships/image" Target="/ppt/media/image10.png" Id="R90335236d0974801" /><Relationship Type="http://schemas.openxmlformats.org/officeDocument/2006/relationships/notesSlide" Target="/ppt/notesSlides/notesSlide39.xml" Id="R6e9e568105fa4c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4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2837dedad49df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49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8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9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60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48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8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8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8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486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487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4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dff7bbbd845f8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41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1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32c04793e499b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58b155e5c4296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证据缺口按责任分开：U01–U08 需要真机素材；E01–E03 需要工程先闭环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U01/U03/U04/U05：restrictions / disallowed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需用户 U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U01–U08 真机证据；E01/E02 先修工程契约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 / 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请先补 U01–U04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U01 全局事务  U02 首接 allow/deny  U03 残留清理  U04 9200007 三态证据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证据：00/06/12；用户素材：16-用户补充素材清单.md；工程开放项：E01–E03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怎样证明远控视频的卡顿路径已经被替换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1672386bd4d3d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先冻结问题，再谈方案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远端视频能播放，但操作和画面明显卡顿。</a:t>
            </a:r>
          </a:p>
          <a:p xmlns:a="http://schemas.openxmlformats.org/drawingml/2006/main">
            <a:r>
              <a:t>截图只证明采样瞬间可见。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2049"/>
          </a:bodyPr>
          <a:lstStyle xmlns:a="http://schemas.openxmlformats.org/drawingml/2006/main"/>
          <a:p xmlns:a="http://schemas.openxmlformats.org/drawingml/2006/main">
            <a:r>
              <a:t>案例已知走 CPU / 软件处理，未走硬解与 GPU。</a:t>
            </a:r>
          </a:p>
          <a:p xmlns:a="http://schemas.openxmlformats.org/drawingml/2006/main">
            <a:r>
              <a:t>before、路径日志、CPU/FPS 仍待绑定同一 runId。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本案例目标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目标不是“调通一个 API”，而是正确接管、可回退、可定位、可长稳、可独立验收。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6389"/>
          </a:bodyPr>
          <a:lstStyle xmlns:a="http://schemas.openxmlformats.org/drawingml/2006/main"/>
          <a:p xmlns:a="http://schemas.openxmlformats.org/drawingml/2006/main">
            <a:r>
              <a:t>【可选补充】原始卡顿 before</a:t>
            </a:r>
          </a:p>
          <a:p xmlns:a="http://schemas.openxmlformats.org/drawingml/2006/main">
            <a:r>
              <a:t>没有也可按 CASE FACT 讲；补了开场更有冲击力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复现同一场景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确认当前路径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替换最小边界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证据闭环验收</a:t>
            </a:r>
          </a:p>
        </p:txBody>
      </p:sp>
      <p:cxnSp>
        <p:nvCxnSpPr>
          <p:cNvPr id="637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38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3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55.9 万行代码怎么读：先形成一张源码地图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五步压缩上下文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冻结问题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只追一帧从哪来、到哪去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找三个入口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 / OHOS Hook / App 输出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追调用关系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path::symbol + 输入/输出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标所有权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 / owner / present / fallback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留下未知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/ output / frame / path 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RDP Server：SurfaceCommand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FreeRDP GFX：协议入口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Bridge：保存原回调并分叉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Candidate：是否 ready / consumed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GPU：OH_AVCodec → native output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帧边界：pendingFrameId → EndFrame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Present；否则 original GDI fallback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 REPO FACT / RUN FACT / UNKNOWN</a:t>
            </a:r>
          </a:p>
        </p:txBody>
      </p:sp>
      <p:cxnSp>
        <p:nvCxnSpPr>
          <p:cNvPr id="1007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08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09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10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11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12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13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3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codebase-map.md 每条留下什么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8056"/>
          </a:bodyPr>
          <a:lstStyle xmlns:a="http://schemas.openxmlformats.org/drawingml/2006/main"/>
          <a:p xmlns:a="http://schemas.openxmlformats.org/drawingml/2006/main">
            <a:r>
              <a:t>path::symbol</a:t>
            </a:r>
          </a:p>
          <a:p xmlns:a="http://schemas.openxmlformats.org/drawingml/2006/main">
            <a:r>
              <a:t>输入 / 输出</a:t>
            </a:r>
          </a:p>
          <a:p xmlns:a="http://schemas.openxmlformats.org/drawingml/2006/main">
            <a:r>
              <a:t>owner / fallback</a:t>
            </a:r>
          </a:p>
          <a:p xmlns:a="http://schemas.openxmlformats.org/drawingml/2006/main">
            <a:r>
              <a:t>未知</a:t>
            </a:r>
          </a:p>
          <a:p xmlns:a="http://schemas.openxmlformats.org/drawingml/2006/main">
            <a:r>
              <a:t>下一条命令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证据不足 / 锚点不可跳转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停在 UNKNOWN</a:t>
            </a:r>
          </a:p>
          <a:p xmlns:a="http://schemas.openxmlformats.org/drawingml/2006/main">
            <a:r>
              <a:t>继续只读定位</a:t>
            </a:r>
          </a:p>
        </p:txBody>
      </p:sp>
      <p:cxnSp>
        <p:nvCxnSpPr>
          <p:cNvPr id="1022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上下文预算：1 个问题 + 1 条调用链 + 3–7 个符号 + 1 个假设 + 1 条命令。</a:t>
            </a:r>
          </a:p>
        </p:txBody>
      </p:sp>
      <p:pic>
        <p:nvPicPr>
          <p:cNvPr id="10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8b76130044f92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源码级时序：CPU 旧路径和 GPU 候选路径在哪里分叉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/ GDI</a:t>
            </a:r>
          </a:p>
        </p:txBody>
      </p:sp>
      <p:cxnSp>
        <p:nvCxnSpPr>
          <p:cNvPr id="54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consumed 前失败可回 original GDI；decode/composite 只生成 pending，匹配 EndFrame 才 present。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 FACT 待补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Hook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callback 先保存再替换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 HAP 确实含该 bridge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才接管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command 真实分支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存在 hardware category 调用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name / start / output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/ Fallback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 等 matched EndFrame；原路径可达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 frameId trace + 故障注入</a:t>
            </a:r>
          </a:p>
        </p:txBody>
      </p:sp>
      <p:pic>
        <p:nvPicPr>
          <p:cNvPr id="5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c742b474645e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333625"/>
            <a:ext cx="3571875" cy="2781300"/>
          </a:xfrm>
          <a:prstGeom xmlns:a="http://schemas.openxmlformats.org/drawingml/2006/main" prst="roundRect">
            <a:avLst>
              <a:gd name="adj" fmla="val 2740"/>
            </a:avLst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定位输出：真实分叉、消费权、唯一 owner、帧边界、回退链和仍缺的运行证据。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跨平台调研：只迁移生命周期契约，不迁移平台假设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Create / Configure / Start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FreeRDP Init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Query Capability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 + Configure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 / explicit failure</a:t>
            </a:r>
          </a:p>
        </p:txBody>
      </p:sp>
      <p:cxnSp>
        <p:nvCxnSpPr>
          <p:cNvPr id="106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68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69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93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对比 FFmpeg/OpenH264、Windows MF、Android MediaCodec 与 OH_AVCodec 的共同契约。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Queue Input / Output / Validate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compressed sample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queue input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/ format change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 format/stride/planes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3333"/>
          </a:bodyPr>
          <a:lstStyle xmlns:a="http://schemas.openxmlformats.org/drawingml/2006/main"/>
          <a:p xmlns:a="http://schemas.openxmlformats.org/drawingml/2006/main">
            <a:r>
              <a:t>return output/failure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3333"/>
          </a:bodyPr>
          <a:lstStyle xmlns:a="http://schemas.openxmlformats.org/drawingml/2006/main"/>
          <a:p xmlns:a="http://schemas.openxmlformats.org/drawingml/2006/main">
            <a:r>
              <a:t>记录来源与未知</a:t>
            </a:r>
          </a:p>
        </p:txBody>
      </p:sp>
      <p:cxnSp>
        <p:nvCxnSpPr>
          <p:cNvPr id="1086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87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88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89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90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只迁移生命周期和失败语义；不复制 API、线程模型、buffer index 或 Surface ownership。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Reset / Flush / Stop / Destroy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reset request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flush pending state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decoder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destroy / release</a:t>
            </a:r>
          </a:p>
        </p:txBody>
      </p:sp>
      <p:cxnSp>
        <p:nvCxnSpPr>
          <p:cNvPr id="1103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04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05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调研只有能改变 ADR 的候选、风险或 Evidence Gate，才进入主文档。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1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d1fbad71864f4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96125" y="1752600"/>
            <a:ext cx="4333875" cy="2533650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制定并冻结方案：ADR 定义接管、显示和回退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违反时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先保存 original callback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回退路径始终有锚点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无法证明则 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校验、target、output ready 后才 consumed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避免新路径伪装成功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 ready 不得接管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同一帧只有一个 RenderOutputOwner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防止 GPU / GDI 双写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不唯一即 FAIL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decode/composite 只生成 pending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才 present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提前 present 即 FAIL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前失败回 original GDI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应用保持可用且原因可解释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回退不可达则 REPLAN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d8c8f817d455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334375" y="1066800"/>
            <a:ext cx="3286125" cy="247650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ADR Evidence Gate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产物身份</a:t>
            </a:r>
          </a:p>
          <a:p xmlns:a="http://schemas.openxmlformats.org/drawingml/2006/main">
            <a:r>
              <a:t>硬件 decoder</a:t>
            </a:r>
          </a:p>
          <a:p xmlns:a="http://schemas.openxmlformats.org/drawingml/2006/main">
            <a:r>
              <a:t>合法 native output</a:t>
            </a:r>
          </a:p>
          <a:p xmlns:a="http://schemas.openxmlformats.org/drawingml/2006/main">
            <a:r>
              <a:t>matched present</a:t>
            </a:r>
          </a:p>
          <a:p xmlns:a="http://schemas.openxmlformats.org/drawingml/2006/main">
            <a:r>
              <a:t>故障可回退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最小能力穿刺：只证明一帧主链和一次可解释回退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37a1f1b74417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16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SP-01～05：每一步只关一个未知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SP-01｜bridge 进入目标 HAP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SP-02｜真机选择 hardware decoder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SP-03｜输入得到合法 native output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SP-04｜匹配 EndFrame 正确显示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SP-05｜注入失败回 original GDI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SESSION FACT｜GPU active + native-buffer-oes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MEDIA FACT｜16 秒播放 + 13 秒黑屏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OPTIONAL｜原始 CPU/软件路径 before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课堂 READY｜工程验收仍 PARTIAL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2500"/>
          </a:bodyPr>
          <a:lstStyle xmlns:a="http://schemas.openxmlformats.org/drawingml/2006/main"/>
          <a:p xmlns:a="http://schemas.openxmlformats.org/drawingml/2006/main">
            <a:r>
              <a:t>历史日志证明 GPU path、native-buffer 和约 24.9 fps；视频未绑定同 run，因此可讲过程、不宣布最终 PASS。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穿刺后重新计划：只把已证实边界变成开发输入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P0 固化观测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P1 一帧主链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P2 连续性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P3 韧性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P4 工程验收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54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保存 before、路径和 trace schema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58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记录 PASS / FAIL / UNKNOWN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62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闭合 decoder→output→owner→present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66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让 queue depth / age 保持有界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70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覆盖 lifecycle / fallback / AVC444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74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A/B + fault + soak + reviewer verdict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Input</a:t>
            </a:r>
          </a:p>
          <a:p xmlns:a="http://schemas.openxmlformats.org/drawingml/2006/main">
            <a:r>
              <a:t>Spike verdict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Human</a:t>
            </a:r>
          </a:p>
          <a:p xmlns:a="http://schemas.openxmlformats.org/drawingml/2006/main">
            <a:r>
              <a:t>冻结事实/风险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Plan</a:t>
            </a:r>
          </a:p>
          <a:p xmlns:a="http://schemas.openxmlformats.org/drawingml/2006/main">
            <a:r>
              <a:t>P0～P4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Story</a:t>
            </a:r>
          </a:p>
          <a:p xmlns:a="http://schemas.openxmlformats.org/drawingml/2006/main">
            <a:r>
              <a:t>S0～S7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Output</a:t>
            </a:r>
          </a:p>
          <a:p xmlns:a="http://schemas.openxmlformats.org/drawingml/2006/main">
            <a:r>
              <a:t>Worker Packet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Spike verdict 决定 CONTINUE / REPLAN / STOP；未证实项保留风险，不伪装成任务输入。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把计划拆成 S0～S7 Ralph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S0–S7：从基线到工程验收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S0 基线与观测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S1 真机硬解选择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S2 一帧合法输出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S3 正确显示与回退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S4 连续播放有界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S5 生命周期恢复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S6 AVC444 语义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S7 A/B 工程验收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每张 Story = 伪代码 + AC + Stop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 管顺序；Story 管可验收行为；Ralph Packet 管一次 Session 的执行边界。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8028d1a55490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1600"/>
            </a:avLst>
          </a:prstGeom>
        </p:spPr>
      </p:pic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Packet：文档、伪代码和 AC 先于代码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Ledger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冻结目标</a:t>
            </a:r>
          </a:p>
          <a:p xmlns:a="http://schemas.openxmlformats.org/drawingml/2006/main">
            <a:r>
              <a:t>状态/回退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先看见</a:t>
            </a:r>
          </a:p>
          <a:p xmlns:a="http://schemas.openxmlformats.org/drawingml/2006/main">
            <a:r>
              <a:t>目标失败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先提交</a:t>
            </a:r>
          </a:p>
          <a:p xmlns:a="http://schemas.openxmlformats.org/drawingml/2006/main">
            <a:r>
              <a:t>Worker Packet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只改</a:t>
            </a:r>
          </a:p>
          <a:p xmlns:a="http://schemas.openxmlformats.org/drawingml/2006/main">
            <a:r>
              <a:t>Allowed 边界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RED→GREEN</a:t>
            </a:r>
          </a:p>
          <a:p xmlns:a="http://schemas.openxmlformats.org/drawingml/2006/main">
            <a:r>
              <a:t>回归/真机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日志/视频</a:t>
            </a:r>
          </a:p>
          <a:p xmlns:a="http://schemas.openxmlformats.org/drawingml/2006/main">
            <a:r>
              <a:t>PASS/FAIL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doc/code/test</a:t>
            </a:r>
          </a:p>
          <a:p xmlns:a="http://schemas.openxmlformats.org/drawingml/2006/main">
            <a:r>
              <a:t>commit/runId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至少冻结六件事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 First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Allowed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Forbidden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Pseudocode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/ Oracle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/ Exit Gate</a:t>
            </a:r>
          </a:p>
        </p:txBody>
      </p:sp>
      <p:cxnSp>
        <p:nvCxnSpPr>
          <p:cNvPr id="1026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27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28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29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30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沿用 MDM：docs commit → code commit → evidence ledger；新 Session 只读取当前 Packet。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S3 示例：显示 owner 与回退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full-frame 显示、无可信背景不接管、故障注入回退；每条都绑定同帧 trace 与失败结论。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10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246c77eaeb467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762125" y="4686300"/>
            <a:ext cx="8572500" cy="1609725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循环：AI 不对时，沿第一异常处理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本地 Session 真例：错误修改 → 日志证伪 → 回退 → 重构建 / 重安装。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现象 / 本轮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第一条证据链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错误做法 / Verdict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有但黑屏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output→import→pending→EndFrame→target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不猜 decoder/shader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色块 / 局部错位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format/stride/planes→dirty rect→retained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开始流畅，随后卡顿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queue depth/age→decodeUs→present gap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/ 后台 / 重连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generation→stale rejection→owner release/reclaim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同一问题三轮无新证据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progress ledger：命令/退出码/证据/Next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REPLAN / ESCALATE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已有真实闭环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329"/>
          </a:bodyPr>
          <a:lstStyle xmlns:a="http://schemas.openxmlformats.org/drawingml/2006/main"/>
          <a:p xmlns:a="http://schemas.openxmlformats.org/drawingml/2006/main">
            <a:r>
              <a:t>Session 019e867d｜立即 present 无效 → 日志证伪 → 回退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TEACHING READY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工程验收：路径、画面、性能、回退和长稳同时闭合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278"/>
          </a:bodyPr>
          <a:lstStyle xmlns:a="http://schemas.openxmlformats.org/drawingml/2006/main"/>
          <a:p xmlns:a="http://schemas.openxmlformats.org/drawingml/2006/main">
            <a:r>
              <a:t>可选补充：原始 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8094"/>
          </a:bodyPr>
          <a:lstStyle xmlns:a="http://schemas.openxmlformats.org/drawingml/2006/main"/>
          <a:p xmlns:a="http://schemas.openxmlformats.org/drawingml/2006/main">
            <a:r>
              <a:t>没有也可按 CASE FACT 讲</a:t>
            </a:r>
          </a:p>
          <a:p xmlns:a="http://schemas.openxmlformats.org/drawingml/2006/main">
            <a:r>
              <a:t>补了开场更有冲击力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278"/>
          </a:bodyPr>
          <a:lstStyle xmlns:a="http://schemas.openxmlformats.org/drawingml/2006/main"/>
          <a:p xmlns:a="http://schemas.openxmlformats.org/drawingml/2006/main">
            <a:r>
              <a:t>已有历史 Session 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815"/>
          </a:bodyPr>
          <a:lstStyle xmlns:a="http://schemas.openxmlformats.org/drawingml/2006/main"/>
          <a:p xmlns:a="http://schemas.openxmlformats.org/drawingml/2006/main">
            <a:r>
              <a:t>build + install：历史 PASS</a:t>
            </a:r>
          </a:p>
          <a:p xmlns:a="http://schemas.openxmlformats.org/drawingml/2006/main">
            <a:r>
              <a:t>GPU：active / native-buffer-oes</a:t>
            </a:r>
          </a:p>
          <a:p xmlns:a="http://schemas.openxmlformats.org/drawingml/2006/main">
            <a:r>
              <a:t>frame：decoded 2397 / presented 2396</a:t>
            </a:r>
          </a:p>
          <a:p xmlns:a="http://schemas.openxmlformats.org/drawingml/2006/main">
            <a:r>
              <a:t>pacing：24.9 → 10 → 7.5 → 1.3 fps</a:t>
            </a:r>
          </a:p>
          <a:p xmlns:a="http://schemas.openxmlformats.org/drawingml/2006/main">
            <a:r>
              <a:t>Ralph：错误修复被日志推翻并回退</a:t>
            </a:r>
          </a:p>
          <a:p xmlns:a="http://schemas.openxmlformats.org/drawingml/2006/main">
            <a:r>
              <a:t>媒体：16 秒播放 + 13 秒黑屏</a:t>
            </a:r>
          </a:p>
          <a:p xmlns:a="http://schemas.openxmlformats.org/drawingml/2006/main">
            <a:r>
              <a:t>边界：历史证据，不冒充当前同 run</a:t>
            </a:r>
          </a:p>
        </p:txBody>
      </p:sp>
      <p:pic>
        <p:nvPicPr>
          <p:cNvPr id="14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32ef313b34cd7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 HAP 含 bridge / compositor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历史 Session 构建 / 安装通过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SESSION FACT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55740"/>
          </a:bodyPr>
          <a:lstStyle xmlns:a="http://schemas.openxmlformats.org/drawingml/2006/main"/>
          <a:p xmlns:a="http://schemas.openxmlformats.org/drawingml/2006/main">
            <a:r>
              <a:t>历史运行进入 AVC420 GPU native-buffer 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active=yes / source=native-buffer-oes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SESSION FACT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黑屏故障素材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CPU/FPS/帧时/queue 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历史有 fps/gap；无 before A/B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PARTIAL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错误修改回退 / 运行时 fault / lifecycle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教学回退已有；工程 fault/soak 延后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60268"/>
          </a:bodyPr>
          <a:lstStyle xmlns:a="http://schemas.openxmlformats.org/drawingml/2006/main"/>
          <a:p xmlns:a="http://schemas.openxmlformats.org/drawingml/2006/main">
            <a:r>
              <a:t>DEFERRED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已有媒体</a:t>
            </a:r>
          </a:p>
          <a:p xmlns:a="http://schemas.openxmlformats.org/drawingml/2006/main">
            <a:r>
              <a:t>16 秒播放 + 13 秒黑屏</a:t>
            </a:r>
          </a:p>
          <a:p xmlns:a="http://schemas.openxmlformats.org/drawingml/2006/main">
            <a:r>
              <a:t>用于“结果 / 问题”对照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59028"/>
          </a:bodyPr>
          <a:lstStyle xmlns:a="http://schemas.openxmlformats.org/drawingml/2006/main"/>
          <a:p xmlns:a="http://schemas.openxmlformats.org/drawingml/2006/main">
            <a:r>
              <a:t>SESSION FACT</a:t>
            </a:r>
          </a:p>
          <a:p xmlns:a="http://schemas.openxmlformats.org/drawingml/2006/main">
            <a:r>
              <a:t>历史运行可复查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1537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8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9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46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6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6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6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67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4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335236d0974801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2026-09-02T02:26:09.7420000Z</dcterms:created>
  <dcterms:modified xsi:type="dcterms:W3CDTF">2026-09-02T02:26:09.7420000Z</dcterms:modified>
</coreProperties>
</file>