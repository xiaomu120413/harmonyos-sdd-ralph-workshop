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b38d3e20f94cee" /><Relationship Type="http://schemas.openxmlformats.org/officeDocument/2006/relationships/extended-properties" Target="/docProps/app.xml" Id="Rd3f89c979ed545fb" /><Relationship Type="http://schemas.openxmlformats.org/officeDocument/2006/relationships/officeDocument" Target="/ppt/presentation.xml" Id="Ra61c2ea628df44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032f2e7cea4e9d"/>
  </p:sldMasterIdLst>
  <p:notesMasterIdLst>
    <p:notesMasterId xmlns:r="http://schemas.openxmlformats.org/officeDocument/2006/relationships" r:id="R133a7e8d2f2f4adc"/>
  </p:notesMasterIdLst>
  <p:sldIdLst>
    <p:sldId xmlns:r="http://schemas.openxmlformats.org/officeDocument/2006/relationships" id="256" r:id="Rf52b442d30b04792"/>
    <p:sldId xmlns:r="http://schemas.openxmlformats.org/officeDocument/2006/relationships" id="257" r:id="Rb2f5d617100c49da"/>
    <p:sldId xmlns:r="http://schemas.openxmlformats.org/officeDocument/2006/relationships" id="258" r:id="Rffda90aee8da48be"/>
    <p:sldId xmlns:r="http://schemas.openxmlformats.org/officeDocument/2006/relationships" id="259" r:id="Re7ea7ab46b7943de"/>
    <p:sldId xmlns:r="http://schemas.openxmlformats.org/officeDocument/2006/relationships" id="260" r:id="Rc3c8d66f6833475a"/>
    <p:sldId xmlns:r="http://schemas.openxmlformats.org/officeDocument/2006/relationships" id="261" r:id="Rce542e015c834063"/>
    <p:sldId xmlns:r="http://schemas.openxmlformats.org/officeDocument/2006/relationships" id="262" r:id="R8a832b738fe641d4"/>
    <p:sldId xmlns:r="http://schemas.openxmlformats.org/officeDocument/2006/relationships" id="263" r:id="R88cb592f4a884c5c"/>
    <p:sldId xmlns:r="http://schemas.openxmlformats.org/officeDocument/2006/relationships" id="264" r:id="R7556fa9e966841c1"/>
    <p:sldId xmlns:r="http://schemas.openxmlformats.org/officeDocument/2006/relationships" id="265" r:id="R001ec5d9fc84417b"/>
    <p:sldId xmlns:r="http://schemas.openxmlformats.org/officeDocument/2006/relationships" id="266" r:id="Ra1ae4ec2067242f9"/>
    <p:sldId xmlns:r="http://schemas.openxmlformats.org/officeDocument/2006/relationships" id="267" r:id="Rc14edb12282d43bb"/>
    <p:sldId xmlns:r="http://schemas.openxmlformats.org/officeDocument/2006/relationships" id="268" r:id="R56a96b8e9c124f62"/>
    <p:sldId xmlns:r="http://schemas.openxmlformats.org/officeDocument/2006/relationships" id="269" r:id="R1458452d51f94734"/>
    <p:sldId xmlns:r="http://schemas.openxmlformats.org/officeDocument/2006/relationships" id="270" r:id="Rbaabf4ad041342f0"/>
    <p:sldId xmlns:r="http://schemas.openxmlformats.org/officeDocument/2006/relationships" id="271" r:id="R60676d50cef0432a"/>
    <p:sldId xmlns:r="http://schemas.openxmlformats.org/officeDocument/2006/relationships" id="272" r:id="Rd247b77109484b78"/>
    <p:sldId xmlns:r="http://schemas.openxmlformats.org/officeDocument/2006/relationships" id="273" r:id="Reff23ffd81914dcf"/>
    <p:sldId xmlns:r="http://schemas.openxmlformats.org/officeDocument/2006/relationships" id="274" r:id="R1ed516df093b41b3"/>
    <p:sldId xmlns:r="http://schemas.openxmlformats.org/officeDocument/2006/relationships" id="275" r:id="Re034bbcf371c4262"/>
    <p:sldId xmlns:r="http://schemas.openxmlformats.org/officeDocument/2006/relationships" id="276" r:id="R94bb9248b4374bba"/>
    <p:sldId xmlns:r="http://schemas.openxmlformats.org/officeDocument/2006/relationships" id="277" r:id="R084eb196d31a4e03"/>
    <p:sldId xmlns:r="http://schemas.openxmlformats.org/officeDocument/2006/relationships" id="278" r:id="Rd46761c1d79747c7"/>
    <p:sldId xmlns:r="http://schemas.openxmlformats.org/officeDocument/2006/relationships" id="279" r:id="Rad17f654283a4359"/>
    <p:sldId xmlns:r="http://schemas.openxmlformats.org/officeDocument/2006/relationships" id="280" r:id="Rede6546f132f4f1c"/>
    <p:sldId xmlns:r="http://schemas.openxmlformats.org/officeDocument/2006/relationships" id="281" r:id="Re3dcd633e9b441db"/>
    <p:sldId xmlns:r="http://schemas.openxmlformats.org/officeDocument/2006/relationships" id="282" r:id="Re656ece3484b45a9"/>
    <p:sldId xmlns:r="http://schemas.openxmlformats.org/officeDocument/2006/relationships" id="283" r:id="Rd560c1c8902e4bc4"/>
    <p:sldId xmlns:r="http://schemas.openxmlformats.org/officeDocument/2006/relationships" id="284" r:id="Ra454643f042f4912"/>
    <p:sldId xmlns:r="http://schemas.openxmlformats.org/officeDocument/2006/relationships" id="285" r:id="Rd793a52d185041e9"/>
    <p:sldId xmlns:r="http://schemas.openxmlformats.org/officeDocument/2006/relationships" id="286" r:id="R04873f9fd90240fe"/>
    <p:sldId xmlns:r="http://schemas.openxmlformats.org/officeDocument/2006/relationships" id="287" r:id="Reba4f6a5bf3c44ac"/>
    <p:sldId xmlns:r="http://schemas.openxmlformats.org/officeDocument/2006/relationships" id="288" r:id="R98f91758e6f046e5"/>
    <p:sldId xmlns:r="http://schemas.openxmlformats.org/officeDocument/2006/relationships" id="289" r:id="R85d7395dc9134cd0"/>
    <p:sldId xmlns:r="http://schemas.openxmlformats.org/officeDocument/2006/relationships" id="290" r:id="R4bf53aaf7c9f494b"/>
    <p:sldId xmlns:r="http://schemas.openxmlformats.org/officeDocument/2006/relationships" id="291" r:id="Rfaf451fee8b34a85"/>
    <p:sldId xmlns:r="http://schemas.openxmlformats.org/officeDocument/2006/relationships" id="292" r:id="Re74182e2516742f9"/>
    <p:sldId xmlns:r="http://schemas.openxmlformats.org/officeDocument/2006/relationships" id="293" r:id="Ra2232a403daf4387"/>
    <p:sldId xmlns:r="http://schemas.openxmlformats.org/officeDocument/2006/relationships" id="294" r:id="R52754a6278254c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10904e2b6348db" /><Relationship Type="http://schemas.openxmlformats.org/officeDocument/2006/relationships/slideMaster" Target="/ppt/slideMasters/slideMaster1.xml" Id="R33032f2e7cea4e9d" /><Relationship Type="http://schemas.openxmlformats.org/officeDocument/2006/relationships/notesMaster" Target="/ppt/notesMasters/notesMaster1.xml" Id="R133a7e8d2f2f4adc" /><Relationship Type="http://schemas.openxmlformats.org/officeDocument/2006/relationships/presProps" Target="/ppt/presProps.xml" Id="Rf16982723eaf4434" /><Relationship Type="http://schemas.openxmlformats.org/officeDocument/2006/relationships/tableStyles" Target="/ppt/tableStyles.xml" Id="R28cc7c1f5242405d" /><Relationship Type="http://schemas.openxmlformats.org/officeDocument/2006/relationships/slide" Target="/ppt/slides/slide1.xml" Id="Rf52b442d30b04792" /><Relationship Type="http://schemas.openxmlformats.org/officeDocument/2006/relationships/slide" Target="/ppt/slides/slide2.xml" Id="Rb2f5d617100c49da" /><Relationship Type="http://schemas.openxmlformats.org/officeDocument/2006/relationships/slide" Target="/ppt/slides/slide3.xml" Id="Rffda90aee8da48be" /><Relationship Type="http://schemas.openxmlformats.org/officeDocument/2006/relationships/slide" Target="/ppt/slides/slide4.xml" Id="Re7ea7ab46b7943de" /><Relationship Type="http://schemas.openxmlformats.org/officeDocument/2006/relationships/slide" Target="/ppt/slides/slide5.xml" Id="Rc3c8d66f6833475a" /><Relationship Type="http://schemas.openxmlformats.org/officeDocument/2006/relationships/slide" Target="/ppt/slides/slide6.xml" Id="Rce542e015c834063" /><Relationship Type="http://schemas.openxmlformats.org/officeDocument/2006/relationships/slide" Target="/ppt/slides/slide7.xml" Id="R8a832b738fe641d4" /><Relationship Type="http://schemas.openxmlformats.org/officeDocument/2006/relationships/slide" Target="/ppt/slides/slide8.xml" Id="R88cb592f4a884c5c" /><Relationship Type="http://schemas.openxmlformats.org/officeDocument/2006/relationships/slide" Target="/ppt/slides/slide9.xml" Id="R7556fa9e966841c1" /><Relationship Type="http://schemas.openxmlformats.org/officeDocument/2006/relationships/slide" Target="/ppt/slides/slide10.xml" Id="R001ec5d9fc84417b" /><Relationship Type="http://schemas.openxmlformats.org/officeDocument/2006/relationships/slide" Target="/ppt/slides/slide11.xml" Id="Ra1ae4ec2067242f9" /><Relationship Type="http://schemas.openxmlformats.org/officeDocument/2006/relationships/slide" Target="/ppt/slides/slide12.xml" Id="Rc14edb12282d43bb" /><Relationship Type="http://schemas.openxmlformats.org/officeDocument/2006/relationships/slide" Target="/ppt/slides/slide13.xml" Id="R56a96b8e9c124f62" /><Relationship Type="http://schemas.openxmlformats.org/officeDocument/2006/relationships/slide" Target="/ppt/slides/slide14.xml" Id="R1458452d51f94734" /><Relationship Type="http://schemas.openxmlformats.org/officeDocument/2006/relationships/slide" Target="/ppt/slides/slide15.xml" Id="Rbaabf4ad041342f0" /><Relationship Type="http://schemas.openxmlformats.org/officeDocument/2006/relationships/slide" Target="/ppt/slides/slide16.xml" Id="R60676d50cef0432a" /><Relationship Type="http://schemas.openxmlformats.org/officeDocument/2006/relationships/slide" Target="/ppt/slides/slide17.xml" Id="Rd247b77109484b78" /><Relationship Type="http://schemas.openxmlformats.org/officeDocument/2006/relationships/slide" Target="/ppt/slides/slide18.xml" Id="Reff23ffd81914dcf" /><Relationship Type="http://schemas.openxmlformats.org/officeDocument/2006/relationships/slide" Target="/ppt/slides/slide19.xml" Id="R1ed516df093b41b3" /><Relationship Type="http://schemas.openxmlformats.org/officeDocument/2006/relationships/slide" Target="/ppt/slides/slide20.xml" Id="Re034bbcf371c4262" /><Relationship Type="http://schemas.openxmlformats.org/officeDocument/2006/relationships/slide" Target="/ppt/slides/slide21.xml" Id="R94bb9248b4374bba" /><Relationship Type="http://schemas.openxmlformats.org/officeDocument/2006/relationships/slide" Target="/ppt/slides/slide22.xml" Id="R084eb196d31a4e03" /><Relationship Type="http://schemas.openxmlformats.org/officeDocument/2006/relationships/slide" Target="/ppt/slides/slide23.xml" Id="Rd46761c1d79747c7" /><Relationship Type="http://schemas.openxmlformats.org/officeDocument/2006/relationships/slide" Target="/ppt/slides/slide24.xml" Id="Rad17f654283a4359" /><Relationship Type="http://schemas.openxmlformats.org/officeDocument/2006/relationships/slide" Target="/ppt/slides/slide25.xml" Id="Rede6546f132f4f1c" /><Relationship Type="http://schemas.openxmlformats.org/officeDocument/2006/relationships/slide" Target="/ppt/slides/slide26.xml" Id="Re3dcd633e9b441db" /><Relationship Type="http://schemas.openxmlformats.org/officeDocument/2006/relationships/slide" Target="/ppt/slides/slide27.xml" Id="Re656ece3484b45a9" /><Relationship Type="http://schemas.openxmlformats.org/officeDocument/2006/relationships/slide" Target="/ppt/slides/slide28.xml" Id="Rd560c1c8902e4bc4" /><Relationship Type="http://schemas.openxmlformats.org/officeDocument/2006/relationships/slide" Target="/ppt/slides/slide29.xml" Id="Ra454643f042f4912" /><Relationship Type="http://schemas.openxmlformats.org/officeDocument/2006/relationships/slide" Target="/ppt/slides/slide30.xml" Id="Rd793a52d185041e9" /><Relationship Type="http://schemas.openxmlformats.org/officeDocument/2006/relationships/slide" Target="/ppt/slides/slide31.xml" Id="R04873f9fd90240fe" /><Relationship Type="http://schemas.openxmlformats.org/officeDocument/2006/relationships/slide" Target="/ppt/slides/slide32.xml" Id="Reba4f6a5bf3c44ac" /><Relationship Type="http://schemas.openxmlformats.org/officeDocument/2006/relationships/slide" Target="/ppt/slides/slide33.xml" Id="R98f91758e6f046e5" /><Relationship Type="http://schemas.openxmlformats.org/officeDocument/2006/relationships/slide" Target="/ppt/slides/slide34.xml" Id="R85d7395dc9134cd0" /><Relationship Type="http://schemas.openxmlformats.org/officeDocument/2006/relationships/slide" Target="/ppt/slides/slide35.xml" Id="R4bf53aaf7c9f494b" /><Relationship Type="http://schemas.openxmlformats.org/officeDocument/2006/relationships/slide" Target="/ppt/slides/slide36.xml" Id="Rfaf451fee8b34a85" /><Relationship Type="http://schemas.openxmlformats.org/officeDocument/2006/relationships/slide" Target="/ppt/slides/slide37.xml" Id="Re74182e2516742f9" /><Relationship Type="http://schemas.openxmlformats.org/officeDocument/2006/relationships/slide" Target="/ppt/slides/slide38.xml" Id="Ra2232a403daf4387" /><Relationship Type="http://schemas.openxmlformats.org/officeDocument/2006/relationships/slide" Target="/ppt/slides/slide39.xml" Id="R52754a6278254c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c1e1eeb07049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18216f3dc4d58" /><Relationship Type="http://schemas.openxmlformats.org/officeDocument/2006/relationships/notesMaster" Target="/ppt/notesMasters/notesMaster1.xml" Id="Refa8f4fb19284d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6726534a6947b3" /><Relationship Type="http://schemas.openxmlformats.org/officeDocument/2006/relationships/notesMaster" Target="/ppt/notesMasters/notesMaster1.xml" Id="R5edcd609e90040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5be3d4aa004dbc" /><Relationship Type="http://schemas.openxmlformats.org/officeDocument/2006/relationships/notesMaster" Target="/ppt/notesMasters/notesMaster1.xml" Id="Rbfcc3f3af62f4a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610fcac96d43de" /><Relationship Type="http://schemas.openxmlformats.org/officeDocument/2006/relationships/notesMaster" Target="/ppt/notesMasters/notesMaster1.xml" Id="Rce97ec619dd443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562038c1284ce7" /><Relationship Type="http://schemas.openxmlformats.org/officeDocument/2006/relationships/notesMaster" Target="/ppt/notesMasters/notesMaster1.xml" Id="R3f9fe92e649845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034e4db4ea4044" /><Relationship Type="http://schemas.openxmlformats.org/officeDocument/2006/relationships/notesMaster" Target="/ppt/notesMasters/notesMaster1.xml" Id="R2bb6c99e883548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5230968f784d73" /><Relationship Type="http://schemas.openxmlformats.org/officeDocument/2006/relationships/notesMaster" Target="/ppt/notesMasters/notesMaster1.xml" Id="R514a39c50b5443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ebfdcc787340a5" /><Relationship Type="http://schemas.openxmlformats.org/officeDocument/2006/relationships/notesMaster" Target="/ppt/notesMasters/notesMaster1.xml" Id="Rf82c945fb5fd42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6a2c93049f433a" /><Relationship Type="http://schemas.openxmlformats.org/officeDocument/2006/relationships/notesMaster" Target="/ppt/notesMasters/notesMaster1.xml" Id="R4d39e6b05ed044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e7cd7a332643fd" /><Relationship Type="http://schemas.openxmlformats.org/officeDocument/2006/relationships/notesMaster" Target="/ppt/notesMasters/notesMaster1.xml" Id="Rb1b57bad0a424a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401a76762e473d" /><Relationship Type="http://schemas.openxmlformats.org/officeDocument/2006/relationships/notesMaster" Target="/ppt/notesMasters/notesMaster1.xml" Id="Rb1cd120502cd4f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cc9555fe4c4c3e" /><Relationship Type="http://schemas.openxmlformats.org/officeDocument/2006/relationships/notesMaster" Target="/ppt/notesMasters/notesMaster1.xml" Id="Rd8a3b406ad5049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5f19a8e23940f1" /><Relationship Type="http://schemas.openxmlformats.org/officeDocument/2006/relationships/notesMaster" Target="/ppt/notesMasters/notesMaster1.xml" Id="R37ded6a16fcb46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5e921bd55b40e6" /><Relationship Type="http://schemas.openxmlformats.org/officeDocument/2006/relationships/notesMaster" Target="/ppt/notesMasters/notesMaster1.xml" Id="Rb44112db29594e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f68375fa87405d" /><Relationship Type="http://schemas.openxmlformats.org/officeDocument/2006/relationships/notesMaster" Target="/ppt/notesMasters/notesMaster1.xml" Id="R0551369a4f834a8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82f04b0cfa4253" /><Relationship Type="http://schemas.openxmlformats.org/officeDocument/2006/relationships/notesMaster" Target="/ppt/notesMasters/notesMaster1.xml" Id="Rd8ea867cf6e646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109fe8aad35478a" /><Relationship Type="http://schemas.openxmlformats.org/officeDocument/2006/relationships/notesMaster" Target="/ppt/notesMasters/notesMaster1.xml" Id="R86126714c67140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1be75fe2c294660" /><Relationship Type="http://schemas.openxmlformats.org/officeDocument/2006/relationships/notesMaster" Target="/ppt/notesMasters/notesMaster1.xml" Id="R3e29a920b2f941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d3f50865640498a" /><Relationship Type="http://schemas.openxmlformats.org/officeDocument/2006/relationships/notesMaster" Target="/ppt/notesMasters/notesMaster1.xml" Id="Re9c38522652b474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b42b5b487f4ee1" /><Relationship Type="http://schemas.openxmlformats.org/officeDocument/2006/relationships/notesMaster" Target="/ppt/notesMasters/notesMaster1.xml" Id="R48ceaa4c746548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dd75ee0e4374c8a" /><Relationship Type="http://schemas.openxmlformats.org/officeDocument/2006/relationships/notesMaster" Target="/ppt/notesMasters/notesMaster1.xml" Id="Ra0f84bf1df9d44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2361d81c8fb4354" /><Relationship Type="http://schemas.openxmlformats.org/officeDocument/2006/relationships/notesMaster" Target="/ppt/notesMasters/notesMaster1.xml" Id="R059d3ed59a97464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fada476d9944a5b" /><Relationship Type="http://schemas.openxmlformats.org/officeDocument/2006/relationships/notesMaster" Target="/ppt/notesMasters/notesMaster1.xml" Id="Rbaa4d22e6aa040d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3bceb6ed8aa4e82" /><Relationship Type="http://schemas.openxmlformats.org/officeDocument/2006/relationships/notesMaster" Target="/ppt/notesMasters/notesMaster1.xml" Id="Rbcad550221164dd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e9a5e50724d46b8" /><Relationship Type="http://schemas.openxmlformats.org/officeDocument/2006/relationships/notesMaster" Target="/ppt/notesMasters/notesMaster1.xml" Id="Rf820289eb0544d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0b8f51ef59d4877" /><Relationship Type="http://schemas.openxmlformats.org/officeDocument/2006/relationships/notesMaster" Target="/ppt/notesMasters/notesMaster1.xml" Id="R22604d390d4341e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e99c796c34b4ff4" /><Relationship Type="http://schemas.openxmlformats.org/officeDocument/2006/relationships/notesMaster" Target="/ppt/notesMasters/notesMaster1.xml" Id="Recc307b311114af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f81ffdb0c7b4835" /><Relationship Type="http://schemas.openxmlformats.org/officeDocument/2006/relationships/notesMaster" Target="/ppt/notesMasters/notesMaster1.xml" Id="R8ce6735c4910447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59108f50f044ce2" /><Relationship Type="http://schemas.openxmlformats.org/officeDocument/2006/relationships/notesMaster" Target="/ppt/notesMasters/notesMaster1.xml" Id="Rab5cbf791967470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bf7311285ba4265" /><Relationship Type="http://schemas.openxmlformats.org/officeDocument/2006/relationships/notesMaster" Target="/ppt/notesMasters/notesMaster1.xml" Id="R12b13013ed43422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b30d17f489a46b4" /><Relationship Type="http://schemas.openxmlformats.org/officeDocument/2006/relationships/notesMaster" Target="/ppt/notesMasters/notesMaster1.xml" Id="R315f0825187a492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43838a28c9f46f8" /><Relationship Type="http://schemas.openxmlformats.org/officeDocument/2006/relationships/notesMaster" Target="/ppt/notesMasters/notesMaster1.xml" Id="R332cc2d583734e6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ead77bdc7d644f4" /><Relationship Type="http://schemas.openxmlformats.org/officeDocument/2006/relationships/notesMaster" Target="/ppt/notesMasters/notesMaster1.xml" Id="R90f7024ef8e94f6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58109073db940aa" /><Relationship Type="http://schemas.openxmlformats.org/officeDocument/2006/relationships/notesMaster" Target="/ppt/notesMasters/notesMaster1.xml" Id="R803e320dc7f7444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4bfbaf5a4bf47e8" /><Relationship Type="http://schemas.openxmlformats.org/officeDocument/2006/relationships/notesMaster" Target="/ppt/notesMasters/notesMaster1.xml" Id="R5d72cfe9633d47e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92efe70c832476b" /><Relationship Type="http://schemas.openxmlformats.org/officeDocument/2006/relationships/notesMaster" Target="/ppt/notesMasters/notesMaster1.xml" Id="R114dd26108194e5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7eda77cc80d49d1" /><Relationship Type="http://schemas.openxmlformats.org/officeDocument/2006/relationships/notesMaster" Target="/ppt/notesMasters/notesMaster1.xml" Id="R76c791b95e1b496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02176faf4204878" /><Relationship Type="http://schemas.openxmlformats.org/officeDocument/2006/relationships/notesMaster" Target="/ppt/notesMasters/notesMaster1.xml" Id="R5faebcf295fd404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9e26fc900a94a16" /><Relationship Type="http://schemas.openxmlformats.org/officeDocument/2006/relationships/notesMaster" Target="/ppt/notesMasters/notesMaster1.xml" Id="Rac8146ebe3ec4e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本页只冻结现象、已知路径、工程目标和证据缺口。before、路径日志与 CPU/FPS 未绑定同一 runId，因此保持 PENDING。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U-GPU-01 明确 before 视频、software path、metrics 和 identity 的同 run 采集条件。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C:/Users/mu/Desktop/code/harmonyos-sdd-ralph-workshop/harmonyos-sdd-workshop-media/gpu-docs/doc-29-codebase-map-strip.png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的产物不是全库摘要，而是可复查的 evidence index。Human Review 抽查 path::symbol，并拒绝把代码存在当成运行路径事实。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C:/Users/mu/Desktop/code/harmonyos-sdd-ralph-workshop/case-materials/gpu/09-源码调用链与任务拆解.md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C:/Users/mu/Desktop/code/harmonyos-sdd-ralph-workshop/harmonyos-sdd-workshop-media/gpu-docs/doc-30-source-call-sequence.png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这一页定位 consumed、owner、EndFrame 和 fallback。代码只能证明结构，当前 run 的 decoder/path/frame 必须靠设备证据。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- C:/Users/mu/Desktop/code/harmonyos-sdd-ralph-workshop/harmonyos-sdd-workshop-media/gpu-docs/doc-30-platform-research.png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对齐生命周期、buffer 状态与失败传播；Human Review 核对源码/官方 API。调研的输出是 ADR 输入，不是照抄平台代码。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- C:/Users/mu/Desktop/code/harmonyos-sdd-ralph-workshop/harmonyos-sdd-workshop-media/gpu-docs/doc-31-adr.png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组织 Alternatives/Risk/Evidence Gate；Human 冻结接管、唯一 owner、EndFrame 和 fallback。后续实现若改变这些边界，必须回到 ADR。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C:/Users/mu/Desktop/code/harmonyos-sdd-ralph-workshop/harmonyos-sdd-workshop-media/gpu-docs/doc-32-spike-plan.png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SP-01～05 依次验证产物、decoder、output、present 与 fallback。只有证据链闭合才允许进入 Story 拆分。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U-GPU-02/03 是完整 Spike PASS 的用户补充项；U-GPU-04/05 留给后续 Story。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 先审 Spike verdict，再把已证实边界冻结到 P0～P4。Plan 负责阶段顺序，下一页 Story 负责可验收行为。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C:/Users/mu/Desktop/code/harmonyos-sdd-ralph-workshop/harmonyos-sdd-workshop-media/gpu-docs/doc-35-ralph-story.png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Story 按可观察结果切，不按文件切。S0～S7 每张均包含 Source Scope、伪代码、AC、Stop 与 Exit Gate。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C:/Users/mu/Desktop/code/harmonyos-sdd-ralph-workshop/case-materials/mdm/14-文档先行与模块提交协议.md</a:t>
            </a:r>
          </a:p>
          <a:p xmlns:a="http://schemas.openxmlformats.org/drawingml/2006/main">
            <a:r>
              <a:t>- C:/Users/mu/Desktop/code/harmonyos-sdd-ralph-workshop/harmonyos-sdd-workshop-media/gpu-docs/doc-36-worker-packet.png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这里明确文档如何生成、为什么先提交文档，以及新 Session 的读写边界。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C:/Users/mu/Desktop/code/harmonyos-sdd-ralph-workshop/case-materials/gpu/07-开发排障复盘.md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C:/Users/mu/Desktop/code/harmonyos-sdd-ralph-workshop/harmonyos-sdd-workshop-media/gpu-docs/doc-37-ralph-debug.png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黑屏/色块/卡顿均从第一异常出发。黑屏视频未绑定同 run frame trace，只用于练排障协议，不宣称根因。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U-GPU-06 要求一条真实 first-abnormal 排障闭环，不用假案例冒充运行事实。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Build、Path、Frame、Outcome、Fallback、Lifecycle、Stability、Regression 分层判定。当前缺失项保持 PENDING/UNKNOWN；最终 verdict 为 NOT YET。</a:t>
            </a:r>
          </a:p>
          <a:p xmlns:a="http://schemas.openxmlformats.org/drawingml/2006/main">
            <a:r>
              <a:t>- C:/Users/mu/Desktop/code/harmonyos-sdd-ralph-workshop/case-materials/gpu/15-用户补充素材清单.md</a:t>
            </a:r>
          </a:p>
          <a:p xmlns:a="http://schemas.openxmlformats.org/drawingml/2006/main">
            <a:r>
              <a:t>最终页按 U-GPU-01～05 收齐 before/after、path/frame、fallback、A/B、lifecycle/soak 后再更新 verdict。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449972ea3442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ee3e2e21834bf4" /><Relationship Type="http://schemas.openxmlformats.org/officeDocument/2006/relationships/slideLayout" Target="/ppt/slideLayouts/slideLayout1.xml" Id="Rfdddef354ee747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ddef354ee747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33735a8614e40" /><Relationship Type="http://schemas.openxmlformats.org/officeDocument/2006/relationships/image" Target="/ppt/media/image.png" Id="R206639a82fd74250" /><Relationship Type="http://schemas.openxmlformats.org/officeDocument/2006/relationships/notesSlide" Target="/ppt/notesSlides/notesSlide1.xml" Id="R7639eac473434b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355ea2c0c4eb2" /><Relationship Type="http://schemas.openxmlformats.org/officeDocument/2006/relationships/notesSlide" Target="/ppt/notesSlides/notesSlide2.xml" Id="Rb9f6f80d0d2644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12612bb204a30" /><Relationship Type="http://schemas.openxmlformats.org/officeDocument/2006/relationships/image" Target="/ppt/media/image2.png" Id="Ra4b33d35933a4bac" /><Relationship Type="http://schemas.openxmlformats.org/officeDocument/2006/relationships/notesSlide" Target="/ppt/notesSlides/notesSlide3.xml" Id="Rb96ee81ce63a40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243ab04fe4c9e" /><Relationship Type="http://schemas.openxmlformats.org/officeDocument/2006/relationships/notesSlide" Target="/ppt/notesSlides/notesSlide4.xml" Id="R1864b5f55e8c48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e15b896d54cd0" /><Relationship Type="http://schemas.openxmlformats.org/officeDocument/2006/relationships/notesSlide" Target="/ppt/notesSlides/notesSlide5.xml" Id="Re6f6567f00ba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15dd361ac4b44" /><Relationship Type="http://schemas.openxmlformats.org/officeDocument/2006/relationships/notesSlide" Target="/ppt/notesSlides/notesSlide6.xml" Id="R62266396495249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ff202c0254ba8" /><Relationship Type="http://schemas.openxmlformats.org/officeDocument/2006/relationships/notesSlide" Target="/ppt/notesSlides/notesSlide7.xml" Id="R4ded63089fea4f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e3f7bcd1143af" /><Relationship Type="http://schemas.openxmlformats.org/officeDocument/2006/relationships/notesSlide" Target="/ppt/notesSlides/notesSlide8.xml" Id="R0231ffdd834243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71ff06fb0467a" /><Relationship Type="http://schemas.openxmlformats.org/officeDocument/2006/relationships/notesSlide" Target="/ppt/notesSlides/notesSlide9.xml" Id="R51f7f99fa72143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72a91647e4303" /><Relationship Type="http://schemas.openxmlformats.org/officeDocument/2006/relationships/notesSlide" Target="/ppt/notesSlides/notesSlide10.xml" Id="R4270da5acd2e45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60b5d65614658" /><Relationship Type="http://schemas.openxmlformats.org/officeDocument/2006/relationships/notesSlide" Target="/ppt/notesSlides/notesSlide11.xml" Id="Rc143a5d6b64a4b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be6daaae04525" /><Relationship Type="http://schemas.openxmlformats.org/officeDocument/2006/relationships/notesSlide" Target="/ppt/notesSlides/notesSlide12.xml" Id="R41968d777d8243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8b016f6954541" /><Relationship Type="http://schemas.openxmlformats.org/officeDocument/2006/relationships/notesSlide" Target="/ppt/notesSlides/notesSlide13.xml" Id="Rea292d35244544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70d70e3d646a5" /><Relationship Type="http://schemas.openxmlformats.org/officeDocument/2006/relationships/notesSlide" Target="/ppt/notesSlides/notesSlide14.xml" Id="R73ef3bfa9dec48f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b04cb57b741c7" /><Relationship Type="http://schemas.openxmlformats.org/officeDocument/2006/relationships/notesSlide" Target="/ppt/notesSlides/notesSlide15.xml" Id="R9a2ac9e5cdd0416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f4268f2a84341" /><Relationship Type="http://schemas.openxmlformats.org/officeDocument/2006/relationships/notesSlide" Target="/ppt/notesSlides/notesSlide16.xml" Id="R2fdfc407fac24e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6204cba4b4105" /><Relationship Type="http://schemas.openxmlformats.org/officeDocument/2006/relationships/notesSlide" Target="/ppt/notesSlides/notesSlide17.xml" Id="R06392a2aea4f4d0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b720e2a3448a5" /><Relationship Type="http://schemas.openxmlformats.org/officeDocument/2006/relationships/notesSlide" Target="/ppt/notesSlides/notesSlide18.xml" Id="Ra19bc40c18944f8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8839ab61649bc" /><Relationship Type="http://schemas.openxmlformats.org/officeDocument/2006/relationships/notesSlide" Target="/ppt/notesSlides/notesSlide19.xml" Id="R76dabbccab4f443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96224dc424e3e" /><Relationship Type="http://schemas.openxmlformats.org/officeDocument/2006/relationships/notesSlide" Target="/ppt/notesSlides/notesSlide20.xml" Id="Rcace9e8addc14d3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d0c85a4ef48fe" /><Relationship Type="http://schemas.openxmlformats.org/officeDocument/2006/relationships/notesSlide" Target="/ppt/notesSlides/notesSlide21.xml" Id="Rf3985f087bb242e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07fc7f45a4a6a" /><Relationship Type="http://schemas.openxmlformats.org/officeDocument/2006/relationships/notesSlide" Target="/ppt/notesSlides/notesSlide22.xml" Id="R4b32897ba58e460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c2c2a09dd4a0d" /><Relationship Type="http://schemas.openxmlformats.org/officeDocument/2006/relationships/notesSlide" Target="/ppt/notesSlides/notesSlide23.xml" Id="R3f295d2268d7413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f30843f95484f" /><Relationship Type="http://schemas.openxmlformats.org/officeDocument/2006/relationships/notesSlide" Target="/ppt/notesSlides/notesSlide24.xml" Id="R395908719bf5471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a40b924554009" /><Relationship Type="http://schemas.openxmlformats.org/officeDocument/2006/relationships/image" Target="/ppt/media/image.jpeg" Id="R4256cc20fee14b2a" /><Relationship Type="http://schemas.openxmlformats.org/officeDocument/2006/relationships/notesSlide" Target="/ppt/notesSlides/notesSlide25.xml" Id="R66ebaa52c192400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37f2ba60e4424" /><Relationship Type="http://schemas.openxmlformats.org/officeDocument/2006/relationships/image" Target="/ppt/media/image2.jpeg" Id="R6fc812db4ffb4938" /><Relationship Type="http://schemas.openxmlformats.org/officeDocument/2006/relationships/notesSlide" Target="/ppt/notesSlides/notesSlide26.xml" Id="Rc4bf09b8e9344d1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f6136ac194c99" /><Relationship Type="http://schemas.openxmlformats.org/officeDocument/2006/relationships/notesSlide" Target="/ppt/notesSlides/notesSlide27.xml" Id="R27ca11587f3f4b5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1ac0d51e44467" /><Relationship Type="http://schemas.openxmlformats.org/officeDocument/2006/relationships/image" Target="/ppt/media/image3.jpeg" Id="Rdfa532803ff64835" /><Relationship Type="http://schemas.openxmlformats.org/officeDocument/2006/relationships/notesSlide" Target="/ppt/notesSlides/notesSlide28.xml" Id="R016e9e405a5e41f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07e2f02864cf7" /><Relationship Type="http://schemas.openxmlformats.org/officeDocument/2006/relationships/image" Target="/ppt/media/image3.png" Id="Rae37979d1c414646" /><Relationship Type="http://schemas.openxmlformats.org/officeDocument/2006/relationships/notesSlide" Target="/ppt/notesSlides/notesSlide29.xml" Id="R8bee6f93c45a470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a771c0152434b" /><Relationship Type="http://schemas.openxmlformats.org/officeDocument/2006/relationships/image" Target="/ppt/media/image4.png" Id="R3571545ae6084fab" /><Relationship Type="http://schemas.openxmlformats.org/officeDocument/2006/relationships/notesSlide" Target="/ppt/notesSlides/notesSlide30.xml" Id="Rf5585dcf853a4d5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5c893f7c242f2" /><Relationship Type="http://schemas.openxmlformats.org/officeDocument/2006/relationships/image" Target="/ppt/media/image5.png" Id="Rfea1b9a800364ada" /><Relationship Type="http://schemas.openxmlformats.org/officeDocument/2006/relationships/notesSlide" Target="/ppt/notesSlides/notesSlide31.xml" Id="R51d0a1a6a42f456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6a8247734b27" /><Relationship Type="http://schemas.openxmlformats.org/officeDocument/2006/relationships/image" Target="/ppt/media/image6.png" Id="R79ab65a2b55a4e48" /><Relationship Type="http://schemas.openxmlformats.org/officeDocument/2006/relationships/notesSlide" Target="/ppt/notesSlides/notesSlide32.xml" Id="Rb0f7a63f4b4c41a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e89b9948649ac" /><Relationship Type="http://schemas.openxmlformats.org/officeDocument/2006/relationships/image" Target="/ppt/media/image7.png" Id="Rcd8aba2b6a5e445c" /><Relationship Type="http://schemas.openxmlformats.org/officeDocument/2006/relationships/notesSlide" Target="/ppt/notesSlides/notesSlide33.xml" Id="Rfa0e0cc513134bc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224e97a8044ad" /><Relationship Type="http://schemas.openxmlformats.org/officeDocument/2006/relationships/notesSlide" Target="/ppt/notesSlides/notesSlide34.xml" Id="Rb340879520a841e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0c7ef7cba4db3" /><Relationship Type="http://schemas.openxmlformats.org/officeDocument/2006/relationships/image" Target="/ppt/media/image8.png" Id="Rebb2c00a96034de8" /><Relationship Type="http://schemas.openxmlformats.org/officeDocument/2006/relationships/notesSlide" Target="/ppt/notesSlides/notesSlide35.xml" Id="R1b3ec49d115847c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48404ac954f8a" /><Relationship Type="http://schemas.openxmlformats.org/officeDocument/2006/relationships/image" Target="/ppt/media/image9.png" Id="R9071c5641a874ee9" /><Relationship Type="http://schemas.openxmlformats.org/officeDocument/2006/relationships/notesSlide" Target="/ppt/notesSlides/notesSlide36.xml" Id="R341b931a6b724e5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038fc62174556" /><Relationship Type="http://schemas.openxmlformats.org/officeDocument/2006/relationships/notesSlide" Target="/ppt/notesSlides/notesSlide37.xml" Id="R44acffb242ee480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db5f0c37e49cb" /><Relationship Type="http://schemas.openxmlformats.org/officeDocument/2006/relationships/image" Target="/ppt/media/image4.jpeg" Id="Rd27a6b45faf349a4" /><Relationship Type="http://schemas.openxmlformats.org/officeDocument/2006/relationships/notesSlide" Target="/ppt/notesSlides/notesSlide38.xml" Id="Rd8fed08d04c64ad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aa358d1894ed1" /><Relationship Type="http://schemas.openxmlformats.org/officeDocument/2006/relationships/image" Target="/ppt/media/image10.png" Id="R4ba4de08ef5744ab" /><Relationship Type="http://schemas.openxmlformats.org/officeDocument/2006/relationships/notesSlide" Target="/ppt/notesSlides/notesSlide39.xml" Id="R308bda25862e4e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4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6639a82fd74250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47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57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456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7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5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462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463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4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b33d35933a4bac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39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0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0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0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6cc20fee14b2a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812db4ffb4938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怎样证明远控视频的卡顿路径已经被替换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532803ff64835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先冻结问题，再谈方案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远端视频能播放，但操作和画面明显卡顿。</a:t>
            </a:r>
          </a:p>
          <a:p xmlns:a="http://schemas.openxmlformats.org/drawingml/2006/main">
            <a:r>
              <a:t>截图只证明采样瞬间可见。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2049"/>
          </a:bodyPr>
          <a:lstStyle xmlns:a="http://schemas.openxmlformats.org/drawingml/2006/main"/>
          <a:p xmlns:a="http://schemas.openxmlformats.org/drawingml/2006/main">
            <a:r>
              <a:t>案例已知走 CPU / 软件处理，未走硬解与 GPU。</a:t>
            </a:r>
          </a:p>
          <a:p xmlns:a="http://schemas.openxmlformats.org/drawingml/2006/main">
            <a:r>
              <a:t>before、路径日志、CPU/FPS 仍待绑定同一 runId。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目标不是“调通一个 API”，而是正确接管、可回退、可定位、可长稳、可独立验收。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【需要你补充 U-GPU-01】</a:t>
            </a:r>
          </a:p>
          <a:p xmlns:a="http://schemas.openxmlformats.org/drawingml/2006/main">
            <a:r>
              <a:t>before 20–30 秒 + software path + CPU/FPS/queue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复现同一场景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确认当前路径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替换最小边界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证据闭环验收</a:t>
            </a:r>
          </a:p>
        </p:txBody>
      </p:sp>
      <p:cxnSp>
        <p:nvCxnSpPr>
          <p:cNvPr id="605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6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7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55.9 万行代码怎么读：先形成一张源码地图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五步压缩上下文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冻结问题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只追一帧从哪来、到哪去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找三个入口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 / OHOS Hook / App 输出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追调用关系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path::symbol + 输入/输出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标所有权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 / owner / present / 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留下未知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/ output / frame / path 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 Server：SurfaceCommand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GFX：协议入口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Bridge：保存原回调并分叉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Candidate：是否 ready / consumed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GPU：OH_AVCodec → native output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帧边界：pendingFrameId → EndFrame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Present；否则 original GDI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 REPO FACT / RUN FACT / UNKNOWN</a:t>
            </a:r>
          </a:p>
        </p:txBody>
      </p:sp>
      <p:cxnSp>
        <p:nvCxnSpPr>
          <p:cNvPr id="956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7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8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9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60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61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62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codebase-map.md 每条留下什么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path::symbol</a:t>
            </a:r>
          </a:p>
          <a:p xmlns:a="http://schemas.openxmlformats.org/drawingml/2006/main">
            <a:r>
              <a:t>输入 / 输出</a:t>
            </a:r>
          </a:p>
          <a:p xmlns:a="http://schemas.openxmlformats.org/drawingml/2006/main">
            <a:r>
              <a:t>owner / fallback</a:t>
            </a:r>
          </a:p>
          <a:p xmlns:a="http://schemas.openxmlformats.org/drawingml/2006/main">
            <a:r>
              <a:t>未知</a:t>
            </a:r>
          </a:p>
          <a:p xmlns:a="http://schemas.openxmlformats.org/drawingml/2006/main">
            <a:r>
              <a:t>下一条命令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证据不足 / 锚点不可跳转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停在 UNKNOWN</a:t>
            </a:r>
          </a:p>
          <a:p xmlns:a="http://schemas.openxmlformats.org/drawingml/2006/main">
            <a:r>
              <a:t>继续只读定位</a:t>
            </a:r>
          </a:p>
        </p:txBody>
      </p:sp>
      <p:cxnSp>
        <p:nvCxnSpPr>
          <p:cNvPr id="971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上下文预算：1 个问题 + 1 条调用链 + 3–7 个符号 + 1 个假设 + 1 条命令。</a:t>
            </a:r>
          </a:p>
        </p:txBody>
      </p:sp>
      <p:pic>
        <p:nvPicPr>
          <p:cNvPr id="9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7979d1c414646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源码级时序：CPU 旧路径和 GPU 候选路径在哪里分叉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GDI</a:t>
            </a:r>
          </a:p>
        </p:txBody>
      </p:sp>
      <p:cxnSp>
        <p:nvCxnSpPr>
          <p:cNvPr id="52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7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8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consumed 前失败可回 original GDI；decode/composite 只生成 pending，匹配 EndFrame 才 present。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 FACT 待补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Hook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callback 先保存再替换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确实含该 bridge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才接管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command 真实分支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存在 hardware category 调用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name / start / output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Fallback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 等 matched EndFrame；原路径可达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 frameId trace + 故障注入</a:t>
            </a:r>
          </a:p>
        </p:txBody>
      </p:sp>
      <p:pic>
        <p:nvPicPr>
          <p:cNvPr id="5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1545ae6084f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333625"/>
            <a:ext cx="3571875" cy="2781300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定位输出：真实分叉、消费权、唯一 owner、帧边界、回退链和仍缺的运行证据。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跨平台调研：只迁移生命周期契约，不迁移平台假设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Create / Configure / 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Init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Query Capability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 + Configure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 / explicit failure</a:t>
            </a:r>
          </a:p>
        </p:txBody>
      </p:sp>
      <p:cxnSp>
        <p:nvCxnSpPr>
          <p:cNvPr id="101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2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13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93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对比 FFmpeg/OpenH264、Windows MF、Android MediaCodec 与 OH_AVCodec 的共同契约。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Queue Input / Output / Validate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sample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input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/ format change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 format/stride/planes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return output/failure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记录来源与未知</a:t>
            </a:r>
          </a:p>
        </p:txBody>
      </p:sp>
      <p:cxnSp>
        <p:nvCxnSpPr>
          <p:cNvPr id="1030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31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32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33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34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只迁移生命周期和失败语义；不复制 API、线程模型、buffer index 或 Surface ownership。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Reset / Flush / Stop / Destroy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reset request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flush pending state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decoder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destroy / release</a:t>
            </a:r>
          </a:p>
        </p:txBody>
      </p:sp>
      <p:cxnSp>
        <p:nvCxnSpPr>
          <p:cNvPr id="1047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48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49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调研只有能改变 ADR 的候选、风险或 Evidence Gate，才进入主文档。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10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1b9a800364ad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96125" y="1752600"/>
            <a:ext cx="4333875" cy="2533650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制定并冻结方案：ADR 定义接管、显示和回退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违反时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先保存 original callback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回退路径始终有锚点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无法证明则 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校验、target、output ready 后才 consumed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避免新路径伪装成功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 ready 不得接管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同一帧只有一个 RenderOutputOwner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防止 GPU / GDI 双写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不唯一即 FAIL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decode/composite 只生成 pending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才 present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提前 present 即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前失败回 original GDI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应用保持可用且原因可解释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回退不可达则 REPLAN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b65a2b55a4e4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334375" y="1066800"/>
            <a:ext cx="3286125" cy="247650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ADR Evidence Gate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产物身份</a:t>
            </a:r>
          </a:p>
          <a:p xmlns:a="http://schemas.openxmlformats.org/drawingml/2006/main">
            <a:r>
              <a:t>硬件 decoder</a:t>
            </a:r>
          </a:p>
          <a:p xmlns:a="http://schemas.openxmlformats.org/drawingml/2006/main">
            <a:r>
              <a:t>合法 native output</a:t>
            </a:r>
          </a:p>
          <a:p xmlns:a="http://schemas.openxmlformats.org/drawingml/2006/main">
            <a:r>
              <a:t>matched present</a:t>
            </a:r>
          </a:p>
          <a:p xmlns:a="http://schemas.openxmlformats.org/drawingml/2006/main">
            <a:r>
              <a:t>故障可回退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最小能力穿刺：只证明一帧主链和一次可解释回退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aba2b6a5e44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16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SP-01～05：每一步只关一个未知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SP-01｜bridge 进入目标 HAP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SP-02｜真机选择 hardware decoder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SP-03｜输入得到合法 native 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SP-04｜匹配 EndFrame 正确显示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SP-05｜注入失败回 original GDI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U-GPU-02｜decoder + 同帧主链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U-GPU-03｜故障注入 + 回退录屏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U-GPU-04/05｜A/B + lifecycle/soak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verdict：完整 Spike 仍 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可见播放是 MEDIA FACT；decoder、同帧 trace 与 fallback 未绑定同一 run，不能宣布 Spike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穿刺后重新计划：只把已证实边界变成开发输入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固化观测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一帧主链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连续性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韧性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工程验收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11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 before、路径和 trace schema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15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记录 PASS / FAIL / UNKNOWN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19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闭合 decoder→output→owner→present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23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让 queue depth / age 保持有界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27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覆盖 lifecycle / fallback / AVC444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831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A/B + fault + soak + reviewer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Input</a:t>
            </a:r>
          </a:p>
          <a:p xmlns:a="http://schemas.openxmlformats.org/drawingml/2006/main">
            <a:r>
              <a:t>Spike verdict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Human</a:t>
            </a:r>
          </a:p>
          <a:p xmlns:a="http://schemas.openxmlformats.org/drawingml/2006/main">
            <a:r>
              <a:t>冻结事实/风险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Plan</a:t>
            </a:r>
          </a:p>
          <a:p xmlns:a="http://schemas.openxmlformats.org/drawingml/2006/main">
            <a:r>
              <a:t>P0～P4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Story</a:t>
            </a:r>
          </a:p>
          <a:p xmlns:a="http://schemas.openxmlformats.org/drawingml/2006/main">
            <a:r>
              <a:t>S0～S7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Output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Spike verdict 决定 CONTINUE / REPLAN / STOP；未证实项保留风险，不伪装成任务输入。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把计划拆成 S0～S7 Ralph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S0–S7：从基线到工程验收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S0 基线与观测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S1 真机硬解选择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S2 一帧合法输出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S3 正确显示与回退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S4 连续播放有界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生命周期恢复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S6 AVC444 语义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A/B 工程验收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每张 Story = 伪代码 + AC + Stop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 管顺序；Story 管可验收行为；Ralph Packet 管一次 Session 的执行边界。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2c00a96034de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1600"/>
            </a:avLst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Packet：文档、伪代码和 AC 先于代码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Ledger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冻结目标</a:t>
            </a:r>
          </a:p>
          <a:p xmlns:a="http://schemas.openxmlformats.org/drawingml/2006/main">
            <a:r>
              <a:t>状态/回退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先看见</a:t>
            </a:r>
          </a:p>
          <a:p xmlns:a="http://schemas.openxmlformats.org/drawingml/2006/main">
            <a:r>
              <a:t>目标失败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先提交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只改</a:t>
            </a:r>
          </a:p>
          <a:p xmlns:a="http://schemas.openxmlformats.org/drawingml/2006/main">
            <a:r>
              <a:t>Allowed 边界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RED→GREEN</a:t>
            </a:r>
          </a:p>
          <a:p xmlns:a="http://schemas.openxmlformats.org/drawingml/2006/main">
            <a:r>
              <a:t>回归/真机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日志/视频</a:t>
            </a:r>
          </a:p>
          <a:p xmlns:a="http://schemas.openxmlformats.org/drawingml/2006/main">
            <a:r>
              <a:t>PASS/FAIL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doc/code/test</a:t>
            </a:r>
          </a:p>
          <a:p xmlns:a="http://schemas.openxmlformats.org/drawingml/2006/main">
            <a:r>
              <a:t>commit/runId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至少冻结六件事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 First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Allowed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Forbidden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Pseudocode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/ Oracle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/ Exit Gate</a:t>
            </a:r>
          </a:p>
        </p:txBody>
      </p:sp>
      <p:cxnSp>
        <p:nvCxnSpPr>
          <p:cNvPr id="974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5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6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7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8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沿用 MDM：docs commit → code commit → evidence ledger；新 Session 只读取当前 Packet。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S3 示例：显示 owner 与回退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full-frame 显示、无可信背景不接管、故障注入回退；每条都绑定同帧 trace 与失败结论。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9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1c5641a874ee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62125" y="4686300"/>
            <a:ext cx="8572500" cy="1609725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循环：AI 不对时，沿第一异常处理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→ Preserve → Locate → Falsify → Repair → Replay；每轮只允许一个 probe/change。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现象 / 本轮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第一条证据链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错误做法 / Verdict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有但黑屏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output→import→pending→EndFrame→target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不猜 decoder/shader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色块 / 局部错位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format/stride/planes→dirty rect→retained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开始流畅，随后卡顿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depth/age→decodeUs→present gap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后台 / 重连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generation→stale rejection→owner release/reclaim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同一问题三轮无新证据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progress ledger：命令/退出码/证据/Next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REPLAN / ESCALATE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本轮完成条件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329"/>
          </a:bodyPr>
          <a:lstStyle xmlns:a="http://schemas.openxmlformats.org/drawingml/2006/main"/>
          <a:p xmlns:a="http://schemas.openxmlformats.org/drawingml/2006/main">
            <a:r>
              <a:t>U-GPU-06｜last-good → first-abnormal → probe → repair → replay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PASS / FAIL / UNKNOWN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工程验收：路径、画面、性能、回退和长稳同时闭合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278"/>
          </a:bodyPr>
          <a:lstStyle xmlns:a="http://schemas.openxmlformats.org/drawingml/2006/main"/>
          <a:p xmlns:a="http://schemas.openxmlformats.org/drawingml/2006/main">
            <a:r>
              <a:t>需要你补充 U-GPU-01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7130"/>
          </a:bodyPr>
          <a:lstStyle xmlns:a="http://schemas.openxmlformats.org/drawingml/2006/main"/>
          <a:p xmlns:a="http://schemas.openxmlformats.org/drawingml/2006/main">
            <a:r>
              <a:t>before 20–30 秒</a:t>
            </a:r>
          </a:p>
          <a:p xmlns:a="http://schemas.openxmlformats.org/drawingml/2006/main">
            <a:r>
              <a:t>+ software path</a:t>
            </a:r>
          </a:p>
          <a:p xmlns:a="http://schemas.openxmlformats.org/drawingml/2006/main">
            <a:r>
              <a:t>+ CPU/FPS/queue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278"/>
          </a:bodyPr>
          <a:lstStyle xmlns:a="http://schemas.openxmlformats.org/drawingml/2006/main"/>
          <a:p xmlns:a="http://schemas.openxmlformats.org/drawingml/2006/main">
            <a:r>
              <a:t>需要你补充 U-GPU-02～05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U02  commit/package/runId/device</a:t>
            </a:r>
          </a:p>
          <a:p xmlns:a="http://schemas.openxmlformats.org/drawingml/2006/main">
            <a:r>
              <a:t>U02  decoder + candidate/owner</a:t>
            </a:r>
          </a:p>
          <a:p xmlns:a="http://schemas.openxmlformats.org/drawingml/2006/main">
            <a:r>
              <a:t>U02  output→pending→present</a:t>
            </a:r>
          </a:p>
          <a:p xmlns:a="http://schemas.openxmlformats.org/drawingml/2006/main">
            <a:r>
              <a:t>U03  fault reason + original path</a:t>
            </a:r>
          </a:p>
          <a:p xmlns:a="http://schemas.openxmlformats.org/drawingml/2006/main">
            <a:r>
              <a:t>U04  before/after metrics CSV</a:t>
            </a:r>
          </a:p>
          <a:p xmlns:a="http://schemas.openxmlformats.org/drawingml/2006/main">
            <a:r>
              <a:t>U05  lifecycle + soak + regression</a:t>
            </a:r>
          </a:p>
          <a:p xmlns:a="http://schemas.openxmlformats.org/drawingml/2006/main">
            <a:r>
              <a:t>文件名见 case-materials/gpu/15</a:t>
            </a:r>
          </a:p>
        </p:txBody>
      </p:sp>
      <p:pic>
        <p:nvPicPr>
          <p:cNvPr id="14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a6b45faf349a4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含 bridge / compositor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黑屏故障素材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CPU/FPS/帧时/queue 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+ resize/后台/重连 + soak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085"/>
          </a:bodyPr>
          <a:lstStyle xmlns:a="http://schemas.openxmlformats.org/drawingml/2006/main"/>
          <a:p xmlns:a="http://schemas.openxmlformats.org/drawingml/2006/main">
            <a:r>
              <a:t>【需要你补充 U-GPU-02】</a:t>
            </a:r>
          </a:p>
          <a:p xmlns:a="http://schemas.openxmlformats.org/drawingml/2006/main">
            <a:r>
              <a:t>after 20–30 秒同场景</a:t>
            </a:r>
          </a:p>
          <a:p xmlns:a="http://schemas.openxmlformats.org/drawingml/2006/main">
            <a:r>
              <a:t>+ decoder/path/frame trace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1460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61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462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44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4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4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4de08ef5744ab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2026-09-02T02:13:21.4090000Z</dcterms:created>
  <dcterms:modified xsi:type="dcterms:W3CDTF">2026-09-02T02:13:21.4090000Z</dcterms:modified>
</coreProperties>
</file>