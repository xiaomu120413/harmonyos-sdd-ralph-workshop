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0594e184e4bf6" /><Relationship Type="http://schemas.openxmlformats.org/officeDocument/2006/relationships/extended-properties" Target="/docProps/app.xml" Id="Ra8b9f8887f7a4123" /><Relationship Type="http://schemas.openxmlformats.org/officeDocument/2006/relationships/officeDocument" Target="/ppt/presentation.xml" Id="R56cdd9faae6242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f68ec877ab4328"/>
  </p:sldMasterIdLst>
  <p:notesMasterIdLst>
    <p:notesMasterId xmlns:r="http://schemas.openxmlformats.org/officeDocument/2006/relationships" r:id="R28ddbd6c864d4656"/>
  </p:notesMasterIdLst>
  <p:sldIdLst>
    <p:sldId xmlns:r="http://schemas.openxmlformats.org/officeDocument/2006/relationships" id="256" r:id="R70d1221fdd294012"/>
    <p:sldId xmlns:r="http://schemas.openxmlformats.org/officeDocument/2006/relationships" id="257" r:id="R1102d9748db14a59"/>
    <p:sldId xmlns:r="http://schemas.openxmlformats.org/officeDocument/2006/relationships" id="258" r:id="R09eab2165cbd4a55"/>
    <p:sldId xmlns:r="http://schemas.openxmlformats.org/officeDocument/2006/relationships" id="259" r:id="Rd1e281ade20a48f5"/>
    <p:sldId xmlns:r="http://schemas.openxmlformats.org/officeDocument/2006/relationships" id="260" r:id="R6a3ed24f9f5f4b5e"/>
    <p:sldId xmlns:r="http://schemas.openxmlformats.org/officeDocument/2006/relationships" id="261" r:id="R854a03c403cc42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cb72a30c8b4d8e" /><Relationship Type="http://schemas.openxmlformats.org/officeDocument/2006/relationships/slideMaster" Target="/ppt/slideMasters/slideMaster1.xml" Id="R48f68ec877ab4328" /><Relationship Type="http://schemas.openxmlformats.org/officeDocument/2006/relationships/notesMaster" Target="/ppt/notesMasters/notesMaster1.xml" Id="R28ddbd6c864d4656" /><Relationship Type="http://schemas.openxmlformats.org/officeDocument/2006/relationships/presProps" Target="/ppt/presProps.xml" Id="Rdcaef30f22d049ce" /><Relationship Type="http://schemas.openxmlformats.org/officeDocument/2006/relationships/tableStyles" Target="/ppt/tableStyles.xml" Id="R17bf0e55ad744b7a" /><Relationship Type="http://schemas.openxmlformats.org/officeDocument/2006/relationships/slide" Target="/ppt/slides/slide1.xml" Id="R70d1221fdd294012" /><Relationship Type="http://schemas.openxmlformats.org/officeDocument/2006/relationships/slide" Target="/ppt/slides/slide2.xml" Id="R1102d9748db14a59" /><Relationship Type="http://schemas.openxmlformats.org/officeDocument/2006/relationships/slide" Target="/ppt/slides/slide3.xml" Id="R09eab2165cbd4a55" /><Relationship Type="http://schemas.openxmlformats.org/officeDocument/2006/relationships/slide" Target="/ppt/slides/slide4.xml" Id="Rd1e281ade20a48f5" /><Relationship Type="http://schemas.openxmlformats.org/officeDocument/2006/relationships/slide" Target="/ppt/slides/slide5.xml" Id="R6a3ed24f9f5f4b5e" /><Relationship Type="http://schemas.openxmlformats.org/officeDocument/2006/relationships/slide" Target="/ppt/slides/slide6.xml" Id="R854a03c403cc42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f60422ee542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8b41b60a6f4cd8" /><Relationship Type="http://schemas.openxmlformats.org/officeDocument/2006/relationships/notesMaster" Target="/ppt/notesMasters/notesMaster1.xml" Id="R0ea473fc17f440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e127f4441746e1" /><Relationship Type="http://schemas.openxmlformats.org/officeDocument/2006/relationships/notesMaster" Target="/ppt/notesMasters/notesMaster1.xml" Id="R9ebff73ac7e742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9e402f64e44257" /><Relationship Type="http://schemas.openxmlformats.org/officeDocument/2006/relationships/notesMaster" Target="/ppt/notesMasters/notesMaster1.xml" Id="R6de70afc46ff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8118d1acfe48b1" /><Relationship Type="http://schemas.openxmlformats.org/officeDocument/2006/relationships/notesMaster" Target="/ppt/notesMasters/notesMaster1.xml" Id="Rcc1591f51b3544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91dc400797461a" /><Relationship Type="http://schemas.openxmlformats.org/officeDocument/2006/relationships/notesMaster" Target="/ppt/notesMasters/notesMaster1.xml" Id="R552745c6836e44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486b0ccad84c70" /><Relationship Type="http://schemas.openxmlformats.org/officeDocument/2006/relationships/notesMaster" Target="/ppt/notesMasters/notesMaster1.xml" Id="Rb4e026b398ba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开场先建立冲突：页面里已经出现规则，但这张图不能证明所有账号的系统策略已经正确下发。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C:\Users\mu\Desktop\code\harmonyos-sdd-ralph-workshop\harmonyos-sdd-workshop-media\mdm\firewall-domain-rule-created.jpeg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用这一页解释整门课的唯一主线，后续每个案例都必须回到这五步。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先让学员判断这次命令究竟是成功还是失败，再揭示 Hvigor 的退出码陷阱。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C:\Users\mu\Desktop\code\harmonyos-sdd-ralph-workshop\evidence\mdm\t01-red-green.md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把真实日志按阶段解释。强调时间相近只能构成弱关联，不等于已有跨进程相关 ID。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课堂任务是先冻结 JSON Schema 与判定规则，不在五分钟内现场开发 bridge。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章节转换页只承担一个任务：把学员从 Feature-first 带到 Evidence-first。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C:\Users\mu\Desktop\code\harmonyos-sdd-ralph-workshop\harmonyos-sdd-workshop-media\gpu-failure-black-screen-contact.jpg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9725aec0941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0d6cb69c694cbb" /><Relationship Type="http://schemas.openxmlformats.org/officeDocument/2006/relationships/slideLayout" Target="/ppt/slideLayouts/slideLayout1.xml" Id="Rb44908f92aa1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908f92aa1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aa5cfd3924b13" /><Relationship Type="http://schemas.openxmlformats.org/officeDocument/2006/relationships/image" Target="/ppt/media/image.jpeg" Id="Rec40d6a284bc4784" /><Relationship Type="http://schemas.openxmlformats.org/officeDocument/2006/relationships/notesSlide" Target="/ppt/notesSlides/notesSlide1.xml" Id="Rfbc9f9e46d5f4c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4b698ba53457f" /><Relationship Type="http://schemas.openxmlformats.org/officeDocument/2006/relationships/notesSlide" Target="/ppt/notesSlides/notesSlide2.xml" Id="R6597ad7ed39a44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b95b9d8d74e55" /><Relationship Type="http://schemas.openxmlformats.org/officeDocument/2006/relationships/notesSlide" Target="/ppt/notesSlides/notesSlide3.xml" Id="Rb58b09b1afb7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9878c8a8f4969" /><Relationship Type="http://schemas.openxmlformats.org/officeDocument/2006/relationships/notesSlide" Target="/ppt/notesSlides/notesSlide4.xml" Id="R7656cde42cc5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72615ce094de7" /><Relationship Type="http://schemas.openxmlformats.org/officeDocument/2006/relationships/notesSlide" Target="/ppt/notesSlides/notesSlide5.xml" Id="R1e1d6aea8a4f46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fcb686e134db9" /><Relationship Type="http://schemas.openxmlformats.org/officeDocument/2006/relationships/image" Target="/ppt/media/image2.jpeg" Id="Rb7a0b290fbbf4dca" /><Relationship Type="http://schemas.openxmlformats.org/officeDocument/2006/relationships/notesSlide" Target="/ppt/notesSlides/notesSlide6.xml" Id="Rdf099ef7240943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8055C8-0EE8-47B8-9010-261A676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HARMONYOS · ARKTS · C++ / 120 MIN WORKSHOP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00AACB7-B6AB-473E-808E-2113BC24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2863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使用 AI 进阶能力</a:t>
            </a:r>
          </a:p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实现较为复杂的需求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5F7B3BF-5ED4-49AE-B467-342C4B6E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不是提示词技巧课。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带着真实需求、失败日志与系统证据，跑完一次可追踪、可调试、可验收的复杂开发。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08BE428B-877C-4B8A-BB25-17F55BA5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464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C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582FCC-BF4E-4627-BA2C-C5B39D8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需求拆解  ·  受控迭代  ·  问题定位  ·  证据交付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0d6a284bc4784"/>
          <a:srcRect xmlns:a="http://schemas.openxmlformats.org/drawingml/2006/main" l="17460" t="0" r="174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600700"/>
          </a:xfrm>
          <a:prstGeom xmlns:a="http://schemas.openxmlformats.org/drawingml/2006/main" prst="roundRect">
            <a:avLst>
              <a:gd name="adj" fmla="val 1742"/>
            </a:avLst>
          </a:prstGeom>
        </p:spPr>
      </p:pic>
      <p:sp>
        <p:nvSpPr>
          <p:cNvPr id="7" name="image-caption-rule">
            <a:extLst xmlns:a="http://schemas.openxmlformats.org/drawingml/2006/main">
              <a:ext uri="{FF2B5EF4-FFF2-40B4-BE49-F238E27FC236}">
                <a16:creationId xmlns:a16="http://schemas.microsoft.com/office/drawing/2014/main" id="{1CF9B29E-1081-42FB-BD7C-BF10C733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15050"/>
            <a:ext cx="5467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0C97F4A-BDE9-4CB6-AA98-05A0DB2A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29350"/>
            <a:ext cx="546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真实画面只是起点，系统事实才是结论</a:t>
            </a:r>
          </a:p>
        </p:txBody>
      </p:sp>
    </p:spTree>
    <p:extLst>
      <p:ext uri="{BB962C8B-B14F-4D97-AF65-F5344CB8AC3E}">
        <p14:creationId xmlns:p14="http://schemas.microsoft.com/office/powerpoint/2010/main" val="1929748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47D00F7F-37C3-40A7-B19A-3AB90608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方法论落地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8B7946-2C26-4C3A-9E7B-FAFC693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进阶不是提示词更长，而是每一轮都能被证据纠正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A636DC8-17A1-40FF-BDED-69BE9DD7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A8BE09-26A1-4611-9993-EBB596C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35" name="loop-connector-1"/>
          <p:cNvCxnSpPr/>
          <p:nvPr/>
        </p:nvCxnSpPr>
        <p:spPr>
          <a:xfrm xmlns:a="http://schemas.openxmlformats.org/drawingml/2006/main">
            <a:off x="2190750" y="2962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C8F"/>
            </a:solidFill>
            <a:prstDash val="solid"/>
          </a:ln>
        </p:spPr>
      </p:cxnSp>
      <p:cxnSp>
        <p:nvCxnSpPr>
          <p:cNvPr id="36" name="loop-connector-2"/>
          <p:cNvCxnSpPr/>
          <p:nvPr/>
        </p:nvCxnSpPr>
        <p:spPr>
          <a:xfrm xmlns:a="http://schemas.openxmlformats.org/drawingml/2006/main">
            <a:off x="4305300" y="2962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C8F"/>
            </a:solidFill>
            <a:prstDash val="solid"/>
          </a:ln>
        </p:spPr>
      </p:cxnSp>
      <p:cxnSp>
        <p:nvCxnSpPr>
          <p:cNvPr id="37" name="loop-connector-3"/>
          <p:cNvCxnSpPr/>
          <p:nvPr/>
        </p:nvCxnSpPr>
        <p:spPr>
          <a:xfrm xmlns:a="http://schemas.openxmlformats.org/drawingml/2006/main">
            <a:off x="6419850" y="2962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C8F"/>
            </a:solidFill>
            <a:prstDash val="solid"/>
          </a:ln>
        </p:spPr>
      </p:cxnSp>
      <p:cxnSp>
        <p:nvCxnSpPr>
          <p:cNvPr id="38" name="loop-connector-4"/>
          <p:cNvCxnSpPr/>
          <p:nvPr/>
        </p:nvCxnSpPr>
        <p:spPr>
          <a:xfrm xmlns:a="http://schemas.openxmlformats.org/drawingml/2006/main">
            <a:off x="8534400" y="2962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C8F"/>
            </a:solidFill>
            <a:prstDash val="solid"/>
          </a:ln>
        </p:spPr>
      </p:cxnSp>
      <p:sp>
        <p:nvSpPr>
          <p:cNvPr id="9" name="loop-node-1">
            <a:extLst xmlns:a="http://schemas.openxmlformats.org/drawingml/2006/main">
              <a:ext uri="{FF2B5EF4-FFF2-40B4-BE49-F238E27FC236}">
                <a16:creationId xmlns:a16="http://schemas.microsoft.com/office/drawing/2014/main" id="{3AE80DA2-6DE6-4E5B-8ABF-66E844E3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3B5997-A732-4938-BC3B-0CD0BD0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8AE663-84C5-4DCF-AD39-3D1A85A5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冻结需求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3533658-8488-400E-8811-6EAFDD7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把歧义写成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可测试规格</a:t>
            </a:r>
          </a:p>
        </p:txBody>
      </p:sp>
      <p:sp>
        <p:nvSpPr>
          <p:cNvPr id="13" name="loop-node-2">
            <a:extLst xmlns:a="http://schemas.openxmlformats.org/drawingml/2006/main">
              <a:ext uri="{FF2B5EF4-FFF2-40B4-BE49-F238E27FC236}">
                <a16:creationId xmlns:a16="http://schemas.microsoft.com/office/drawing/2014/main" id="{4A777899-87D0-46EC-ABA8-0AA55FA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10B1572-E801-46DA-8FD2-0B94178E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4EF524C-C1CF-487E-AEB2-C651A74C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限定任务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D98483C-4D83-4AA5-A371-9B3D81AF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一次只推进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一个行为结果</a:t>
            </a:r>
          </a:p>
        </p:txBody>
      </p:sp>
      <p:sp>
        <p:nvSpPr>
          <p:cNvPr id="17" name="loop-node-3">
            <a:extLst xmlns:a="http://schemas.openxmlformats.org/drawingml/2006/main">
              <a:ext uri="{FF2B5EF4-FFF2-40B4-BE49-F238E27FC236}">
                <a16:creationId xmlns:a16="http://schemas.microsoft.com/office/drawing/2014/main" id="{AA574D73-D607-464B-B7F9-0A30C34F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38375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21AC6E2-E7AA-4F12-9DC9-6AE18C8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CA35B4-06FB-4246-9D7C-9741628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制造 RED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8346B40-7E8B-49DA-8330-C3EA944E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失败必须与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目标行为同源</a:t>
            </a:r>
          </a:p>
        </p:txBody>
      </p:sp>
      <p:sp>
        <p:nvSpPr>
          <p:cNvPr id="21" name="loop-node-4">
            <a:extLst xmlns:a="http://schemas.openxmlformats.org/drawingml/2006/main">
              <a:ext uri="{FF2B5EF4-FFF2-40B4-BE49-F238E27FC236}">
                <a16:creationId xmlns:a16="http://schemas.microsoft.com/office/drawing/2014/main" id="{E4F0CBF0-1653-4AF5-A118-98483A3A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375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7AE42D0-22D8-4AB6-84A4-83F5E67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8363440-9CD8-4CB4-A315-300ED94D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最小 GREEN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D453103-0281-489F-9924-56F1C487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不伪造事实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不顺便重构</a:t>
            </a:r>
          </a:p>
        </p:txBody>
      </p:sp>
      <p:sp>
        <p:nvSpPr>
          <p:cNvPr id="25" name="loop-node-5">
            <a:extLst xmlns:a="http://schemas.openxmlformats.org/drawingml/2006/main">
              <a:ext uri="{FF2B5EF4-FFF2-40B4-BE49-F238E27FC236}">
                <a16:creationId xmlns:a16="http://schemas.microsoft.com/office/drawing/2014/main" id="{40B061E2-15E2-4D1A-A4EE-B05E815D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C79426F-AC22-4F39-AACE-0F2F3BCC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4B16F75-AFDE-4CE7-B7F8-B5696BD9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设备回读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A555DD0-A68D-4016-BB92-7D8226BE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PASS / FAIL /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C058DBB-A872-4BB7-AF8C-C67D855A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停止条件：目标测试、相关回归、构建、设备事实同时满足；缺少关键真相源时，结论必须是 UNKNOWN。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CDFA5AD-7956-4B8B-88C6-2138BEBC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学员带走的不是一个答案，而是一套能迁移到权限、跨进程、事务与 GPU 问题的工程闭环。</a:t>
            </a:r>
          </a:p>
        </p:txBody>
      </p:sp>
    </p:spTree>
    <p:extLst>
      <p:ext uri="{BB962C8B-B14F-4D97-AF65-F5344CB8AC3E}">
        <p14:creationId xmlns:p14="http://schemas.microsoft.com/office/powerpoint/2010/main" val="1218346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ABFB398-841F-40F9-808C-C63B867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ROUND 1 / T01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1E8238-A4E6-4A45-96C3-87CF2F5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一个解释得通的 RED，比十个环境错误更有价值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B2F131-166F-4DE0-AF3C-7EA1D67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E652B8-33F0-4967-B891-03F09E8B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rminal-panel">
            <a:extLst xmlns:a="http://schemas.openxmlformats.org/drawingml/2006/main">
              <a:ext uri="{FF2B5EF4-FFF2-40B4-BE49-F238E27FC236}">
                <a16:creationId xmlns:a16="http://schemas.microsoft.com/office/drawing/2014/main" id="{0043783A-F418-42A3-BAD8-7E32A000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2865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F9B523-1CD9-4520-AE61-F1A1F966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TARGET TEST</a:t>
            </a:r>
          </a:p>
        </p:txBody>
      </p:sp>
      <p:sp>
        <p:nvSpPr>
          <p:cNvPr id="7" name="red-output">
            <a:extLst xmlns:a="http://schemas.openxmlformats.org/drawingml/2006/main">
              <a:ext uri="{FF2B5EF4-FFF2-40B4-BE49-F238E27FC236}">
                <a16:creationId xmlns:a16="http://schemas.microsoft.com/office/drawing/2014/main" id="{EDE06215-90B9-4D2C-83BD-D5462A92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7340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should wait until added account appears</a:t>
            </a:r>
          </a:p>
          <a:p xmlns:a="http://schemas.openxmlformats.org/drawingml/2006/main">
            <a:pPr algn="l">
              <a:def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before dispatching handlers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ERROR: expect 1 equals 2</a:t>
            </a:r>
          </a:p>
          <a:p xmlns:a="http://schemas.openxmlformats.org/drawingml/2006/main">
            <a:pPr algn="l">
              <a:def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at account-change-coordinator.test.ets:77:26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BUILD SUCCESSFUL in 16 s 961 ms</a:t>
            </a:r>
          </a:p>
          <a:p xmlns:a="http://schemas.openxmlformats.org/drawingml/2006/main">
            <a:pPr algn="l">
              <a:def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HVIGOR_EXIT=0</a:t>
            </a:r>
          </a:p>
        </p:txBody>
      </p:sp>
      <p:sp>
        <p:nvSpPr>
          <p:cNvPr id="8" name="red-rule">
            <a:extLst xmlns:a="http://schemas.openxmlformats.org/drawingml/2006/main">
              <a:ext uri="{FF2B5EF4-FFF2-40B4-BE49-F238E27FC236}">
                <a16:creationId xmlns:a16="http://schemas.microsoft.com/office/drawing/2014/main" id="{161BC50B-DD93-4839-9769-C3888CEC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573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A64628-5736-44F8-96D4-21729037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B4AB"/>
                </a:solidFill>
                <a:latin typeface="Microsoft YaHei"/>
                <a:ea typeface="Microsoft YaHei"/>
                <a:cs typeface="Microsoft YaHei"/>
              </a:rPr>
              <a:t>失败点：旧快照只读一次便提前 dispatch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38EFCF-DDA9-4D57-BE65-840469E8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真正的判定对象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03A93E-832C-4B51-A8C6-D17256DD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目标断言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62D57C-B8E9-41A4-AB84-E4B25C58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622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3" name="red-status-rule-1">
            <a:extLst xmlns:a="http://schemas.openxmlformats.org/drawingml/2006/main">
              <a:ext uri="{FF2B5EF4-FFF2-40B4-BE49-F238E27FC236}">
                <a16:creationId xmlns:a16="http://schemas.microsoft.com/office/drawing/2014/main" id="{C7999994-A68F-4916-A784-E8337D3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90825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54E9253-5FC7-4F7E-B440-67DB8595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构建横幅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97B0D87-5CA5-4BA1-B783-03B2180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861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16" name="red-status-rule-2">
            <a:extLst xmlns:a="http://schemas.openxmlformats.org/drawingml/2006/main">
              <a:ext uri="{FF2B5EF4-FFF2-40B4-BE49-F238E27FC236}">
                <a16:creationId xmlns:a16="http://schemas.microsoft.com/office/drawing/2014/main" id="{99BB6301-3DB4-4C59-B749-8FC98C0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4DCB49C-092D-4750-A99E-74113FCE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进程退出码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BFE84CD-06F8-43D4-B5A4-1C97102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810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36F778F-ACB1-417A-A02B-29F93B53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4133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因此：不能只看 BUILD SUCCESSFUL 或退出码。必须读取用例级错误与 test_result.txt。</a:t>
            </a:r>
          </a:p>
        </p:txBody>
      </p:sp>
    </p:spTree>
    <p:extLst>
      <p:ext uri="{BB962C8B-B14F-4D97-AF65-F5344CB8AC3E}">
        <p14:creationId xmlns:p14="http://schemas.microsoft.com/office/powerpoint/2010/main" val="771863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296270AC-D589-475A-81CC-7119377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问题定位 / 跨进程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AD7E7B-8AE1-43CD-82B7-94D94D7C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日志证明前三阶段成立，但不能替 UI 进程补出第四段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79D40D-26EC-4E85-930E-AB923CB8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C873BA-6DC0-4948-8312-077E43B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201A9D-77A8-4C10-96A2-DDD8C0D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16:56:03  真机链路</a:t>
            </a:r>
          </a:p>
        </p:txBody>
      </p:sp>
      <p:sp>
        <p:nvSpPr>
          <p:cNvPr id="6" name="device-log">
            <a:extLst xmlns:a="http://schemas.openxmlformats.org/drawingml/2006/main">
              <a:ext uri="{FF2B5EF4-FFF2-40B4-BE49-F238E27FC236}">
                <a16:creationId xmlns:a16="http://schemas.microsoft.com/office/drawing/2014/main" id="{2B640383-E8E4-428B-8E4E-7A8312F5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9055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03.199  Account removed: 115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03.204  schedule source=account-removed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03.607  raw=[100,114]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03.611  signature=100,114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03.612  previous=  added=100,114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03.612  dispatch handler start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03.628  handler finish success=true</a:t>
            </a:r>
          </a:p>
        </p:txBody>
      </p:sp>
      <p:sp>
        <p:nvSpPr>
          <p:cNvPr id="7" name="log-conclusion">
            <a:extLst xmlns:a="http://schemas.openxmlformats.org/drawingml/2006/main">
              <a:ext uri="{FF2B5EF4-FFF2-40B4-BE49-F238E27FC236}">
                <a16:creationId xmlns:a16="http://schemas.microsoft.com/office/drawing/2014/main" id="{D98C2CF9-B9A4-4DF9-83DD-AFBAB617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DA835E-6BAE-41D7-AB03-6DB1EDE5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最早异常：首次 previous 为空，diff 基线失真；同一成功链路没有 UI 进程证据。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C44E25A-FCE1-4585-B28A-DC2A25CE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阶段判定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4333C0-E8DF-4EE4-B469-02CA10C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事件接收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E76190-8EF6-4570-B4A1-5AF5A69D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47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12" name="status-rule-236">
            <a:extLst xmlns:a="http://schemas.openxmlformats.org/drawingml/2006/main">
              <a:ext uri="{FF2B5EF4-FFF2-40B4-BE49-F238E27FC236}">
                <a16:creationId xmlns:a16="http://schemas.microsoft.com/office/drawing/2014/main" id="{9425A015-94D3-40F8-8A43-42C12508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AE4366-3945-430B-A1D0-4BAB0184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系统事实读取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6252AD2-6362-4363-B595-605EAABD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15" name="status-rule-300">
            <a:extLst xmlns:a="http://schemas.openxmlformats.org/drawingml/2006/main">
              <a:ext uri="{FF2B5EF4-FFF2-40B4-BE49-F238E27FC236}">
                <a16:creationId xmlns:a16="http://schemas.microsoft.com/office/drawing/2014/main" id="{185C2541-A082-415C-B43D-7986C0B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665835F-2A34-43E6-B90E-658207C2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业务 reconcile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ED79321-10C8-4281-ABFF-1476008D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67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18" name="status-rule-364">
            <a:extLst xmlns:a="http://schemas.openxmlformats.org/drawingml/2006/main">
              <a:ext uri="{FF2B5EF4-FFF2-40B4-BE49-F238E27FC236}">
                <a16:creationId xmlns:a16="http://schemas.microsoft.com/office/drawing/2014/main" id="{D011BB6B-12AF-4659-8E91-473D8B58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F3F0004-69CF-49A7-A58A-80F0FB6F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UI 全量刷新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13229E4-52BB-4425-A171-7F0951F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76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547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54708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21" name="status-rule-428">
            <a:extLst xmlns:a="http://schemas.openxmlformats.org/drawingml/2006/main">
              <a:ext uri="{FF2B5EF4-FFF2-40B4-BE49-F238E27FC236}">
                <a16:creationId xmlns:a16="http://schemas.microsoft.com/office/drawing/2014/main" id="{3CAD3126-E16C-4CE4-A667-FE1F2FEF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08066BD-91ED-4DF6-A892-29D1E0F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统一 eventId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B4A9CF3-FFB5-4D2F-8A0F-3A5713E1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86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MISSING</a:t>
            </a:r>
          </a:p>
        </p:txBody>
      </p:sp>
      <p:sp>
        <p:nvSpPr>
          <p:cNvPr id="24" name="status-rule-492">
            <a:extLst xmlns:a="http://schemas.openxmlformats.org/drawingml/2006/main">
              <a:ext uri="{FF2B5EF4-FFF2-40B4-BE49-F238E27FC236}">
                <a16:creationId xmlns:a16="http://schemas.microsoft.com/office/drawing/2014/main" id="{0295A5E1-887D-4D64-BE8A-834C701A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5926083-3028-4334-9C63-09F1E974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历史没有 eventId，课件不能补造；把它写成下一版遥测任务。</a:t>
            </a:r>
          </a:p>
        </p:txBody>
      </p:sp>
    </p:spTree>
    <p:extLst>
      <p:ext uri="{BB962C8B-B14F-4D97-AF65-F5344CB8AC3E}">
        <p14:creationId xmlns:p14="http://schemas.microsoft.com/office/powerpoint/2010/main" val="1503420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29B0615F-E6E7-4F36-A86A-F6E54CD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实践 / T03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FBE071-202F-4079-BE8B-0B2402D0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 getter 已存在，缺的是可判定的验收回读契约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CF1A54-0416-4DAF-80EB-36B0BE75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466CB9-EA6F-4282-BABC-14999CB6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json-panel">
            <a:extLst xmlns:a="http://schemas.openxmlformats.org/drawingml/2006/main">
              <a:ext uri="{FF2B5EF4-FFF2-40B4-BE49-F238E27FC236}">
                <a16:creationId xmlns:a16="http://schemas.microsoft.com/office/drawing/2014/main" id="{483D82A2-BCDE-4392-A8FE-47AA69BE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97B5DC-3295-489E-9286-CDFEE313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READ-ONLY RUNTIME STATE</a:t>
            </a:r>
          </a:p>
        </p:txBody>
      </p:sp>
      <p:sp>
        <p:nvSpPr>
          <p:cNvPr id="7" name="runtime-json">
            <a:extLst xmlns:a="http://schemas.openxmlformats.org/drawingml/2006/main">
              <a:ext uri="{FF2B5EF4-FFF2-40B4-BE49-F238E27FC236}">
                <a16:creationId xmlns:a16="http://schemas.microsoft.com/office/drawing/2014/main" id="{085E4EBC-B8D9-4B6D-9CBF-DE0CE6C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60007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"result": "PASS|FAIL|UNKNOWN",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"accounts": [100, 112, 123],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"signature": "100,112,123",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"users": [{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  "id": 123,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  "isOpen": true,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  "ruleCount": 4,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  "readError": null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}],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"failures": [],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  "evidence": { "commit": "..." }</a:t>
            </a:r>
          </a:p>
          <a:p xmlns:a="http://schemas.openxmlformats.org/drawingml/2006/main">
            <a:pPr algn="l">
              <a:def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5F7F0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C390E1-9553-468D-A3FF-709E0BE6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当前事实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9EE2F2-465A-4C0D-B34D-F75FDFC4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 内部 getPolicy/listRules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4E2FC4-F71E-44E6-AF73-9A9D65B9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sp>
        <p:nvSpPr>
          <p:cNvPr id="11" name="status-rule-240">
            <a:extLst xmlns:a="http://schemas.openxmlformats.org/drawingml/2006/main">
              <a:ext uri="{FF2B5EF4-FFF2-40B4-BE49-F238E27FC236}">
                <a16:creationId xmlns:a16="http://schemas.microsoft.com/office/drawing/2014/main" id="{79CB9B2A-3C91-44D9-B54A-56E379F7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8152AE-7CE0-4755-82C4-DFF979A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UI tree false → true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92E50B-5828-41AF-A630-4E4C57BF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95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86F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sp>
        <p:nvSpPr>
          <p:cNvPr id="14" name="status-rule-304">
            <a:extLst xmlns:a="http://schemas.openxmlformats.org/drawingml/2006/main">
              <a:ext uri="{FF2B5EF4-FFF2-40B4-BE49-F238E27FC236}">
                <a16:creationId xmlns:a16="http://schemas.microsoft.com/office/drawing/2014/main" id="{A573CAEB-5987-47EB-A544-B21DC19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0AECA4D-946C-4CCE-92BD-BF9C53BA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get_runtime_state bridge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AEBB27-EE39-4855-9072-AA96E52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05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MISSING</a:t>
            </a:r>
          </a:p>
        </p:txBody>
      </p:sp>
      <p:sp>
        <p:nvSpPr>
          <p:cNvPr id="17" name="status-rule-368">
            <a:extLst xmlns:a="http://schemas.openxmlformats.org/drawingml/2006/main">
              <a:ext uri="{FF2B5EF4-FFF2-40B4-BE49-F238E27FC236}">
                <a16:creationId xmlns:a16="http://schemas.microsoft.com/office/drawing/2014/main" id="{506BDAA1-E8CD-4879-802A-BB5F2667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5A71325-0628-42E9-B6DC-183A788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系统最终结论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CA9A431-8DF8-4B67-90CE-E0781C56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14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547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54708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20" name="status-rule-432">
            <a:extLst xmlns:a="http://schemas.openxmlformats.org/drawingml/2006/main">
              <a:ext uri="{FF2B5EF4-FFF2-40B4-BE49-F238E27FC236}">
                <a16:creationId xmlns:a16="http://schemas.microsoft.com/office/drawing/2014/main" id="{495DAEA2-4BC7-417D-9C9E-3FF6835F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6C46E91-EC0C-49A8-A32E-BC561BC8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PASS 规则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BDE7FBF-FAD1-4D04-8BF4-36F100A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账号集合、每用户 policy、预期 rules 与 local signature 同时一致；任一关键读取失败都降为 UNKNOWN。</a:t>
            </a:r>
          </a:p>
        </p:txBody>
      </p:sp>
    </p:spTree>
    <p:extLst>
      <p:ext uri="{BB962C8B-B14F-4D97-AF65-F5344CB8AC3E}">
        <p14:creationId xmlns:p14="http://schemas.microsoft.com/office/powerpoint/2010/main" val="89147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0b290fbbf4dca"/>
          <a:srcRect xmlns:a="http://schemas.openxmlformats.org/drawingml/2006/main" l="31771" t="0" r="31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vider-mask">
            <a:extLst xmlns:a="http://schemas.openxmlformats.org/drawingml/2006/main">
              <a:ext uri="{FF2B5EF4-FFF2-40B4-BE49-F238E27FC236}">
                <a16:creationId xmlns:a16="http://schemas.microsoft.com/office/drawing/2014/main" id="{11D0FB89-66FF-4054-B4EC-AFE924A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7651F36-8802-4303-AEF9-84AE8D66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A9C8F"/>
                </a:solidFill>
                <a:latin typeface="Microsoft YaHei"/>
                <a:ea typeface="Microsoft YaHei"/>
                <a:cs typeface="Microsoft YaHei"/>
              </a:rPr>
              <a:t>第二条主线 / GPU</a:t>
            </a:r>
          </a:p>
        </p:txBody>
      </p:sp>
      <p:sp>
        <p:nvSpPr>
          <p:cNvPr id="4" name="gpu-title">
            <a:extLst xmlns:a="http://schemas.openxmlformats.org/drawingml/2006/main">
              <a:ext uri="{FF2B5EF4-FFF2-40B4-BE49-F238E27FC236}">
                <a16:creationId xmlns:a16="http://schemas.microsoft.com/office/drawing/2014/main" id="{69608FB3-351C-474D-9E68-622E3211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画面黑了，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先别改 Shader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5F8A69-ECB3-466B-8697-F7962209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667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 frameId、owner、target、queue 和 EndFrame 建立同帧证据，再决定修改哪一层。</a:t>
            </a:r>
          </a:p>
        </p:txBody>
      </p:sp>
      <p:sp>
        <p:nvSpPr>
          <p:cNvPr id="6" name="gpu-rule">
            <a:extLst xmlns:a="http://schemas.openxmlformats.org/drawingml/2006/main">
              <a:ext uri="{FF2B5EF4-FFF2-40B4-BE49-F238E27FC236}">
                <a16:creationId xmlns:a16="http://schemas.microsoft.com/office/drawing/2014/main" id="{F1C5A50A-6BC0-46EA-9838-0E04CDE0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C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09C2EF-B92F-44DD-B91A-41605121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F7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5F7F0"/>
                </a:solidFill>
                <a:latin typeface="Microsoft YaHei"/>
                <a:ea typeface="Microsoft YaHei"/>
                <a:cs typeface="Microsoft YaHei"/>
              </a:rPr>
              <a:t>Evidence-first 不是更慢，而是更少误改。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F5A8B9-3157-4511-8F40-F8FBA054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6415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2026-08-31T09:28:24.7910000Z</dcterms:created>
  <dcterms:modified xsi:type="dcterms:W3CDTF">2026-08-31T09:28:24.7910000Z</dcterms:modified>
</coreProperties>
</file>